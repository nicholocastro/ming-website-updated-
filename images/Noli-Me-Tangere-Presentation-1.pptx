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436" r:id="rId4"/>
    <p:sldId id="257" r:id="rId5"/>
    <p:sldId id="437" r:id="rId6"/>
    <p:sldId id="259" r:id="rId7"/>
    <p:sldId id="440" r:id="rId8"/>
    <p:sldId id="438" r:id="rId9"/>
    <p:sldId id="441" r:id="rId10"/>
    <p:sldId id="260" r:id="rId11"/>
    <p:sldId id="442" r:id="rId12"/>
    <p:sldId id="443" r:id="rId13"/>
    <p:sldId id="262" r:id="rId14"/>
    <p:sldId id="439" r:id="rId15"/>
    <p:sldId id="444" r:id="rId16"/>
    <p:sldId id="261" r:id="rId17"/>
    <p:sldId id="445" r:id="rId18"/>
    <p:sldId id="263" r:id="rId19"/>
    <p:sldId id="446" r:id="rId20"/>
    <p:sldId id="264" r:id="rId21"/>
    <p:sldId id="447" r:id="rId22"/>
    <p:sldId id="268" r:id="rId23"/>
    <p:sldId id="267" r:id="rId24"/>
    <p:sldId id="448" r:id="rId25"/>
    <p:sldId id="449" r:id="rId26"/>
    <p:sldId id="266" r:id="rId27"/>
    <p:sldId id="265" r:id="rId28"/>
    <p:sldId id="450" r:id="rId29"/>
    <p:sldId id="269" r:id="rId30"/>
    <p:sldId id="451" r:id="rId31"/>
    <p:sldId id="270" r:id="rId32"/>
    <p:sldId id="421" r:id="rId33"/>
    <p:sldId id="271" r:id="rId34"/>
    <p:sldId id="422" r:id="rId35"/>
    <p:sldId id="272" r:id="rId36"/>
    <p:sldId id="273" r:id="rId37"/>
    <p:sldId id="277" r:id="rId38"/>
    <p:sldId id="276" r:id="rId39"/>
    <p:sldId id="275" r:id="rId40"/>
    <p:sldId id="274" r:id="rId41"/>
    <p:sldId id="278" r:id="rId42"/>
    <p:sldId id="279" r:id="rId43"/>
    <p:sldId id="280" r:id="rId44"/>
    <p:sldId id="281" r:id="rId45"/>
    <p:sldId id="282" r:id="rId46"/>
    <p:sldId id="284" r:id="rId47"/>
    <p:sldId id="283" r:id="rId48"/>
    <p:sldId id="285" r:id="rId49"/>
    <p:sldId id="286" r:id="rId50"/>
    <p:sldId id="289" r:id="rId51"/>
    <p:sldId id="288" r:id="rId52"/>
    <p:sldId id="287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5" r:id="rId66"/>
    <p:sldId id="304" r:id="rId67"/>
    <p:sldId id="303" r:id="rId68"/>
    <p:sldId id="302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4" r:id="rId78"/>
    <p:sldId id="316" r:id="rId79"/>
    <p:sldId id="317" r:id="rId80"/>
    <p:sldId id="318" r:id="rId81"/>
    <p:sldId id="319" r:id="rId82"/>
    <p:sldId id="315" r:id="rId83"/>
    <p:sldId id="320" r:id="rId84"/>
    <p:sldId id="322" r:id="rId85"/>
    <p:sldId id="323" r:id="rId86"/>
    <p:sldId id="324" r:id="rId87"/>
    <p:sldId id="325" r:id="rId88"/>
    <p:sldId id="321" r:id="rId89"/>
    <p:sldId id="326" r:id="rId90"/>
    <p:sldId id="329" r:id="rId91"/>
    <p:sldId id="328" r:id="rId92"/>
    <p:sldId id="327" r:id="rId93"/>
    <p:sldId id="333" r:id="rId94"/>
    <p:sldId id="332" r:id="rId95"/>
    <p:sldId id="331" r:id="rId96"/>
    <p:sldId id="334" r:id="rId97"/>
    <p:sldId id="335" r:id="rId98"/>
    <p:sldId id="336" r:id="rId99"/>
    <p:sldId id="330" r:id="rId100"/>
    <p:sldId id="341" r:id="rId101"/>
    <p:sldId id="340" r:id="rId102"/>
    <p:sldId id="339" r:id="rId103"/>
    <p:sldId id="338" r:id="rId104"/>
    <p:sldId id="342" r:id="rId105"/>
    <p:sldId id="337" r:id="rId106"/>
    <p:sldId id="347" r:id="rId107"/>
    <p:sldId id="346" r:id="rId108"/>
    <p:sldId id="345" r:id="rId109"/>
    <p:sldId id="344" r:id="rId110"/>
    <p:sldId id="348" r:id="rId111"/>
    <p:sldId id="343" r:id="rId112"/>
    <p:sldId id="354" r:id="rId113"/>
    <p:sldId id="353" r:id="rId114"/>
    <p:sldId id="352" r:id="rId115"/>
    <p:sldId id="351" r:id="rId116"/>
    <p:sldId id="350" r:id="rId117"/>
    <p:sldId id="349" r:id="rId118"/>
    <p:sldId id="355" r:id="rId119"/>
    <p:sldId id="356" r:id="rId120"/>
    <p:sldId id="358" r:id="rId121"/>
    <p:sldId id="357" r:id="rId122"/>
    <p:sldId id="359" r:id="rId123"/>
    <p:sldId id="361" r:id="rId124"/>
    <p:sldId id="362" r:id="rId125"/>
    <p:sldId id="363" r:id="rId126"/>
    <p:sldId id="364" r:id="rId127"/>
    <p:sldId id="360" r:id="rId128"/>
    <p:sldId id="369" r:id="rId129"/>
    <p:sldId id="368" r:id="rId130"/>
    <p:sldId id="367" r:id="rId131"/>
    <p:sldId id="366" r:id="rId132"/>
    <p:sldId id="370" r:id="rId133"/>
    <p:sldId id="371" r:id="rId134"/>
    <p:sldId id="372" r:id="rId135"/>
    <p:sldId id="373" r:id="rId136"/>
    <p:sldId id="374" r:id="rId137"/>
    <p:sldId id="375" r:id="rId138"/>
    <p:sldId id="378" r:id="rId139"/>
    <p:sldId id="377" r:id="rId140"/>
    <p:sldId id="376" r:id="rId141"/>
    <p:sldId id="379" r:id="rId142"/>
    <p:sldId id="380" r:id="rId143"/>
    <p:sldId id="382" r:id="rId144"/>
    <p:sldId id="381" r:id="rId145"/>
    <p:sldId id="385" r:id="rId146"/>
    <p:sldId id="386" r:id="rId147"/>
    <p:sldId id="384" r:id="rId148"/>
    <p:sldId id="365" r:id="rId149"/>
    <p:sldId id="388" r:id="rId150"/>
    <p:sldId id="387" r:id="rId151"/>
    <p:sldId id="390" r:id="rId152"/>
    <p:sldId id="389" r:id="rId153"/>
    <p:sldId id="391" r:id="rId154"/>
    <p:sldId id="383" r:id="rId155"/>
    <p:sldId id="392" r:id="rId156"/>
    <p:sldId id="393" r:id="rId157"/>
    <p:sldId id="395" r:id="rId158"/>
    <p:sldId id="396" r:id="rId159"/>
    <p:sldId id="397" r:id="rId160"/>
    <p:sldId id="398" r:id="rId161"/>
    <p:sldId id="399" r:id="rId162"/>
    <p:sldId id="402" r:id="rId163"/>
    <p:sldId id="400" r:id="rId164"/>
    <p:sldId id="403" r:id="rId165"/>
    <p:sldId id="401" r:id="rId166"/>
    <p:sldId id="404" r:id="rId167"/>
    <p:sldId id="406" r:id="rId168"/>
    <p:sldId id="407" r:id="rId169"/>
    <p:sldId id="405" r:id="rId170"/>
    <p:sldId id="394" r:id="rId171"/>
    <p:sldId id="411" r:id="rId172"/>
    <p:sldId id="410" r:id="rId173"/>
    <p:sldId id="409" r:id="rId174"/>
    <p:sldId id="412" r:id="rId175"/>
    <p:sldId id="413" r:id="rId176"/>
    <p:sldId id="414" r:id="rId177"/>
    <p:sldId id="415" r:id="rId178"/>
    <p:sldId id="408" r:id="rId179"/>
    <p:sldId id="420" r:id="rId180"/>
    <p:sldId id="419" r:id="rId181"/>
    <p:sldId id="418" r:id="rId182"/>
    <p:sldId id="417" r:id="rId183"/>
    <p:sldId id="416" r:id="rId184"/>
    <p:sldId id="425" r:id="rId185"/>
    <p:sldId id="427" r:id="rId186"/>
    <p:sldId id="426" r:id="rId187"/>
    <p:sldId id="423" r:id="rId188"/>
    <p:sldId id="429" r:id="rId189"/>
    <p:sldId id="430" r:id="rId190"/>
    <p:sldId id="428" r:id="rId191"/>
    <p:sldId id="431" r:id="rId192"/>
    <p:sldId id="432" r:id="rId193"/>
    <p:sldId id="435" r:id="rId194"/>
    <p:sldId id="434" r:id="rId195"/>
    <p:sldId id="433" r:id="rId196"/>
    <p:sldId id="424" r:id="rId19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3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8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presProps" Target="pres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89A4-0A09-48C9-8520-960F7FC32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NOLI ME TANGERE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89860-514E-4CEA-BF19-5A8B40F783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JOSE RIZAL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5394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68404"/>
            <a:ext cx="11328934" cy="5188017"/>
          </a:xfrm>
        </p:spPr>
        <p:txBody>
          <a:bodyPr>
            <a:normAutofit lnSpcReduction="10000"/>
          </a:bodyPr>
          <a:lstStyle/>
          <a:p>
            <a:r>
              <a:rPr lang="en-PH" sz="4000" dirty="0"/>
              <a:t>Isang </a:t>
            </a:r>
            <a:r>
              <a:rPr lang="en-PH" sz="4000" dirty="0" err="1"/>
              <a:t>malaking</a:t>
            </a:r>
            <a:r>
              <a:rPr lang="en-PH" sz="4000" dirty="0"/>
              <a:t> </a:t>
            </a:r>
            <a:r>
              <a:rPr lang="en-PH" sz="4000" dirty="0" err="1"/>
              <a:t>pagtitipon</a:t>
            </a:r>
            <a:r>
              <a:rPr lang="en-PH" sz="4000" dirty="0"/>
              <a:t> ang </a:t>
            </a:r>
            <a:r>
              <a:rPr lang="en-PH" sz="4000" dirty="0" err="1"/>
              <a:t>gaganapin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bahay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Don Santiago de los Santos o mas </a:t>
            </a:r>
            <a:r>
              <a:rPr lang="en-PH" sz="4000" dirty="0" err="1"/>
              <a:t>kilala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tawag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Kapitan</a:t>
            </a:r>
            <a:r>
              <a:rPr lang="en-PH" sz="4000" dirty="0"/>
              <a:t> Tiago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Kalye</a:t>
            </a:r>
            <a:r>
              <a:rPr lang="en-PH" sz="4000" dirty="0"/>
              <a:t> </a:t>
            </a:r>
            <a:r>
              <a:rPr lang="en-PH" sz="4000" dirty="0" err="1"/>
              <a:t>Anluwage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salubungin</a:t>
            </a:r>
            <a:r>
              <a:rPr lang="en-PH" sz="4000" dirty="0"/>
              <a:t> ang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binata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galing</a:t>
            </a:r>
            <a:r>
              <a:rPr lang="en-PH" sz="4000" dirty="0"/>
              <a:t> Europa.</a:t>
            </a:r>
          </a:p>
          <a:p>
            <a:r>
              <a:rPr lang="en-PH" sz="4000" dirty="0" err="1"/>
              <a:t>Sikat</a:t>
            </a:r>
            <a:r>
              <a:rPr lang="en-PH" sz="4000" dirty="0"/>
              <a:t> at </a:t>
            </a:r>
            <a:r>
              <a:rPr lang="en-PH" sz="4000" dirty="0" err="1"/>
              <a:t>malaki</a:t>
            </a:r>
            <a:r>
              <a:rPr lang="en-PH" sz="4000" dirty="0"/>
              <a:t> ang </a:t>
            </a:r>
            <a:r>
              <a:rPr lang="en-PH" sz="4000" dirty="0" err="1"/>
              <a:t>kanyang</a:t>
            </a:r>
            <a:r>
              <a:rPr lang="en-PH" sz="4000" dirty="0"/>
              <a:t> </a:t>
            </a:r>
            <a:r>
              <a:rPr lang="en-PH" sz="4000" dirty="0" err="1"/>
              <a:t>impluwensya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ang dating </a:t>
            </a:r>
            <a:r>
              <a:rPr lang="en-PH" sz="4000" dirty="0" err="1"/>
              <a:t>alkade</a:t>
            </a:r>
            <a:r>
              <a:rPr lang="en-PH" sz="4000" dirty="0"/>
              <a:t> ng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lugar</a:t>
            </a:r>
            <a:r>
              <a:rPr lang="en-PH" sz="4000" dirty="0"/>
              <a:t>. </a:t>
            </a:r>
            <a:r>
              <a:rPr lang="en-PH" sz="4000" dirty="0" err="1"/>
              <a:t>Kilala</a:t>
            </a:r>
            <a:r>
              <a:rPr lang="en-PH" sz="4000" dirty="0"/>
              <a:t> din </a:t>
            </a:r>
            <a:r>
              <a:rPr lang="en-PH" sz="4000" dirty="0" err="1"/>
              <a:t>ito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pagiging</a:t>
            </a:r>
            <a:r>
              <a:rPr lang="en-PH" sz="4000" dirty="0"/>
              <a:t> </a:t>
            </a:r>
            <a:r>
              <a:rPr lang="en-PH" sz="4000" dirty="0" err="1"/>
              <a:t>matulungin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mahihirap</a:t>
            </a:r>
            <a:r>
              <a:rPr lang="en-PH" sz="40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18608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10653"/>
            <a:ext cx="11328934" cy="5370895"/>
          </a:xfrm>
        </p:spPr>
        <p:txBody>
          <a:bodyPr>
            <a:normAutofit fontScale="92500"/>
          </a:bodyPr>
          <a:lstStyle/>
          <a:p>
            <a:r>
              <a:rPr lang="en-PH" sz="3600" dirty="0" err="1"/>
              <a:t>Pagpasok</a:t>
            </a:r>
            <a:r>
              <a:rPr lang="en-PH" sz="3600" dirty="0"/>
              <a:t> </a:t>
            </a:r>
            <a:r>
              <a:rPr lang="en-PH" sz="3600" dirty="0" err="1"/>
              <a:t>palang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 ay may </a:t>
            </a:r>
            <a:r>
              <a:rPr lang="en-PH" sz="3600" dirty="0" err="1"/>
              <a:t>sasalubong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malaking</a:t>
            </a:r>
            <a:r>
              <a:rPr lang="en-PH" sz="3600" dirty="0"/>
              <a:t> </a:t>
            </a:r>
            <a:r>
              <a:rPr lang="en-PH" sz="3600" dirty="0" err="1"/>
              <a:t>hagdanan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nababalutan</a:t>
            </a:r>
            <a:r>
              <a:rPr lang="en-PH" sz="3600" dirty="0"/>
              <a:t> ng </a:t>
            </a:r>
            <a:r>
              <a:rPr lang="en-PH" sz="3600" dirty="0" err="1"/>
              <a:t>karpeta</a:t>
            </a:r>
            <a:r>
              <a:rPr lang="en-PH" sz="3600" dirty="0"/>
              <a:t>. Sa </a:t>
            </a:r>
            <a:r>
              <a:rPr lang="en-PH" sz="3600" dirty="0" err="1"/>
              <a:t>ikalawang</a:t>
            </a:r>
            <a:r>
              <a:rPr lang="en-PH" sz="3600" dirty="0"/>
              <a:t> </a:t>
            </a:r>
            <a:r>
              <a:rPr lang="en-PH" sz="3600" dirty="0" err="1"/>
              <a:t>palapag</a:t>
            </a:r>
            <a:r>
              <a:rPr lang="en-PH" sz="3600" dirty="0"/>
              <a:t> ay may </a:t>
            </a:r>
            <a:r>
              <a:rPr lang="en-PH" sz="3600" dirty="0" err="1"/>
              <a:t>makikitang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porselanang</a:t>
            </a:r>
            <a:r>
              <a:rPr lang="en-PH" sz="3600" dirty="0"/>
              <a:t> </a:t>
            </a:r>
            <a:r>
              <a:rPr lang="en-PH" sz="3600" dirty="0" err="1"/>
              <a:t>Intsik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may </a:t>
            </a:r>
            <a:r>
              <a:rPr lang="en-PH" sz="3600" dirty="0" err="1"/>
              <a:t>iba’t-ibang</a:t>
            </a:r>
            <a:r>
              <a:rPr lang="en-PH" sz="3600" dirty="0"/>
              <a:t> </a:t>
            </a:r>
            <a:r>
              <a:rPr lang="en-PH" sz="3600" dirty="0" err="1"/>
              <a:t>kulay</a:t>
            </a:r>
            <a:r>
              <a:rPr lang="en-PH" sz="3600" dirty="0"/>
              <a:t> at </a:t>
            </a:r>
            <a:r>
              <a:rPr lang="en-PH" sz="3600" dirty="0" err="1"/>
              <a:t>disenyo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mas </a:t>
            </a:r>
            <a:r>
              <a:rPr lang="en-PH" sz="3600" dirty="0" err="1"/>
              <a:t>nakatawag</a:t>
            </a:r>
            <a:r>
              <a:rPr lang="en-PH" sz="3600" dirty="0"/>
              <a:t> ng </a:t>
            </a:r>
            <a:r>
              <a:rPr lang="en-PH" sz="3600" dirty="0" err="1"/>
              <a:t>pansin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bisitang</a:t>
            </a:r>
            <a:r>
              <a:rPr lang="en-PH" sz="3600" dirty="0"/>
              <a:t> </a:t>
            </a:r>
            <a:r>
              <a:rPr lang="en-PH" sz="3600" dirty="0" err="1"/>
              <a:t>dumalo</a:t>
            </a:r>
            <a:r>
              <a:rPr lang="en-PH" sz="3600" dirty="0"/>
              <a:t>.</a:t>
            </a:r>
          </a:p>
          <a:p>
            <a:r>
              <a:rPr lang="en-PH" sz="3600" dirty="0" err="1"/>
              <a:t>Mapapakinggan</a:t>
            </a:r>
            <a:r>
              <a:rPr lang="en-PH" sz="3600" dirty="0"/>
              <a:t> ang </a:t>
            </a:r>
            <a:r>
              <a:rPr lang="en-PH" sz="3600" dirty="0" err="1"/>
              <a:t>magagandang</a:t>
            </a:r>
            <a:r>
              <a:rPr lang="en-PH" sz="3600" dirty="0"/>
              <a:t> </a:t>
            </a:r>
            <a:r>
              <a:rPr lang="en-PH" sz="3600" dirty="0" err="1"/>
              <a:t>tunog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gawa</a:t>
            </a:r>
            <a:r>
              <a:rPr lang="en-PH" sz="3600" dirty="0"/>
              <a:t> ng </a:t>
            </a:r>
            <a:r>
              <a:rPr lang="en-PH" sz="3600" dirty="0" err="1"/>
              <a:t>orkestra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kalansing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pinggan</a:t>
            </a:r>
            <a:r>
              <a:rPr lang="en-PH" sz="3600" dirty="0"/>
              <a:t> at </a:t>
            </a:r>
            <a:r>
              <a:rPr lang="en-PH" sz="3600" dirty="0" err="1"/>
              <a:t>kubyertos</a:t>
            </a:r>
            <a:r>
              <a:rPr lang="en-PH" sz="3600" dirty="0"/>
              <a:t>. Sa </a:t>
            </a:r>
            <a:r>
              <a:rPr lang="en-PH" sz="3600" dirty="0" err="1"/>
              <a:t>gitna</a:t>
            </a:r>
            <a:r>
              <a:rPr lang="en-PH" sz="3600" dirty="0"/>
              <a:t> ng </a:t>
            </a:r>
            <a:r>
              <a:rPr lang="en-PH" sz="3600" dirty="0" err="1"/>
              <a:t>bulwagan</a:t>
            </a:r>
            <a:r>
              <a:rPr lang="en-PH" sz="3600" dirty="0"/>
              <a:t> ay may </a:t>
            </a:r>
            <a:r>
              <a:rPr lang="en-PH" sz="3600" dirty="0" err="1"/>
              <a:t>mahabang</a:t>
            </a:r>
            <a:r>
              <a:rPr lang="en-PH" sz="3600" dirty="0"/>
              <a:t> </a:t>
            </a:r>
            <a:r>
              <a:rPr lang="en-PH" sz="3600" dirty="0" err="1"/>
              <a:t>lamesa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kainan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puno</a:t>
            </a:r>
            <a:r>
              <a:rPr lang="en-PH" sz="3600" dirty="0"/>
              <a:t> ng </a:t>
            </a:r>
            <a:r>
              <a:rPr lang="en-PH" sz="3600" dirty="0" err="1"/>
              <a:t>adorno</a:t>
            </a:r>
            <a:r>
              <a:rPr lang="en-PH" sz="3600" dirty="0"/>
              <a:t>.</a:t>
            </a:r>
          </a:p>
          <a:p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2559500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78029"/>
            <a:ext cx="11328934" cy="5284269"/>
          </a:xfrm>
        </p:spPr>
        <p:txBody>
          <a:bodyPr>
            <a:normAutofit lnSpcReduction="10000"/>
          </a:bodyPr>
          <a:lstStyle/>
          <a:p>
            <a:r>
              <a:rPr lang="en-PH" sz="3600" dirty="0"/>
              <a:t>Ang </a:t>
            </a:r>
            <a:r>
              <a:rPr lang="en-PH" sz="3600" dirty="0" err="1"/>
              <a:t>dingding</a:t>
            </a:r>
            <a:r>
              <a:rPr lang="en-PH" sz="3600" dirty="0"/>
              <a:t> ay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relihiyosong</a:t>
            </a:r>
            <a:r>
              <a:rPr lang="en-PH" sz="3600" dirty="0"/>
              <a:t> </a:t>
            </a:r>
            <a:r>
              <a:rPr lang="en-PH" sz="3600" dirty="0" err="1"/>
              <a:t>likhang</a:t>
            </a:r>
            <a:r>
              <a:rPr lang="en-PH" sz="3600" dirty="0"/>
              <a:t> </a:t>
            </a:r>
            <a:r>
              <a:rPr lang="en-PH" sz="3600" dirty="0" err="1"/>
              <a:t>sining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pinamagatang</a:t>
            </a:r>
            <a:r>
              <a:rPr lang="en-PH" sz="3600" dirty="0"/>
              <a:t> </a:t>
            </a:r>
            <a:r>
              <a:rPr lang="en-PH" sz="3600" dirty="0" err="1"/>
              <a:t>Purgatoryo</a:t>
            </a:r>
            <a:r>
              <a:rPr lang="en-PH" sz="3600" dirty="0"/>
              <a:t>, </a:t>
            </a:r>
            <a:r>
              <a:rPr lang="en-PH" sz="3600" dirty="0" err="1"/>
              <a:t>Impyerno</a:t>
            </a:r>
            <a:r>
              <a:rPr lang="en-PH" sz="3600" dirty="0"/>
              <a:t>, </a:t>
            </a:r>
            <a:r>
              <a:rPr lang="en-PH" sz="3600" dirty="0" err="1"/>
              <a:t>Huling</a:t>
            </a:r>
            <a:r>
              <a:rPr lang="en-PH" sz="3600" dirty="0"/>
              <a:t> </a:t>
            </a:r>
            <a:r>
              <a:rPr lang="en-PH" sz="3600" dirty="0" err="1"/>
              <a:t>Paghuhukom</a:t>
            </a:r>
            <a:r>
              <a:rPr lang="en-PH" sz="3600" dirty="0"/>
              <a:t>, Ang </a:t>
            </a:r>
            <a:r>
              <a:rPr lang="en-PH" sz="3600" dirty="0" err="1"/>
              <a:t>Kamatayan</a:t>
            </a:r>
            <a:r>
              <a:rPr lang="en-PH" sz="3600" dirty="0"/>
              <a:t> ng </a:t>
            </a:r>
            <a:r>
              <a:rPr lang="en-PH" sz="3600" dirty="0" err="1"/>
              <a:t>Makatarungan</a:t>
            </a:r>
            <a:r>
              <a:rPr lang="en-PH" sz="3600" dirty="0"/>
              <a:t> at </a:t>
            </a:r>
            <a:r>
              <a:rPr lang="en-PH" sz="3600" dirty="0" err="1"/>
              <a:t>Kamatayan</a:t>
            </a:r>
            <a:r>
              <a:rPr lang="en-PH" sz="3600" dirty="0"/>
              <a:t> ng </a:t>
            </a:r>
            <a:r>
              <a:rPr lang="en-PH" sz="3600" dirty="0" err="1"/>
              <a:t>Makasalanan</a:t>
            </a:r>
            <a:r>
              <a:rPr lang="en-PH" sz="3600" dirty="0"/>
              <a:t>.</a:t>
            </a:r>
          </a:p>
          <a:p>
            <a:r>
              <a:rPr lang="en-PH" sz="3600" dirty="0"/>
              <a:t>Ang </a:t>
            </a:r>
            <a:r>
              <a:rPr lang="en-PH" sz="3600" dirty="0" err="1"/>
              <a:t>sala</a:t>
            </a:r>
            <a:r>
              <a:rPr lang="en-PH" sz="3600" dirty="0"/>
              <a:t> ay </a:t>
            </a:r>
            <a:r>
              <a:rPr lang="en-PH" sz="3600" dirty="0" err="1"/>
              <a:t>puno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, </a:t>
            </a:r>
            <a:r>
              <a:rPr lang="en-PH" sz="3600" dirty="0" err="1"/>
              <a:t>hiwalay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babae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lalaki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parang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simbahan</a:t>
            </a:r>
            <a:r>
              <a:rPr lang="en-PH" sz="3600" dirty="0"/>
              <a:t>. Si </a:t>
            </a:r>
            <a:r>
              <a:rPr lang="en-PH" sz="3600" dirty="0" err="1"/>
              <a:t>Tiya</a:t>
            </a:r>
            <a:r>
              <a:rPr lang="en-PH" sz="3600" dirty="0"/>
              <a:t> Isabel, ang </a:t>
            </a:r>
            <a:r>
              <a:rPr lang="en-PH" sz="3600" dirty="0" err="1"/>
              <a:t>pinsan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ang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tagatanggap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. </a:t>
            </a:r>
            <a:r>
              <a:rPr lang="en-PH" sz="3600" dirty="0" err="1"/>
              <a:t>Baluktok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kung </a:t>
            </a:r>
            <a:r>
              <a:rPr lang="en-PH" sz="3600" dirty="0" err="1"/>
              <a:t>mangastila</a:t>
            </a:r>
            <a:r>
              <a:rPr lang="en-PH" sz="36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5150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27" y="1722923"/>
            <a:ext cx="11328934" cy="4388316"/>
          </a:xfrm>
        </p:spPr>
        <p:txBody>
          <a:bodyPr>
            <a:normAutofit lnSpcReduction="10000"/>
          </a:bodyPr>
          <a:lstStyle/>
          <a:p>
            <a:r>
              <a:rPr lang="en-PH" sz="4000" dirty="0" err="1"/>
              <a:t>Nagdatingan</a:t>
            </a:r>
            <a:r>
              <a:rPr lang="en-PH" sz="4000" dirty="0"/>
              <a:t> pa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panauhin</a:t>
            </a:r>
            <a:r>
              <a:rPr lang="en-PH" sz="4000" dirty="0"/>
              <a:t> </a:t>
            </a:r>
            <a:r>
              <a:rPr lang="en-PH" sz="4000" dirty="0" err="1"/>
              <a:t>kabilang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mag-</a:t>
            </a:r>
            <a:r>
              <a:rPr lang="en-PH" sz="4000" dirty="0" err="1"/>
              <a:t>asawang</a:t>
            </a:r>
            <a:r>
              <a:rPr lang="en-PH" sz="4000" dirty="0"/>
              <a:t> </a:t>
            </a:r>
            <a:r>
              <a:rPr lang="en-PH" sz="4000" dirty="0" err="1"/>
              <a:t>sina</a:t>
            </a:r>
            <a:r>
              <a:rPr lang="en-PH" sz="4000" dirty="0"/>
              <a:t> Don </a:t>
            </a:r>
            <a:r>
              <a:rPr lang="en-PH" sz="4000" dirty="0" err="1"/>
              <a:t>Tiburcio</a:t>
            </a:r>
            <a:r>
              <a:rPr lang="en-PH" sz="4000" dirty="0"/>
              <a:t> de </a:t>
            </a:r>
            <a:r>
              <a:rPr lang="en-PH" sz="4000" dirty="0" err="1"/>
              <a:t>Espadaña</a:t>
            </a:r>
            <a:r>
              <a:rPr lang="en-PH" sz="4000" dirty="0"/>
              <a:t> at Doña Victorina de </a:t>
            </a:r>
            <a:r>
              <a:rPr lang="en-PH" sz="4000" dirty="0" err="1"/>
              <a:t>Espadaña</a:t>
            </a:r>
            <a:r>
              <a:rPr lang="en-PH" sz="4000" dirty="0"/>
              <a:t>; Padre Hernando De La </a:t>
            </a:r>
            <a:r>
              <a:rPr lang="en-PH" sz="4000" dirty="0" err="1"/>
              <a:t>Sibyla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siyang</a:t>
            </a:r>
            <a:r>
              <a:rPr lang="en-PH" sz="4000" dirty="0"/>
              <a:t> </a:t>
            </a:r>
            <a:r>
              <a:rPr lang="en-PH" sz="4000" dirty="0" err="1"/>
              <a:t>kura</a:t>
            </a:r>
            <a:r>
              <a:rPr lang="en-PH" sz="4000" dirty="0"/>
              <a:t> ng </a:t>
            </a:r>
            <a:r>
              <a:rPr lang="en-PH" sz="4000" dirty="0" err="1"/>
              <a:t>Tanawan</a:t>
            </a:r>
            <a:r>
              <a:rPr lang="en-PH" sz="4000" dirty="0"/>
              <a:t>; Padre </a:t>
            </a:r>
            <a:r>
              <a:rPr lang="en-PH" sz="4000" dirty="0" err="1"/>
              <a:t>Damaso</a:t>
            </a:r>
            <a:r>
              <a:rPr lang="en-PH" sz="4000" dirty="0"/>
              <a:t> </a:t>
            </a:r>
            <a:r>
              <a:rPr lang="en-PH" sz="4000" dirty="0" err="1"/>
              <a:t>Vardolagas</a:t>
            </a:r>
            <a:r>
              <a:rPr lang="en-PH" sz="4000" dirty="0"/>
              <a:t> ang dating </a:t>
            </a:r>
            <a:r>
              <a:rPr lang="en-PH" sz="4000" dirty="0" err="1"/>
              <a:t>kura</a:t>
            </a:r>
            <a:r>
              <a:rPr lang="en-PH" sz="4000" dirty="0"/>
              <a:t> San Diego; ang </a:t>
            </a:r>
            <a:r>
              <a:rPr lang="en-PH" sz="4000" dirty="0" err="1"/>
              <a:t>dalawang</a:t>
            </a:r>
            <a:r>
              <a:rPr lang="en-PH" sz="4000" dirty="0"/>
              <a:t> paisano; at </a:t>
            </a:r>
            <a:r>
              <a:rPr lang="en-PH" sz="4000" dirty="0" err="1"/>
              <a:t>si</a:t>
            </a:r>
            <a:r>
              <a:rPr lang="en-PH" sz="4000" dirty="0"/>
              <a:t> </a:t>
            </a:r>
            <a:r>
              <a:rPr lang="en-PH" sz="4000" dirty="0" err="1"/>
              <a:t>Tinyente</a:t>
            </a:r>
            <a:r>
              <a:rPr lang="en-PH" sz="4000" dirty="0"/>
              <a:t> Guevarra ang </a:t>
            </a:r>
            <a:r>
              <a:rPr lang="en-PH" sz="4000" dirty="0" err="1"/>
              <a:t>tinyente</a:t>
            </a:r>
            <a:r>
              <a:rPr lang="en-PH" sz="4000" dirty="0"/>
              <a:t> ng </a:t>
            </a:r>
            <a:r>
              <a:rPr lang="en-PH" sz="4000" dirty="0" err="1"/>
              <a:t>gwardiya</a:t>
            </a:r>
            <a:r>
              <a:rPr lang="en-PH" sz="4000" dirty="0"/>
              <a:t> </a:t>
            </a:r>
            <a:r>
              <a:rPr lang="en-PH" sz="4000" dirty="0" err="1"/>
              <a:t>sibil</a:t>
            </a:r>
            <a:r>
              <a:rPr lang="en-PH" sz="40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4949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29904"/>
            <a:ext cx="11328934" cy="5111014"/>
          </a:xfrm>
        </p:spPr>
        <p:txBody>
          <a:bodyPr>
            <a:normAutofit fontScale="92500" lnSpcReduction="10000"/>
          </a:bodyPr>
          <a:lstStyle/>
          <a:p>
            <a:r>
              <a:rPr lang="en-PH" sz="3900" dirty="0" err="1"/>
              <a:t>Ikinagulat</a:t>
            </a:r>
            <a:r>
              <a:rPr lang="en-PH" sz="3900" dirty="0"/>
              <a:t> </a:t>
            </a:r>
            <a:r>
              <a:rPr lang="en-PH" sz="3900" dirty="0" err="1"/>
              <a:t>ni</a:t>
            </a:r>
            <a:r>
              <a:rPr lang="en-PH" sz="3900" dirty="0"/>
              <a:t> Padre </a:t>
            </a:r>
            <a:r>
              <a:rPr lang="en-PH" sz="3900" dirty="0" err="1"/>
              <a:t>Damaso</a:t>
            </a:r>
            <a:r>
              <a:rPr lang="en-PH" sz="3900" dirty="0"/>
              <a:t> ang </a:t>
            </a:r>
            <a:r>
              <a:rPr lang="en-PH" sz="3900" dirty="0" err="1"/>
              <a:t>dahilan</a:t>
            </a:r>
            <a:r>
              <a:rPr lang="en-PH" sz="3900" dirty="0"/>
              <a:t> ng </a:t>
            </a:r>
            <a:r>
              <a:rPr lang="en-PH" sz="3900" dirty="0" err="1"/>
              <a:t>pagpunta</a:t>
            </a:r>
            <a:r>
              <a:rPr lang="en-PH" sz="3900" dirty="0"/>
              <a:t> ng </a:t>
            </a:r>
            <a:r>
              <a:rPr lang="en-PH" sz="3900" dirty="0" err="1"/>
              <a:t>binata</a:t>
            </a:r>
            <a:r>
              <a:rPr lang="en-PH" sz="3900" dirty="0"/>
              <a:t>. Ang akala </a:t>
            </a:r>
            <a:r>
              <a:rPr lang="en-PH" sz="3900" dirty="0" err="1"/>
              <a:t>niya’y</a:t>
            </a:r>
            <a:r>
              <a:rPr lang="en-PH" sz="3900" dirty="0"/>
              <a:t> </a:t>
            </a:r>
            <a:r>
              <a:rPr lang="en-PH" sz="3900" dirty="0" err="1"/>
              <a:t>pumunta</a:t>
            </a:r>
            <a:r>
              <a:rPr lang="en-PH" sz="3900" dirty="0"/>
              <a:t> ang </a:t>
            </a:r>
            <a:r>
              <a:rPr lang="en-PH" sz="3900" dirty="0" err="1"/>
              <a:t>binata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Pilipinas</a:t>
            </a:r>
            <a:r>
              <a:rPr lang="en-PH" sz="3900" dirty="0"/>
              <a:t> </a:t>
            </a:r>
            <a:r>
              <a:rPr lang="en-PH" sz="3900" dirty="0" err="1"/>
              <a:t>upang</a:t>
            </a:r>
            <a:r>
              <a:rPr lang="en-PH" sz="3900" dirty="0"/>
              <a:t> </a:t>
            </a:r>
            <a:r>
              <a:rPr lang="en-PH" sz="3900" dirty="0" err="1"/>
              <a:t>magtrabaho</a:t>
            </a:r>
            <a:r>
              <a:rPr lang="en-PH" sz="3900" dirty="0"/>
              <a:t>, </a:t>
            </a:r>
            <a:r>
              <a:rPr lang="en-PH" sz="3900" dirty="0" err="1"/>
              <a:t>yun</a:t>
            </a:r>
            <a:r>
              <a:rPr lang="en-PH" sz="3900" dirty="0"/>
              <a:t> </a:t>
            </a:r>
            <a:r>
              <a:rPr lang="en-PH" sz="3900" dirty="0" err="1"/>
              <a:t>pala</a:t>
            </a:r>
            <a:r>
              <a:rPr lang="en-PH" sz="3900" dirty="0"/>
              <a:t> ay </a:t>
            </a:r>
            <a:r>
              <a:rPr lang="en-PH" sz="3900" dirty="0" err="1"/>
              <a:t>interesado</a:t>
            </a:r>
            <a:r>
              <a:rPr lang="en-PH" sz="3900" dirty="0"/>
              <a:t> ang </a:t>
            </a:r>
            <a:r>
              <a:rPr lang="en-PH" sz="3900" dirty="0" err="1"/>
              <a:t>binata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pag-uugali</a:t>
            </a:r>
            <a:r>
              <a:rPr lang="en-PH" sz="3900" dirty="0"/>
              <a:t> ng </a:t>
            </a:r>
            <a:r>
              <a:rPr lang="en-PH" sz="3900" dirty="0" err="1"/>
              <a:t>mga</a:t>
            </a:r>
            <a:r>
              <a:rPr lang="en-PH" sz="3900" dirty="0"/>
              <a:t> </a:t>
            </a:r>
            <a:r>
              <a:rPr lang="en-PH" sz="3900" dirty="0" err="1"/>
              <a:t>katutubong</a:t>
            </a:r>
            <a:r>
              <a:rPr lang="en-PH" sz="3900" dirty="0"/>
              <a:t> Pilipino.</a:t>
            </a:r>
          </a:p>
          <a:p>
            <a:r>
              <a:rPr lang="en-PH" sz="3900" dirty="0" err="1"/>
              <a:t>Nagkaroon</a:t>
            </a:r>
            <a:r>
              <a:rPr lang="en-PH" sz="3900" dirty="0"/>
              <a:t> ng </a:t>
            </a:r>
            <a:r>
              <a:rPr lang="en-PH" sz="3900" dirty="0" err="1"/>
              <a:t>kanya</a:t>
            </a:r>
            <a:r>
              <a:rPr lang="en-PH" sz="3900" dirty="0"/>
              <a:t> </a:t>
            </a:r>
            <a:r>
              <a:rPr lang="en-PH" sz="3900" dirty="0" err="1"/>
              <a:t>kanyang</a:t>
            </a:r>
            <a:r>
              <a:rPr lang="en-PH" sz="3900" dirty="0"/>
              <a:t> </a:t>
            </a:r>
            <a:r>
              <a:rPr lang="en-PH" sz="3900" dirty="0" err="1"/>
              <a:t>pagpapahayag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nagresulta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mainit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sagutan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pagitan</a:t>
            </a:r>
            <a:r>
              <a:rPr lang="en-PH" sz="3900" dirty="0"/>
              <a:t> ng </a:t>
            </a:r>
            <a:r>
              <a:rPr lang="en-PH" sz="3900" dirty="0" err="1"/>
              <a:t>mga</a:t>
            </a:r>
            <a:r>
              <a:rPr lang="en-PH" sz="3900" dirty="0"/>
              <a:t> </a:t>
            </a:r>
            <a:r>
              <a:rPr lang="en-PH" sz="3900" dirty="0" err="1"/>
              <a:t>panauhin</a:t>
            </a:r>
            <a:r>
              <a:rPr lang="en-PH" sz="3900" dirty="0"/>
              <a:t> </a:t>
            </a:r>
            <a:r>
              <a:rPr lang="en-PH" sz="3900" dirty="0" err="1"/>
              <a:t>laban</a:t>
            </a:r>
            <a:r>
              <a:rPr lang="en-PH" sz="3900" dirty="0"/>
              <a:t> kay Padre </a:t>
            </a:r>
            <a:r>
              <a:rPr lang="en-PH" sz="3900" dirty="0" err="1"/>
              <a:t>Damaso</a:t>
            </a:r>
            <a:r>
              <a:rPr lang="en-PH" sz="3900" dirty="0"/>
              <a:t>. Hindi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napigilan</a:t>
            </a:r>
            <a:r>
              <a:rPr lang="en-PH" sz="3900" dirty="0"/>
              <a:t> ng </a:t>
            </a:r>
            <a:r>
              <a:rPr lang="en-PH" sz="3900" dirty="0" err="1"/>
              <a:t>pari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mailabas</a:t>
            </a:r>
            <a:r>
              <a:rPr lang="en-PH" sz="3900" dirty="0"/>
              <a:t> ang </a:t>
            </a:r>
            <a:r>
              <a:rPr lang="en-PH" sz="3900" dirty="0" err="1"/>
              <a:t>kanyang</a:t>
            </a:r>
            <a:r>
              <a:rPr lang="en-PH" sz="3900" dirty="0"/>
              <a:t> </a:t>
            </a:r>
            <a:r>
              <a:rPr lang="en-PH" sz="3900" dirty="0" err="1"/>
              <a:t>mapanlait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ugali </a:t>
            </a:r>
            <a:r>
              <a:rPr lang="en-PH" sz="3900" dirty="0" err="1"/>
              <a:t>laban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mga</a:t>
            </a:r>
            <a:r>
              <a:rPr lang="en-PH" sz="3900" dirty="0"/>
              <a:t> Indio.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4326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991403"/>
            <a:ext cx="11328934" cy="5043638"/>
          </a:xfrm>
        </p:spPr>
        <p:txBody>
          <a:bodyPr>
            <a:normAutofit/>
          </a:bodyPr>
          <a:lstStyle/>
          <a:p>
            <a:pPr algn="just"/>
            <a:r>
              <a:rPr lang="en-PH" sz="4400" dirty="0" err="1"/>
              <a:t>Sinabi</a:t>
            </a:r>
            <a:r>
              <a:rPr lang="en-PH" sz="4400" dirty="0"/>
              <a:t> din </a:t>
            </a:r>
            <a:r>
              <a:rPr lang="en-PH" sz="4400" dirty="0" err="1"/>
              <a:t>ni</a:t>
            </a:r>
            <a:r>
              <a:rPr lang="en-PH" sz="4400" dirty="0"/>
              <a:t> Padre </a:t>
            </a:r>
            <a:r>
              <a:rPr lang="en-PH" sz="4400" dirty="0" err="1"/>
              <a:t>Damaso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dapat</a:t>
            </a:r>
            <a:r>
              <a:rPr lang="en-PH" sz="4400" dirty="0"/>
              <a:t> </a:t>
            </a:r>
            <a:r>
              <a:rPr lang="en-PH" sz="4400" dirty="0" err="1"/>
              <a:t>manghimasok</a:t>
            </a:r>
            <a:r>
              <a:rPr lang="en-PH" sz="4400" dirty="0"/>
              <a:t> ang </a:t>
            </a:r>
            <a:r>
              <a:rPr lang="en-PH" sz="4400" dirty="0" err="1"/>
              <a:t>hari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pagpaparusa</a:t>
            </a:r>
            <a:r>
              <a:rPr lang="en-PH" sz="4400" dirty="0"/>
              <a:t> ng </a:t>
            </a:r>
            <a:r>
              <a:rPr lang="en-PH" sz="4400" dirty="0" err="1"/>
              <a:t>simbahan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erehe</a:t>
            </a:r>
            <a:r>
              <a:rPr lang="en-PH" sz="4400" dirty="0"/>
              <a:t>. </a:t>
            </a:r>
            <a:r>
              <a:rPr lang="en-PH" sz="4400" dirty="0" err="1"/>
              <a:t>Ngunit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ay </a:t>
            </a:r>
            <a:r>
              <a:rPr lang="en-PH" sz="4400" dirty="0" err="1"/>
              <a:t>tinutulan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Tinyente</a:t>
            </a:r>
            <a:r>
              <a:rPr lang="en-PH" sz="4400" dirty="0"/>
              <a:t> Guevarra, </a:t>
            </a:r>
            <a:r>
              <a:rPr lang="en-PH" sz="4400" dirty="0" err="1"/>
              <a:t>batid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may </a:t>
            </a:r>
            <a:r>
              <a:rPr lang="en-PH" sz="4400" dirty="0" err="1"/>
              <a:t>karapatan</a:t>
            </a:r>
            <a:r>
              <a:rPr lang="en-PH" sz="4400" dirty="0"/>
              <a:t> ang </a:t>
            </a:r>
            <a:r>
              <a:rPr lang="en-PH" sz="4400" dirty="0" err="1"/>
              <a:t>Kapitan</a:t>
            </a:r>
            <a:r>
              <a:rPr lang="en-PH" sz="4400" dirty="0"/>
              <a:t> </a:t>
            </a:r>
            <a:r>
              <a:rPr lang="en-PH" sz="4400" dirty="0" err="1"/>
              <a:t>Heneral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pagpaparusa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ang </a:t>
            </a:r>
            <a:r>
              <a:rPr lang="en-PH" sz="4400" dirty="0" err="1"/>
              <a:t>kinatawan</a:t>
            </a:r>
            <a:r>
              <a:rPr lang="en-PH" sz="4400" dirty="0"/>
              <a:t> ng </a:t>
            </a:r>
            <a:r>
              <a:rPr lang="en-PH" sz="4400" dirty="0" err="1"/>
              <a:t>hari</a:t>
            </a:r>
            <a:r>
              <a:rPr lang="en-PH" sz="4400" dirty="0"/>
              <a:t> ng </a:t>
            </a:r>
            <a:r>
              <a:rPr lang="en-PH" sz="4400" dirty="0" err="1"/>
              <a:t>bansa</a:t>
            </a:r>
            <a:r>
              <a:rPr lang="en-PH" sz="44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4128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1: Ang Pagtitipon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991403"/>
            <a:ext cx="11328934" cy="5043638"/>
          </a:xfrm>
        </p:spPr>
        <p:txBody>
          <a:bodyPr>
            <a:normAutofit fontScale="92500"/>
          </a:bodyPr>
          <a:lstStyle/>
          <a:p>
            <a:pPr algn="just"/>
            <a:r>
              <a:rPr lang="en-PH" sz="4000" dirty="0" err="1"/>
              <a:t>Pinalipat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Padre </a:t>
            </a:r>
            <a:r>
              <a:rPr lang="en-PH" sz="4000" dirty="0" err="1"/>
              <a:t>Damaso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ibang</a:t>
            </a:r>
            <a:r>
              <a:rPr lang="en-PH" sz="4000" dirty="0"/>
              <a:t> </a:t>
            </a:r>
            <a:r>
              <a:rPr lang="en-PH" sz="4000" dirty="0" err="1"/>
              <a:t>lugar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pinahukay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ang </a:t>
            </a:r>
            <a:r>
              <a:rPr lang="en-PH" sz="4000" dirty="0" err="1"/>
              <a:t>bangkay</a:t>
            </a:r>
            <a:r>
              <a:rPr lang="en-PH" sz="4000" dirty="0"/>
              <a:t> 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marangal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lalaki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napagkamalang</a:t>
            </a:r>
            <a:r>
              <a:rPr lang="en-PH" sz="4000" dirty="0"/>
              <a:t>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erehe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</a:t>
            </a:r>
            <a:r>
              <a:rPr lang="en-PH" sz="4000" dirty="0" err="1"/>
              <a:t>pagkumpisal</a:t>
            </a:r>
            <a:r>
              <a:rPr lang="en-PH" sz="4000" dirty="0"/>
              <a:t>.</a:t>
            </a:r>
          </a:p>
          <a:p>
            <a:pPr algn="just"/>
            <a:r>
              <a:rPr lang="en-PH" sz="4000" dirty="0" err="1"/>
              <a:t>Iniwan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</a:t>
            </a:r>
            <a:r>
              <a:rPr lang="en-PH" sz="4000" dirty="0" err="1"/>
              <a:t>Tinyente</a:t>
            </a:r>
            <a:r>
              <a:rPr lang="en-PH" sz="4000" dirty="0"/>
              <a:t> Guevarra ang </a:t>
            </a:r>
            <a:r>
              <a:rPr lang="en-PH" sz="4000" dirty="0" err="1"/>
              <a:t>umpukan</a:t>
            </a:r>
            <a:r>
              <a:rPr lang="en-PH" sz="4000" dirty="0"/>
              <a:t>. </a:t>
            </a:r>
            <a:r>
              <a:rPr lang="en-PH" sz="4000" dirty="0" err="1"/>
              <a:t>Pinakalma</a:t>
            </a:r>
            <a:r>
              <a:rPr lang="en-PH" sz="4000" dirty="0"/>
              <a:t> </a:t>
            </a:r>
            <a:r>
              <a:rPr lang="en-PH" sz="4000" dirty="0" err="1"/>
              <a:t>naman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Padre </a:t>
            </a:r>
            <a:r>
              <a:rPr lang="en-PH" sz="4000" dirty="0" err="1"/>
              <a:t>Sibyla</a:t>
            </a:r>
            <a:r>
              <a:rPr lang="en-PH" sz="4000" dirty="0"/>
              <a:t> ang </a:t>
            </a:r>
            <a:r>
              <a:rPr lang="en-PH" sz="4000" dirty="0" err="1"/>
              <a:t>galit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galit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Padre </a:t>
            </a:r>
            <a:r>
              <a:rPr lang="en-PH" sz="4000" dirty="0" err="1"/>
              <a:t>Damaso</a:t>
            </a:r>
            <a:r>
              <a:rPr lang="en-PH" sz="4000" dirty="0"/>
              <a:t>. </a:t>
            </a:r>
            <a:r>
              <a:rPr lang="en-PH" sz="4000" dirty="0" err="1"/>
              <a:t>Kinalaunan</a:t>
            </a:r>
            <a:r>
              <a:rPr lang="en-PH" sz="4000" dirty="0"/>
              <a:t> ay </a:t>
            </a:r>
            <a:r>
              <a:rPr lang="en-PH" sz="4000" dirty="0" err="1"/>
              <a:t>nagpatuloy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muli</a:t>
            </a:r>
            <a:r>
              <a:rPr lang="en-PH" sz="4000" dirty="0"/>
              <a:t> ang </a:t>
            </a:r>
            <a:r>
              <a:rPr lang="en-PH" sz="4000" dirty="0" err="1"/>
              <a:t>pagtitipon</a:t>
            </a:r>
            <a:r>
              <a:rPr lang="en-PH" sz="40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3484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424540"/>
            <a:ext cx="11328934" cy="4822256"/>
          </a:xfrm>
        </p:spPr>
        <p:txBody>
          <a:bodyPr>
            <a:normAutofit/>
          </a:bodyPr>
          <a:lstStyle/>
          <a:p>
            <a:pPr algn="just"/>
            <a:r>
              <a:rPr lang="en-PH" sz="4400" dirty="0" err="1"/>
              <a:t>Nagulat</a:t>
            </a:r>
            <a:r>
              <a:rPr lang="en-PH" sz="4400" dirty="0"/>
              <a:t> </a:t>
            </a:r>
            <a:r>
              <a:rPr lang="en-PH" sz="4400" dirty="0" err="1"/>
              <a:t>sina</a:t>
            </a:r>
            <a:r>
              <a:rPr lang="en-PH" sz="4400" dirty="0"/>
              <a:t> Padre </a:t>
            </a:r>
            <a:r>
              <a:rPr lang="en-PH" sz="4400" dirty="0" err="1"/>
              <a:t>Sibyla</a:t>
            </a:r>
            <a:r>
              <a:rPr lang="en-PH" sz="4400" dirty="0"/>
              <a:t> at Padre </a:t>
            </a:r>
            <a:r>
              <a:rPr lang="en-PH" sz="4400" dirty="0" err="1"/>
              <a:t>Damaso</a:t>
            </a:r>
            <a:r>
              <a:rPr lang="en-PH" sz="4400" dirty="0"/>
              <a:t> ng </a:t>
            </a:r>
            <a:r>
              <a:rPr lang="en-PH" sz="4400" dirty="0" err="1"/>
              <a:t>makita</a:t>
            </a:r>
            <a:r>
              <a:rPr lang="en-PH" sz="4400" dirty="0"/>
              <a:t> </a:t>
            </a:r>
            <a:r>
              <a:rPr lang="en-PH" sz="4400" dirty="0" err="1"/>
              <a:t>nila</a:t>
            </a:r>
            <a:r>
              <a:rPr lang="en-PH" sz="4400" dirty="0"/>
              <a:t> ang </a:t>
            </a:r>
            <a:r>
              <a:rPr lang="en-PH" sz="4400" dirty="0" err="1"/>
              <a:t>kasamang</a:t>
            </a:r>
            <a:r>
              <a:rPr lang="en-PH" sz="4400" dirty="0"/>
              <a:t> </a:t>
            </a:r>
            <a:r>
              <a:rPr lang="en-PH" sz="4400" dirty="0" err="1"/>
              <a:t>panauhin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Kapitan</a:t>
            </a:r>
            <a:r>
              <a:rPr lang="en-PH" sz="4400" dirty="0"/>
              <a:t> </a:t>
            </a:r>
            <a:r>
              <a:rPr lang="en-PH" sz="4400" dirty="0" err="1"/>
              <a:t>Tiyago</a:t>
            </a:r>
            <a:r>
              <a:rPr lang="en-PH" sz="4400" dirty="0"/>
              <a:t>. </a:t>
            </a:r>
            <a:r>
              <a:rPr lang="en-PH" sz="4400" dirty="0" err="1"/>
              <a:t>Siya</a:t>
            </a:r>
            <a:r>
              <a:rPr lang="en-PH" sz="4400" dirty="0"/>
              <a:t> ang </a:t>
            </a:r>
            <a:r>
              <a:rPr lang="en-PH" sz="4400" dirty="0" err="1"/>
              <a:t>anak</a:t>
            </a:r>
            <a:r>
              <a:rPr lang="en-PH" sz="4400" dirty="0"/>
              <a:t> ng </a:t>
            </a:r>
            <a:r>
              <a:rPr lang="en-PH" sz="4400" dirty="0" err="1"/>
              <a:t>yumaong</a:t>
            </a:r>
            <a:r>
              <a:rPr lang="en-PH" sz="4400" dirty="0"/>
              <a:t> </a:t>
            </a:r>
            <a:r>
              <a:rPr lang="en-PH" sz="4400" dirty="0" err="1"/>
              <a:t>kaibigan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Kapitan</a:t>
            </a:r>
            <a:r>
              <a:rPr lang="en-PH" sz="4400" dirty="0"/>
              <a:t> Tiago, </a:t>
            </a:r>
            <a:r>
              <a:rPr lang="en-PH" sz="4400" dirty="0" err="1"/>
              <a:t>si</a:t>
            </a:r>
            <a:r>
              <a:rPr lang="en-PH" sz="4400" dirty="0"/>
              <a:t> Don Crisostomo Ibarra,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galing</a:t>
            </a:r>
            <a:r>
              <a:rPr lang="en-PH" sz="4400" dirty="0"/>
              <a:t> pang Europa.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0433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424540"/>
            <a:ext cx="11328934" cy="4822256"/>
          </a:xfrm>
        </p:spPr>
        <p:txBody>
          <a:bodyPr>
            <a:normAutofit/>
          </a:bodyPr>
          <a:lstStyle/>
          <a:p>
            <a:pPr algn="just"/>
            <a:r>
              <a:rPr lang="en-PH" sz="4800" dirty="0" err="1"/>
              <a:t>Siya</a:t>
            </a:r>
            <a:r>
              <a:rPr lang="en-PH" sz="4800" dirty="0"/>
              <a:t> ay </a:t>
            </a:r>
            <a:r>
              <a:rPr lang="en-PH" sz="4800" dirty="0" err="1"/>
              <a:t>nakabihis</a:t>
            </a:r>
            <a:r>
              <a:rPr lang="en-PH" sz="4800" dirty="0"/>
              <a:t> ng </a:t>
            </a:r>
            <a:r>
              <a:rPr lang="en-PH" sz="4800" dirty="0" err="1"/>
              <a:t>luksang</a:t>
            </a:r>
            <a:r>
              <a:rPr lang="en-PH" sz="4800" dirty="0"/>
              <a:t> </a:t>
            </a:r>
            <a:r>
              <a:rPr lang="en-PH" sz="4800" dirty="0" err="1"/>
              <a:t>kasuotan</a:t>
            </a:r>
            <a:r>
              <a:rPr lang="en-PH" sz="4800" dirty="0"/>
              <a:t>. </a:t>
            </a:r>
            <a:r>
              <a:rPr lang="en-PH" sz="4800" dirty="0" err="1"/>
              <a:t>Makikita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galaw</a:t>
            </a:r>
            <a:r>
              <a:rPr lang="en-PH" sz="4800" dirty="0"/>
              <a:t> at </a:t>
            </a:r>
            <a:r>
              <a:rPr lang="en-PH" sz="4800" dirty="0" err="1"/>
              <a:t>anyo</a:t>
            </a:r>
            <a:r>
              <a:rPr lang="en-PH" sz="4800" dirty="0"/>
              <a:t> ang </a:t>
            </a:r>
            <a:r>
              <a:rPr lang="en-PH" sz="4800" dirty="0" err="1"/>
              <a:t>pagiging</a:t>
            </a:r>
            <a:r>
              <a:rPr lang="en-PH" sz="4800" dirty="0"/>
              <a:t> </a:t>
            </a:r>
            <a:r>
              <a:rPr lang="en-PH" sz="4800" dirty="0" err="1"/>
              <a:t>malusog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isipan</a:t>
            </a:r>
            <a:r>
              <a:rPr lang="en-PH" sz="4800" dirty="0"/>
              <a:t> at </a:t>
            </a:r>
            <a:r>
              <a:rPr lang="en-PH" sz="4800" dirty="0" err="1"/>
              <a:t>pangangatawan</a:t>
            </a:r>
            <a:r>
              <a:rPr lang="en-PH" sz="4800" dirty="0"/>
              <a:t>. </a:t>
            </a:r>
            <a:r>
              <a:rPr lang="en-PH" sz="4800" dirty="0" err="1"/>
              <a:t>Makikita</a:t>
            </a:r>
            <a:r>
              <a:rPr lang="en-PH" sz="4800" dirty="0"/>
              <a:t> ang </a:t>
            </a:r>
            <a:r>
              <a:rPr lang="en-PH" sz="4800" dirty="0" err="1"/>
              <a:t>bahid</a:t>
            </a:r>
            <a:r>
              <a:rPr lang="en-PH" sz="4800" dirty="0"/>
              <a:t> ng </a:t>
            </a:r>
            <a:r>
              <a:rPr lang="en-PH" sz="4800" dirty="0" err="1"/>
              <a:t>pagiging</a:t>
            </a:r>
            <a:r>
              <a:rPr lang="en-PH" sz="4800" dirty="0"/>
              <a:t> </a:t>
            </a:r>
            <a:r>
              <a:rPr lang="en-PH" sz="4800" dirty="0" err="1"/>
              <a:t>banyaga</a:t>
            </a:r>
            <a:r>
              <a:rPr lang="en-PH" sz="4800" dirty="0"/>
              <a:t>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mapupulang</a:t>
            </a:r>
            <a:r>
              <a:rPr lang="en-PH" sz="4800" dirty="0"/>
              <a:t> </a:t>
            </a:r>
            <a:r>
              <a:rPr lang="en-PH" sz="4800" dirty="0" err="1"/>
              <a:t>pisngi</a:t>
            </a:r>
            <a:r>
              <a:rPr lang="en-PH" sz="4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4447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424540"/>
            <a:ext cx="11328934" cy="4822256"/>
          </a:xfrm>
        </p:spPr>
        <p:txBody>
          <a:bodyPr>
            <a:normAutofit/>
          </a:bodyPr>
          <a:lstStyle/>
          <a:p>
            <a:pPr algn="just"/>
            <a:r>
              <a:rPr lang="en-PH" sz="4800" dirty="0" err="1"/>
              <a:t>Nagtangkang</a:t>
            </a:r>
            <a:r>
              <a:rPr lang="en-PH" sz="4800" dirty="0"/>
              <a:t> </a:t>
            </a:r>
            <a:r>
              <a:rPr lang="en-PH" sz="4800" dirty="0" err="1"/>
              <a:t>kamayan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Ibarra </a:t>
            </a:r>
            <a:r>
              <a:rPr lang="en-PH" sz="4800" dirty="0" err="1"/>
              <a:t>si</a:t>
            </a:r>
            <a:r>
              <a:rPr lang="en-PH" sz="4800" dirty="0"/>
              <a:t> Padre </a:t>
            </a:r>
            <a:r>
              <a:rPr lang="en-PH" sz="4800" dirty="0" err="1"/>
              <a:t>Damaso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pag-aakalang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ay </a:t>
            </a:r>
            <a:r>
              <a:rPr lang="en-PH" sz="4800" dirty="0" err="1"/>
              <a:t>matalik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kaibigan</a:t>
            </a:r>
            <a:r>
              <a:rPr lang="en-PH" sz="4800" dirty="0"/>
              <a:t> ng </a:t>
            </a:r>
            <a:r>
              <a:rPr lang="en-PH" sz="4800" dirty="0" err="1"/>
              <a:t>yumaong</a:t>
            </a:r>
            <a:r>
              <a:rPr lang="en-PH" sz="4800" dirty="0"/>
              <a:t> ama. </a:t>
            </a:r>
            <a:r>
              <a:rPr lang="en-PH" sz="4800" dirty="0" err="1"/>
              <a:t>Ngunit</a:t>
            </a:r>
            <a:r>
              <a:rPr lang="en-PH" sz="4800" dirty="0"/>
              <a:t> </a:t>
            </a:r>
            <a:r>
              <a:rPr lang="en-PH" sz="4800" dirty="0" err="1"/>
              <a:t>ikinaila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Padre </a:t>
            </a:r>
            <a:r>
              <a:rPr lang="en-PH" sz="4800" dirty="0" err="1"/>
              <a:t>Damaso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kaibigan</a:t>
            </a:r>
            <a:r>
              <a:rPr lang="en-PH" sz="4800" dirty="0"/>
              <a:t> </a:t>
            </a:r>
            <a:r>
              <a:rPr lang="en-PH" sz="4800" dirty="0" err="1"/>
              <a:t>nga</a:t>
            </a:r>
            <a:r>
              <a:rPr lang="en-PH" sz="4800" dirty="0"/>
              <a:t> </a:t>
            </a:r>
            <a:r>
              <a:rPr lang="en-PH" sz="4800" dirty="0" err="1"/>
              <a:t>niya</a:t>
            </a:r>
            <a:r>
              <a:rPr lang="en-PH" sz="4800" dirty="0"/>
              <a:t> ang ama </a:t>
            </a:r>
            <a:r>
              <a:rPr lang="en-PH" sz="4800" dirty="0" err="1"/>
              <a:t>ni</a:t>
            </a:r>
            <a:r>
              <a:rPr lang="en-PH" sz="4800" dirty="0"/>
              <a:t> Ibarra.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4273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4806928"/>
          </a:xfrm>
        </p:spPr>
        <p:txBody>
          <a:bodyPr>
            <a:normAutofit/>
          </a:bodyPr>
          <a:lstStyle/>
          <a:p>
            <a:pPr algn="just"/>
            <a:r>
              <a:rPr lang="en-PH" sz="6000" dirty="0" err="1"/>
              <a:t>Sandaling</a:t>
            </a:r>
            <a:r>
              <a:rPr lang="en-PH" sz="6000" dirty="0"/>
              <a:t> </a:t>
            </a:r>
            <a:r>
              <a:rPr lang="en-PH" sz="6000" dirty="0" err="1"/>
              <a:t>tinalikuran</a:t>
            </a:r>
            <a:r>
              <a:rPr lang="en-PH" sz="6000" dirty="0"/>
              <a:t> </a:t>
            </a:r>
            <a:r>
              <a:rPr lang="en-PH" sz="6000" dirty="0" err="1"/>
              <a:t>ni</a:t>
            </a:r>
            <a:r>
              <a:rPr lang="en-PH" sz="6000" dirty="0"/>
              <a:t> Ibarra ang </a:t>
            </a:r>
            <a:r>
              <a:rPr lang="en-PH" sz="6000" dirty="0" err="1"/>
              <a:t>pari</a:t>
            </a:r>
            <a:r>
              <a:rPr lang="en-PH" sz="6000" dirty="0"/>
              <a:t> </a:t>
            </a:r>
            <a:r>
              <a:rPr lang="en-PH" sz="6000" dirty="0" err="1"/>
              <a:t>upang</a:t>
            </a:r>
            <a:r>
              <a:rPr lang="en-PH" sz="6000" dirty="0"/>
              <a:t> </a:t>
            </a:r>
            <a:r>
              <a:rPr lang="en-PH" sz="6000" dirty="0" err="1"/>
              <a:t>kausapin</a:t>
            </a:r>
            <a:r>
              <a:rPr lang="en-PH" sz="6000" dirty="0"/>
              <a:t> </a:t>
            </a:r>
            <a:r>
              <a:rPr lang="en-PH" sz="6000" dirty="0" err="1"/>
              <a:t>si</a:t>
            </a:r>
            <a:r>
              <a:rPr lang="en-PH" sz="6000" dirty="0"/>
              <a:t> </a:t>
            </a:r>
            <a:r>
              <a:rPr lang="en-PH" sz="6000" dirty="0" err="1"/>
              <a:t>Tinyente</a:t>
            </a:r>
            <a:r>
              <a:rPr lang="en-PH" sz="6000" dirty="0"/>
              <a:t> Guevarra. Masaya ang </a:t>
            </a:r>
            <a:r>
              <a:rPr lang="en-PH" sz="6000" dirty="0" err="1"/>
              <a:t>tinyente</a:t>
            </a:r>
            <a:r>
              <a:rPr lang="en-PH" sz="6000" dirty="0"/>
              <a:t> </a:t>
            </a:r>
            <a:r>
              <a:rPr lang="en-PH" sz="6000" dirty="0" err="1"/>
              <a:t>dahil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</a:t>
            </a:r>
            <a:r>
              <a:rPr lang="en-PH" sz="6000" dirty="0" err="1"/>
              <a:t>ligtas</a:t>
            </a:r>
            <a:r>
              <a:rPr lang="en-PH" sz="6000" dirty="0"/>
              <a:t> </a:t>
            </a:r>
            <a:r>
              <a:rPr lang="en-PH" sz="6000" dirty="0" err="1"/>
              <a:t>na</a:t>
            </a:r>
            <a:r>
              <a:rPr lang="en-PH" sz="6000" dirty="0"/>
              <a:t> </a:t>
            </a:r>
            <a:r>
              <a:rPr lang="en-PH" sz="6000" dirty="0" err="1"/>
              <a:t>pagdating</a:t>
            </a:r>
            <a:r>
              <a:rPr lang="en-PH" sz="6000" dirty="0"/>
              <a:t> </a:t>
            </a:r>
            <a:r>
              <a:rPr lang="en-PH" sz="6000" dirty="0" err="1"/>
              <a:t>ni</a:t>
            </a:r>
            <a:r>
              <a:rPr lang="en-PH" sz="6000" dirty="0"/>
              <a:t> Ibarra.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7624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4806928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400" dirty="0" err="1"/>
              <a:t>Ikinuwento</a:t>
            </a:r>
            <a:r>
              <a:rPr lang="en-PH" sz="4400" dirty="0"/>
              <a:t> </a:t>
            </a:r>
            <a:r>
              <a:rPr lang="en-PH" sz="4400" dirty="0" err="1"/>
              <a:t>rin</a:t>
            </a:r>
            <a:r>
              <a:rPr lang="en-PH" sz="4400" dirty="0"/>
              <a:t> ng </a:t>
            </a:r>
            <a:r>
              <a:rPr lang="en-PH" sz="4400" dirty="0" err="1"/>
              <a:t>tinyente</a:t>
            </a:r>
            <a:r>
              <a:rPr lang="en-PH" sz="4400" dirty="0"/>
              <a:t> ang </a:t>
            </a:r>
            <a:r>
              <a:rPr lang="en-PH" sz="4400" dirty="0" err="1"/>
              <a:t>patungkol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kabutihang</a:t>
            </a:r>
            <a:r>
              <a:rPr lang="en-PH" sz="4400" dirty="0"/>
              <a:t> </a:t>
            </a:r>
            <a:r>
              <a:rPr lang="en-PH" sz="4400" dirty="0" err="1"/>
              <a:t>asal</a:t>
            </a:r>
            <a:r>
              <a:rPr lang="en-PH" sz="4400" dirty="0"/>
              <a:t> ng </a:t>
            </a:r>
            <a:r>
              <a:rPr lang="en-PH" sz="4400" dirty="0" err="1"/>
              <a:t>yumaong</a:t>
            </a:r>
            <a:r>
              <a:rPr lang="en-PH" sz="4400" dirty="0"/>
              <a:t> ama </a:t>
            </a:r>
            <a:r>
              <a:rPr lang="en-PH" sz="4400" dirty="0" err="1"/>
              <a:t>ni</a:t>
            </a:r>
            <a:r>
              <a:rPr lang="en-PH" sz="4400" dirty="0"/>
              <a:t> Ibarra. </a:t>
            </a:r>
            <a:r>
              <a:rPr lang="en-PH" sz="4400" dirty="0" err="1"/>
              <a:t>Nabawasan</a:t>
            </a:r>
            <a:r>
              <a:rPr lang="en-PH" sz="4400" dirty="0"/>
              <a:t> ang </a:t>
            </a:r>
            <a:r>
              <a:rPr lang="en-PH" sz="4400" dirty="0" err="1"/>
              <a:t>pag-aalinlangan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Ibarra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tunay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kinahatnan</a:t>
            </a:r>
            <a:r>
              <a:rPr lang="en-PH" sz="4400" dirty="0"/>
              <a:t> ng ama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hanggang</a:t>
            </a:r>
            <a:r>
              <a:rPr lang="en-PH" sz="4400" dirty="0"/>
              <a:t> </a:t>
            </a:r>
            <a:r>
              <a:rPr lang="en-PH" sz="4400" dirty="0" err="1"/>
              <a:t>ngayon</a:t>
            </a:r>
            <a:r>
              <a:rPr lang="en-PH" sz="4400" dirty="0"/>
              <a:t> ay </a:t>
            </a:r>
            <a:r>
              <a:rPr lang="en-PH" sz="4400" dirty="0" err="1"/>
              <a:t>wala</a:t>
            </a:r>
            <a:r>
              <a:rPr lang="en-PH" sz="4400" dirty="0"/>
              <a:t> </a:t>
            </a:r>
            <a:r>
              <a:rPr lang="en-PH" sz="4400" dirty="0" err="1"/>
              <a:t>parin</a:t>
            </a:r>
            <a:r>
              <a:rPr lang="en-PH" sz="4400" dirty="0"/>
              <a:t> </a:t>
            </a:r>
            <a:r>
              <a:rPr lang="en-PH" sz="4400" dirty="0" err="1"/>
              <a:t>siyang</a:t>
            </a:r>
            <a:r>
              <a:rPr lang="en-PH" sz="4400" dirty="0"/>
              <a:t> </a:t>
            </a:r>
            <a:r>
              <a:rPr lang="en-PH" sz="4400" dirty="0" err="1"/>
              <a:t>nalalaman</a:t>
            </a:r>
            <a:r>
              <a:rPr lang="en-PH" sz="4400" dirty="0"/>
              <a:t> </a:t>
            </a:r>
            <a:r>
              <a:rPr lang="en-PH" sz="4400" dirty="0" err="1"/>
              <a:t>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pagkamatay</a:t>
            </a:r>
            <a:r>
              <a:rPr lang="en-PH" sz="4400" dirty="0"/>
              <a:t> ng ama.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84772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4883930"/>
          </a:xfrm>
        </p:spPr>
        <p:txBody>
          <a:bodyPr>
            <a:normAutofit fontScale="92500"/>
          </a:bodyPr>
          <a:lstStyle/>
          <a:p>
            <a:r>
              <a:rPr lang="en-PH" sz="3600" dirty="0" err="1"/>
              <a:t>Sandaling</a:t>
            </a:r>
            <a:r>
              <a:rPr lang="en-PH" sz="3600" dirty="0"/>
              <a:t> </a:t>
            </a:r>
            <a:r>
              <a:rPr lang="en-PH" sz="3600" dirty="0" err="1"/>
              <a:t>tinalikuran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kausapin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Tinyente</a:t>
            </a:r>
            <a:r>
              <a:rPr lang="en-PH" sz="3600" dirty="0"/>
              <a:t> Guevarra. Masaya ang </a:t>
            </a:r>
            <a:r>
              <a:rPr lang="en-PH" sz="3600" dirty="0" err="1"/>
              <a:t>tinyente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ligtas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pagdating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Ibarra.</a:t>
            </a:r>
          </a:p>
          <a:p>
            <a:r>
              <a:rPr lang="en-PH" sz="3600" dirty="0" err="1"/>
              <a:t>Ikinuwento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ng </a:t>
            </a:r>
            <a:r>
              <a:rPr lang="en-PH" sz="3600" dirty="0" err="1"/>
              <a:t>tinyente</a:t>
            </a:r>
            <a:r>
              <a:rPr lang="en-PH" sz="3600" dirty="0"/>
              <a:t> ang </a:t>
            </a:r>
            <a:r>
              <a:rPr lang="en-PH" sz="3600" dirty="0" err="1"/>
              <a:t>patungkol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kabutihang</a:t>
            </a:r>
            <a:r>
              <a:rPr lang="en-PH" sz="3600" dirty="0"/>
              <a:t> </a:t>
            </a:r>
            <a:r>
              <a:rPr lang="en-PH" sz="3600" dirty="0" err="1"/>
              <a:t>asal</a:t>
            </a:r>
            <a:r>
              <a:rPr lang="en-PH" sz="3600" dirty="0"/>
              <a:t> ng </a:t>
            </a:r>
            <a:r>
              <a:rPr lang="en-PH" sz="3600" dirty="0" err="1"/>
              <a:t>yumaong</a:t>
            </a:r>
            <a:r>
              <a:rPr lang="en-PH" sz="3600" dirty="0"/>
              <a:t> ama </a:t>
            </a:r>
            <a:r>
              <a:rPr lang="en-PH" sz="3600" dirty="0" err="1"/>
              <a:t>ni</a:t>
            </a:r>
            <a:r>
              <a:rPr lang="en-PH" sz="3600" dirty="0"/>
              <a:t> Ibarra. </a:t>
            </a:r>
            <a:r>
              <a:rPr lang="en-PH" sz="3600" dirty="0" err="1"/>
              <a:t>Nabawasan</a:t>
            </a:r>
            <a:r>
              <a:rPr lang="en-PH" sz="3600" dirty="0"/>
              <a:t> ang </a:t>
            </a:r>
            <a:r>
              <a:rPr lang="en-PH" sz="3600" dirty="0" err="1"/>
              <a:t>pag-aalinlangan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tunay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kinahatnan</a:t>
            </a:r>
            <a:r>
              <a:rPr lang="en-PH" sz="3600" dirty="0"/>
              <a:t> ng ama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hanggang</a:t>
            </a:r>
            <a:r>
              <a:rPr lang="en-PH" sz="3600" dirty="0"/>
              <a:t> </a:t>
            </a:r>
            <a:r>
              <a:rPr lang="en-PH" sz="3600" dirty="0" err="1"/>
              <a:t>ngayon</a:t>
            </a:r>
            <a:r>
              <a:rPr lang="en-PH" sz="3600" dirty="0"/>
              <a:t> ay </a:t>
            </a:r>
            <a:r>
              <a:rPr lang="en-PH" sz="3600" dirty="0" err="1"/>
              <a:t>wala</a:t>
            </a:r>
            <a:r>
              <a:rPr lang="en-PH" sz="3600" dirty="0"/>
              <a:t> </a:t>
            </a:r>
            <a:r>
              <a:rPr lang="en-PH" sz="3600" dirty="0" err="1"/>
              <a:t>parin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nalalaman</a:t>
            </a:r>
            <a:r>
              <a:rPr lang="en-PH" sz="3600" dirty="0"/>
              <a:t>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pagkamatay</a:t>
            </a:r>
            <a:r>
              <a:rPr lang="en-PH" sz="3600" dirty="0"/>
              <a:t> ng ama.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31135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33" y="1395663"/>
            <a:ext cx="11328934" cy="4957011"/>
          </a:xfrm>
        </p:spPr>
        <p:txBody>
          <a:bodyPr>
            <a:normAutofit fontScale="92500"/>
          </a:bodyPr>
          <a:lstStyle/>
          <a:p>
            <a:r>
              <a:rPr lang="en-PH" sz="3600" dirty="0" err="1"/>
              <a:t>Nilisan</a:t>
            </a:r>
            <a:r>
              <a:rPr lang="en-PH" sz="3600" dirty="0"/>
              <a:t> ng </a:t>
            </a:r>
            <a:r>
              <a:rPr lang="en-PH" sz="3600" dirty="0" err="1"/>
              <a:t>tinyente</a:t>
            </a:r>
            <a:r>
              <a:rPr lang="en-PH" sz="3600" dirty="0"/>
              <a:t> ang </a:t>
            </a:r>
            <a:r>
              <a:rPr lang="en-PH" sz="3600" dirty="0" err="1"/>
              <a:t>bulwagan</a:t>
            </a:r>
            <a:r>
              <a:rPr lang="en-PH" sz="3600" dirty="0"/>
              <a:t> at </a:t>
            </a:r>
            <a:r>
              <a:rPr lang="en-PH" sz="3600" dirty="0" err="1"/>
              <a:t>naiwang</a:t>
            </a:r>
            <a:r>
              <a:rPr lang="en-PH" sz="3600" dirty="0"/>
              <a:t> mag-isa </a:t>
            </a:r>
            <a:r>
              <a:rPr lang="en-PH" sz="3600" dirty="0" err="1"/>
              <a:t>si</a:t>
            </a:r>
            <a:r>
              <a:rPr lang="en-PH" sz="3600" dirty="0"/>
              <a:t> Ibarra. </a:t>
            </a:r>
            <a:r>
              <a:rPr lang="en-PH" sz="3600" dirty="0" err="1"/>
              <a:t>Nilapitan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kababaihan</a:t>
            </a:r>
            <a:r>
              <a:rPr lang="en-PH" sz="3600" dirty="0"/>
              <a:t>. </a:t>
            </a:r>
            <a:r>
              <a:rPr lang="en-PH" sz="3600" dirty="0" err="1"/>
              <a:t>Batid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mapipigilang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batiin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hiyas</a:t>
            </a:r>
            <a:r>
              <a:rPr lang="en-PH" sz="3600" dirty="0"/>
              <a:t> ng </a:t>
            </a:r>
            <a:r>
              <a:rPr lang="en-PH" sz="3600" dirty="0" err="1"/>
              <a:t>Pilipinas</a:t>
            </a:r>
            <a:r>
              <a:rPr lang="en-PH" sz="3600" dirty="0"/>
              <a:t>.</a:t>
            </a:r>
          </a:p>
          <a:p>
            <a:r>
              <a:rPr lang="en-PH" sz="3600" dirty="0" err="1"/>
              <a:t>Kasunod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nilapitan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ang </a:t>
            </a:r>
            <a:r>
              <a:rPr lang="en-PH" sz="3600" dirty="0" err="1"/>
              <a:t>grupo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kalalakihan</a:t>
            </a:r>
            <a:r>
              <a:rPr lang="en-PH" sz="3600" dirty="0"/>
              <a:t>. Isang </a:t>
            </a:r>
            <a:r>
              <a:rPr lang="en-PH" sz="3600" dirty="0" err="1"/>
              <a:t>kaugalian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Alemanya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ipakilala</a:t>
            </a:r>
            <a:r>
              <a:rPr lang="en-PH" sz="3600" dirty="0"/>
              <a:t> ang </a:t>
            </a:r>
            <a:r>
              <a:rPr lang="en-PH" sz="3600" dirty="0" err="1"/>
              <a:t>sarili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grupo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 kung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kasama</a:t>
            </a:r>
            <a:r>
              <a:rPr lang="en-PH" sz="3600" dirty="0"/>
              <a:t> at </a:t>
            </a:r>
            <a:r>
              <a:rPr lang="en-PH" sz="3600" dirty="0" err="1"/>
              <a:t>makausap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pagtitipon</a:t>
            </a:r>
            <a:r>
              <a:rPr lang="en-PH" sz="36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04932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232034"/>
            <a:ext cx="11328934" cy="4918509"/>
          </a:xfrm>
        </p:spPr>
        <p:txBody>
          <a:bodyPr>
            <a:normAutofit/>
          </a:bodyPr>
          <a:lstStyle/>
          <a:p>
            <a:r>
              <a:rPr lang="en-PH" sz="3200" dirty="0" err="1"/>
              <a:t>Humingi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ng </a:t>
            </a:r>
            <a:r>
              <a:rPr lang="en-PH" sz="3200" dirty="0" err="1"/>
              <a:t>pasensya</a:t>
            </a:r>
            <a:r>
              <a:rPr lang="en-PH" sz="3200" dirty="0"/>
              <a:t> </a:t>
            </a:r>
            <a:r>
              <a:rPr lang="en-PH" sz="3200" dirty="0" err="1"/>
              <a:t>dahil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nasabing</a:t>
            </a:r>
            <a:r>
              <a:rPr lang="en-PH" sz="3200" dirty="0"/>
              <a:t> </a:t>
            </a:r>
            <a:r>
              <a:rPr lang="en-PH" sz="3200" dirty="0" err="1"/>
              <a:t>kaugalian</a:t>
            </a:r>
            <a:r>
              <a:rPr lang="en-PH" sz="3200" dirty="0"/>
              <a:t>. </a:t>
            </a:r>
            <a:r>
              <a:rPr lang="en-PH" sz="3200" dirty="0" err="1"/>
              <a:t>Ginawa</a:t>
            </a:r>
            <a:r>
              <a:rPr lang="en-PH" sz="3200" dirty="0"/>
              <a:t> </a:t>
            </a:r>
            <a:r>
              <a:rPr lang="en-PH" sz="3200" dirty="0" err="1"/>
              <a:t>niya</a:t>
            </a:r>
            <a:r>
              <a:rPr lang="en-PH" sz="3200" dirty="0"/>
              <a:t> ang </a:t>
            </a:r>
            <a:r>
              <a:rPr lang="en-PH" sz="3200" dirty="0" err="1"/>
              <a:t>kaugaliang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</a:t>
            </a:r>
            <a:r>
              <a:rPr lang="en-PH" sz="3200" dirty="0" err="1"/>
              <a:t>hindi</a:t>
            </a:r>
            <a:r>
              <a:rPr lang="en-PH" sz="3200" dirty="0"/>
              <a:t> para </a:t>
            </a:r>
            <a:r>
              <a:rPr lang="en-PH" sz="3200" dirty="0" err="1"/>
              <a:t>ipaalam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siya’y</a:t>
            </a:r>
            <a:r>
              <a:rPr lang="en-PH" sz="3200" dirty="0"/>
              <a:t> </a:t>
            </a:r>
            <a:r>
              <a:rPr lang="en-PH" sz="3200" dirty="0" err="1"/>
              <a:t>galing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ibang</a:t>
            </a:r>
            <a:r>
              <a:rPr lang="en-PH" sz="3200" dirty="0"/>
              <a:t> </a:t>
            </a:r>
            <a:r>
              <a:rPr lang="en-PH" sz="3200" dirty="0" err="1"/>
              <a:t>lugar</a:t>
            </a:r>
            <a:r>
              <a:rPr lang="en-PH" sz="3200" dirty="0"/>
              <a:t> </a:t>
            </a:r>
            <a:r>
              <a:rPr lang="en-PH" sz="3200" dirty="0" err="1"/>
              <a:t>kundi</a:t>
            </a:r>
            <a:r>
              <a:rPr lang="en-PH" sz="3200" dirty="0"/>
              <a:t> </a:t>
            </a:r>
            <a:r>
              <a:rPr lang="en-PH" sz="3200" dirty="0" err="1"/>
              <a:t>dahil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ang </a:t>
            </a:r>
            <a:r>
              <a:rPr lang="en-PH" sz="3200" dirty="0" err="1"/>
              <a:t>nararapat</a:t>
            </a:r>
            <a:r>
              <a:rPr lang="en-PH" sz="3200" dirty="0"/>
              <a:t> </a:t>
            </a:r>
            <a:r>
              <a:rPr lang="en-PH" sz="3200" dirty="0" err="1"/>
              <a:t>niyang</a:t>
            </a:r>
            <a:r>
              <a:rPr lang="en-PH" sz="3200" dirty="0"/>
              <a:t> </a:t>
            </a:r>
            <a:r>
              <a:rPr lang="en-PH" sz="3200" dirty="0" err="1"/>
              <a:t>gawin</a:t>
            </a:r>
            <a:r>
              <a:rPr lang="en-PH" sz="3200" dirty="0"/>
              <a:t>. </a:t>
            </a:r>
            <a:r>
              <a:rPr lang="en-PH" sz="3200" dirty="0" err="1"/>
              <a:t>Nagpakilala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Crisostomo Ibarra Y </a:t>
            </a:r>
            <a:r>
              <a:rPr lang="en-PH" sz="3200" dirty="0" err="1"/>
              <a:t>Magsalin</a:t>
            </a:r>
            <a:r>
              <a:rPr lang="en-PH" sz="3200" dirty="0"/>
              <a:t>.</a:t>
            </a:r>
          </a:p>
          <a:p>
            <a:r>
              <a:rPr lang="en-PH" sz="3200" dirty="0"/>
              <a:t>Isang </a:t>
            </a:r>
            <a:r>
              <a:rPr lang="en-PH" sz="3200" dirty="0" err="1"/>
              <a:t>ginoo</a:t>
            </a:r>
            <a:r>
              <a:rPr lang="en-PH" sz="3200" dirty="0"/>
              <a:t> ang </a:t>
            </a:r>
            <a:r>
              <a:rPr lang="en-PH" sz="3200" dirty="0" err="1"/>
              <a:t>lumapit</a:t>
            </a:r>
            <a:r>
              <a:rPr lang="en-PH" sz="3200" dirty="0"/>
              <a:t> kay Ibarra </a:t>
            </a:r>
            <a:r>
              <a:rPr lang="en-PH" sz="3200" dirty="0" err="1"/>
              <a:t>na</a:t>
            </a:r>
            <a:r>
              <a:rPr lang="en-PH" sz="3200" dirty="0"/>
              <a:t> may </a:t>
            </a:r>
            <a:r>
              <a:rPr lang="en-PH" sz="3200" dirty="0" err="1"/>
              <a:t>magandang</a:t>
            </a:r>
            <a:r>
              <a:rPr lang="en-PH" sz="3200" dirty="0"/>
              <a:t> </a:t>
            </a:r>
            <a:r>
              <a:rPr lang="en-PH" sz="3200" dirty="0" err="1"/>
              <a:t>suot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makikitaan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makikinang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dyamanteng</a:t>
            </a:r>
            <a:r>
              <a:rPr lang="en-PH" sz="3200" dirty="0"/>
              <a:t> </a:t>
            </a:r>
            <a:r>
              <a:rPr lang="en-PH" sz="3200" dirty="0" err="1"/>
              <a:t>butones</a:t>
            </a:r>
            <a:r>
              <a:rPr lang="en-PH" sz="3200" dirty="0"/>
              <a:t>.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Tinong</a:t>
            </a:r>
            <a:r>
              <a:rPr lang="en-PH" sz="3200" dirty="0"/>
              <a:t>, </a:t>
            </a:r>
            <a:r>
              <a:rPr lang="en-PH" sz="3200" dirty="0" err="1"/>
              <a:t>matalik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kaibigan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 Tiago.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6331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2: Crisostomo Ibarra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4161231"/>
          </a:xfrm>
        </p:spPr>
        <p:txBody>
          <a:bodyPr>
            <a:normAutofit fontScale="92500" lnSpcReduction="20000"/>
          </a:bodyPr>
          <a:lstStyle/>
          <a:p>
            <a:r>
              <a:rPr lang="en-PH" sz="4400" dirty="0" err="1"/>
              <a:t>Kilalang-kilala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rin</a:t>
            </a:r>
            <a:r>
              <a:rPr lang="en-PH" sz="4400" dirty="0"/>
              <a:t> ang ama </a:t>
            </a:r>
            <a:r>
              <a:rPr lang="en-PH" sz="4400" dirty="0" err="1"/>
              <a:t>ni</a:t>
            </a:r>
            <a:r>
              <a:rPr lang="en-PH" sz="4400" dirty="0"/>
              <a:t> Ibarra. </a:t>
            </a:r>
            <a:r>
              <a:rPr lang="en-PH" sz="4400" dirty="0" err="1"/>
              <a:t>Inanyayahan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Ibarra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pumunta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maghapunan</a:t>
            </a:r>
            <a:r>
              <a:rPr lang="en-PH" sz="4400" dirty="0"/>
              <a:t> </a:t>
            </a:r>
            <a:r>
              <a:rPr lang="en-PH" sz="4400" dirty="0" err="1"/>
              <a:t>kinabukasan</a:t>
            </a:r>
            <a:r>
              <a:rPr lang="en-PH" sz="4400" dirty="0"/>
              <a:t> </a:t>
            </a:r>
            <a:r>
              <a:rPr lang="en-PH" sz="4400" dirty="0" err="1"/>
              <a:t>ngunit</a:t>
            </a:r>
            <a:r>
              <a:rPr lang="en-PH" sz="4400" dirty="0"/>
              <a:t>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makakarating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Ibarra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ay </a:t>
            </a:r>
            <a:r>
              <a:rPr lang="en-PH" sz="4400" dirty="0" err="1"/>
              <a:t>pupunta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San Diego.</a:t>
            </a:r>
          </a:p>
          <a:p>
            <a:r>
              <a:rPr lang="en-PH" sz="4400" dirty="0" err="1"/>
              <a:t>Handa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lahat</a:t>
            </a:r>
            <a:r>
              <a:rPr lang="en-PH" sz="4400" dirty="0"/>
              <a:t> para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hapunan</a:t>
            </a:r>
            <a:r>
              <a:rPr lang="en-PH" sz="44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8640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3: Ang Hapunan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87656"/>
            <a:ext cx="11328934" cy="4378690"/>
          </a:xfrm>
        </p:spPr>
        <p:txBody>
          <a:bodyPr>
            <a:normAutofit fontScale="85000" lnSpcReduction="20000"/>
          </a:bodyPr>
          <a:lstStyle/>
          <a:p>
            <a:r>
              <a:rPr lang="en-PH" sz="4300" dirty="0" err="1"/>
              <a:t>Galit</a:t>
            </a:r>
            <a:r>
              <a:rPr lang="en-PH" sz="4300" dirty="0"/>
              <a:t> </a:t>
            </a:r>
            <a:r>
              <a:rPr lang="en-PH" sz="4300" dirty="0" err="1"/>
              <a:t>na</a:t>
            </a:r>
            <a:r>
              <a:rPr lang="en-PH" sz="4300" dirty="0"/>
              <a:t> </a:t>
            </a:r>
            <a:r>
              <a:rPr lang="en-PH" sz="4300" dirty="0" err="1"/>
              <a:t>galit</a:t>
            </a:r>
            <a:r>
              <a:rPr lang="en-PH" sz="4300" dirty="0"/>
              <a:t> </a:t>
            </a:r>
            <a:r>
              <a:rPr lang="en-PH" sz="4300" dirty="0" err="1"/>
              <a:t>parin</a:t>
            </a:r>
            <a:r>
              <a:rPr lang="en-PH" sz="4300" dirty="0"/>
              <a:t> </a:t>
            </a:r>
            <a:r>
              <a:rPr lang="en-PH" sz="4300" dirty="0" err="1"/>
              <a:t>si</a:t>
            </a:r>
            <a:r>
              <a:rPr lang="en-PH" sz="4300" dirty="0"/>
              <a:t> Padre </a:t>
            </a:r>
            <a:r>
              <a:rPr lang="en-PH" sz="4300" dirty="0" err="1"/>
              <a:t>Damaso</a:t>
            </a:r>
            <a:r>
              <a:rPr lang="en-PH" sz="4300" dirty="0"/>
              <a:t> </a:t>
            </a:r>
            <a:r>
              <a:rPr lang="en-PH" sz="4300" dirty="0" err="1"/>
              <a:t>dahil</a:t>
            </a:r>
            <a:r>
              <a:rPr lang="en-PH" sz="4300" dirty="0"/>
              <a:t>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mainit</a:t>
            </a:r>
            <a:r>
              <a:rPr lang="en-PH" sz="4300" dirty="0"/>
              <a:t> </a:t>
            </a:r>
            <a:r>
              <a:rPr lang="en-PH" sz="4300" dirty="0" err="1"/>
              <a:t>na</a:t>
            </a:r>
            <a:r>
              <a:rPr lang="en-PH" sz="4300" dirty="0"/>
              <a:t> </a:t>
            </a:r>
            <a:r>
              <a:rPr lang="en-PH" sz="4300" dirty="0" err="1"/>
              <a:t>talakayan</a:t>
            </a:r>
            <a:r>
              <a:rPr lang="en-PH" sz="4300" dirty="0"/>
              <a:t> </a:t>
            </a:r>
            <a:r>
              <a:rPr lang="en-PH" sz="4300" dirty="0" err="1"/>
              <a:t>na</a:t>
            </a:r>
            <a:r>
              <a:rPr lang="en-PH" sz="4300" dirty="0"/>
              <a:t> </a:t>
            </a:r>
            <a:r>
              <a:rPr lang="en-PH" sz="4300" dirty="0" err="1"/>
              <a:t>nangyari</a:t>
            </a:r>
            <a:r>
              <a:rPr lang="en-PH" sz="4300" dirty="0"/>
              <a:t>. </a:t>
            </a:r>
            <a:r>
              <a:rPr lang="en-PH" sz="4300" dirty="0" err="1"/>
              <a:t>Sinisipa</a:t>
            </a:r>
            <a:r>
              <a:rPr lang="en-PH" sz="4300" dirty="0"/>
              <a:t> </a:t>
            </a:r>
            <a:r>
              <a:rPr lang="en-PH" sz="4300" dirty="0" err="1"/>
              <a:t>niya</a:t>
            </a:r>
            <a:r>
              <a:rPr lang="en-PH" sz="4300" dirty="0"/>
              <a:t> </a:t>
            </a:r>
            <a:r>
              <a:rPr lang="en-PH" sz="4300" dirty="0" err="1"/>
              <a:t>lahat</a:t>
            </a:r>
            <a:r>
              <a:rPr lang="en-PH" sz="4300" dirty="0"/>
              <a:t> ng </a:t>
            </a:r>
            <a:r>
              <a:rPr lang="en-PH" sz="4300" dirty="0" err="1"/>
              <a:t>mga</a:t>
            </a:r>
            <a:r>
              <a:rPr lang="en-PH" sz="4300" dirty="0"/>
              <a:t> </a:t>
            </a:r>
            <a:r>
              <a:rPr lang="en-PH" sz="4300" dirty="0" err="1"/>
              <a:t>silyang</a:t>
            </a:r>
            <a:r>
              <a:rPr lang="en-PH" sz="4300" dirty="0"/>
              <a:t> </a:t>
            </a:r>
            <a:r>
              <a:rPr lang="en-PH" sz="4300" dirty="0" err="1"/>
              <a:t>nakaharang</a:t>
            </a:r>
            <a:r>
              <a:rPr lang="en-PH" sz="4300" dirty="0"/>
              <a:t>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dadaanan</a:t>
            </a:r>
            <a:r>
              <a:rPr lang="en-PH" sz="4300" dirty="0"/>
              <a:t> </a:t>
            </a:r>
            <a:r>
              <a:rPr lang="en-PH" sz="4300" dirty="0" err="1"/>
              <a:t>niya</a:t>
            </a:r>
            <a:r>
              <a:rPr lang="en-PH" sz="4300" dirty="0"/>
              <a:t>.</a:t>
            </a:r>
          </a:p>
          <a:p>
            <a:r>
              <a:rPr lang="en-PH" sz="4300" dirty="0" err="1"/>
              <a:t>Magkausap</a:t>
            </a:r>
            <a:r>
              <a:rPr lang="en-PH" sz="4300" dirty="0"/>
              <a:t> </a:t>
            </a:r>
            <a:r>
              <a:rPr lang="en-PH" sz="4300" dirty="0" err="1"/>
              <a:t>naman</a:t>
            </a:r>
            <a:r>
              <a:rPr lang="en-PH" sz="4300" dirty="0"/>
              <a:t> </a:t>
            </a:r>
            <a:r>
              <a:rPr lang="en-PH" sz="4300" dirty="0" err="1"/>
              <a:t>sina</a:t>
            </a:r>
            <a:r>
              <a:rPr lang="en-PH" sz="4300" dirty="0"/>
              <a:t> Don </a:t>
            </a:r>
            <a:r>
              <a:rPr lang="en-PH" sz="4300" dirty="0" err="1"/>
              <a:t>Tiburcio</a:t>
            </a:r>
            <a:r>
              <a:rPr lang="en-PH" sz="4300" dirty="0"/>
              <a:t> at Padre </a:t>
            </a:r>
            <a:r>
              <a:rPr lang="en-PH" sz="4300" dirty="0" err="1"/>
              <a:t>Sibyla</a:t>
            </a:r>
            <a:r>
              <a:rPr lang="en-PH" sz="4300" dirty="0"/>
              <a:t> </a:t>
            </a:r>
            <a:r>
              <a:rPr lang="en-PH" sz="4300" dirty="0" err="1"/>
              <a:t>habang</a:t>
            </a:r>
            <a:r>
              <a:rPr lang="en-PH" sz="4300" dirty="0"/>
              <a:t> </a:t>
            </a:r>
            <a:r>
              <a:rPr lang="en-PH" sz="4300" dirty="0" err="1"/>
              <a:t>papalapit</a:t>
            </a:r>
            <a:r>
              <a:rPr lang="en-PH" sz="4300" dirty="0"/>
              <a:t>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hapagkainan</a:t>
            </a:r>
            <a:r>
              <a:rPr lang="en-PH" sz="4300" dirty="0"/>
              <a:t>. Dahil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paggigitgitan</a:t>
            </a:r>
            <a:r>
              <a:rPr lang="en-PH" sz="4300" dirty="0"/>
              <a:t>, </a:t>
            </a:r>
            <a:r>
              <a:rPr lang="en-PH" sz="4300" dirty="0" err="1"/>
              <a:t>natapakan</a:t>
            </a:r>
            <a:r>
              <a:rPr lang="en-PH" sz="4300" dirty="0"/>
              <a:t> ng </a:t>
            </a:r>
            <a:r>
              <a:rPr lang="en-PH" sz="4300" dirty="0" err="1"/>
              <a:t>tinyente</a:t>
            </a:r>
            <a:r>
              <a:rPr lang="en-PH" sz="4300" dirty="0"/>
              <a:t> ang </a:t>
            </a:r>
            <a:r>
              <a:rPr lang="en-PH" sz="4300" dirty="0" err="1"/>
              <a:t>laylayan</a:t>
            </a:r>
            <a:r>
              <a:rPr lang="en-PH" sz="4300" dirty="0"/>
              <a:t> ng </a:t>
            </a:r>
            <a:r>
              <a:rPr lang="en-PH" sz="4300" dirty="0" err="1"/>
              <a:t>damit</a:t>
            </a:r>
            <a:r>
              <a:rPr lang="en-PH" sz="4300" dirty="0"/>
              <a:t> </a:t>
            </a:r>
            <a:r>
              <a:rPr lang="en-PH" sz="4300" dirty="0" err="1"/>
              <a:t>ni</a:t>
            </a:r>
            <a:r>
              <a:rPr lang="en-PH" sz="4300" dirty="0"/>
              <a:t> Donya Victorina </a:t>
            </a:r>
            <a:r>
              <a:rPr lang="en-PH" sz="4300" dirty="0" err="1"/>
              <a:t>dahilan</a:t>
            </a:r>
            <a:r>
              <a:rPr lang="en-PH" sz="4300" dirty="0"/>
              <a:t> kung </a:t>
            </a:r>
            <a:r>
              <a:rPr lang="en-PH" sz="4300" dirty="0" err="1"/>
              <a:t>bakit</a:t>
            </a:r>
            <a:r>
              <a:rPr lang="en-PH" sz="4300" dirty="0"/>
              <a:t> </a:t>
            </a:r>
            <a:r>
              <a:rPr lang="en-PH" sz="4300" dirty="0" err="1"/>
              <a:t>nagalit</a:t>
            </a:r>
            <a:r>
              <a:rPr lang="en-PH" sz="4300" dirty="0"/>
              <a:t> </a:t>
            </a:r>
            <a:r>
              <a:rPr lang="en-PH" sz="4300" dirty="0" err="1"/>
              <a:t>ito</a:t>
            </a:r>
            <a:r>
              <a:rPr lang="en-PH" sz="43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8582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3: Ang Hapunan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45406"/>
            <a:ext cx="11328934" cy="4320939"/>
          </a:xfrm>
        </p:spPr>
        <p:txBody>
          <a:bodyPr>
            <a:normAutofit fontScale="92500"/>
          </a:bodyPr>
          <a:lstStyle/>
          <a:p>
            <a:r>
              <a:rPr lang="en-PH" sz="4000" dirty="0" err="1"/>
              <a:t>Umupo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kabisera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Ibarra </a:t>
            </a:r>
            <a:r>
              <a:rPr lang="en-PH" sz="4000" dirty="0" err="1"/>
              <a:t>samantalang</a:t>
            </a:r>
            <a:r>
              <a:rPr lang="en-PH" sz="4000" dirty="0"/>
              <a:t> </a:t>
            </a:r>
            <a:r>
              <a:rPr lang="en-PH" sz="4000" dirty="0" err="1"/>
              <a:t>pinagtatalunan</a:t>
            </a:r>
            <a:r>
              <a:rPr lang="en-PH" sz="4000" dirty="0"/>
              <a:t> naman ng </a:t>
            </a:r>
            <a:r>
              <a:rPr lang="en-PH" sz="4000" dirty="0" err="1"/>
              <a:t>dalawang</a:t>
            </a:r>
            <a:r>
              <a:rPr lang="en-PH" sz="4000" dirty="0"/>
              <a:t> </a:t>
            </a:r>
            <a:r>
              <a:rPr lang="en-PH" sz="4000" dirty="0" err="1"/>
              <a:t>pari</a:t>
            </a:r>
            <a:r>
              <a:rPr lang="en-PH" sz="4000" dirty="0"/>
              <a:t> kung </a:t>
            </a:r>
            <a:r>
              <a:rPr lang="en-PH" sz="4000" dirty="0" err="1"/>
              <a:t>sino</a:t>
            </a:r>
            <a:r>
              <a:rPr lang="en-PH" sz="4000" dirty="0"/>
              <a:t> ang </a:t>
            </a:r>
            <a:r>
              <a:rPr lang="en-PH" sz="4000" dirty="0" err="1"/>
              <a:t>dapat</a:t>
            </a:r>
            <a:r>
              <a:rPr lang="en-PH" sz="4000" dirty="0"/>
              <a:t> </a:t>
            </a:r>
            <a:r>
              <a:rPr lang="en-PH" sz="4000" dirty="0" err="1"/>
              <a:t>maupo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sentrong</a:t>
            </a:r>
            <a:r>
              <a:rPr lang="en-PH" sz="4000" dirty="0"/>
              <a:t> </a:t>
            </a:r>
            <a:r>
              <a:rPr lang="en-PH" sz="4000" dirty="0" err="1"/>
              <a:t>upuan</a:t>
            </a:r>
            <a:r>
              <a:rPr lang="en-PH" sz="4000" dirty="0"/>
              <a:t>.</a:t>
            </a:r>
          </a:p>
          <a:p>
            <a:r>
              <a:rPr lang="en-PH" sz="4000" dirty="0"/>
              <a:t>Para kay Padre </a:t>
            </a:r>
            <a:r>
              <a:rPr lang="en-PH" sz="4000" dirty="0" err="1"/>
              <a:t>Sibyla</a:t>
            </a:r>
            <a:r>
              <a:rPr lang="en-PH" sz="4000" dirty="0"/>
              <a:t>, </a:t>
            </a:r>
            <a:r>
              <a:rPr lang="en-PH" sz="4000" dirty="0" err="1"/>
              <a:t>si</a:t>
            </a:r>
            <a:r>
              <a:rPr lang="en-PH" sz="4000" dirty="0"/>
              <a:t> Padre </a:t>
            </a:r>
            <a:r>
              <a:rPr lang="en-PH" sz="4000" dirty="0" err="1"/>
              <a:t>Damaso</a:t>
            </a:r>
            <a:r>
              <a:rPr lang="en-PH" sz="4000" dirty="0"/>
              <a:t> </a:t>
            </a:r>
            <a:r>
              <a:rPr lang="en-PH" sz="4000" dirty="0" err="1"/>
              <a:t>dapat</a:t>
            </a:r>
            <a:r>
              <a:rPr lang="en-PH" sz="4000" dirty="0"/>
              <a:t> ang </a:t>
            </a:r>
            <a:r>
              <a:rPr lang="en-PH" sz="4000" dirty="0" err="1"/>
              <a:t>maupo</a:t>
            </a:r>
            <a:r>
              <a:rPr lang="en-PH" sz="4000" dirty="0"/>
              <a:t> doon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ang </a:t>
            </a:r>
            <a:r>
              <a:rPr lang="en-PH" sz="4000" dirty="0" err="1"/>
              <a:t>matagal</a:t>
            </a:r>
            <a:r>
              <a:rPr lang="en-PH" sz="4000" dirty="0"/>
              <a:t> </a:t>
            </a:r>
            <a:r>
              <a:rPr lang="en-PH" sz="4000" dirty="0" err="1"/>
              <a:t>nang</a:t>
            </a:r>
            <a:r>
              <a:rPr lang="en-PH" sz="4000" dirty="0"/>
              <a:t> </a:t>
            </a:r>
            <a:r>
              <a:rPr lang="en-PH" sz="4000" dirty="0" err="1"/>
              <a:t>kaibigan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</a:t>
            </a:r>
            <a:r>
              <a:rPr lang="en-PH" sz="4000" dirty="0" err="1"/>
              <a:t>Kapitan</a:t>
            </a:r>
            <a:r>
              <a:rPr lang="en-PH" sz="4000" dirty="0"/>
              <a:t> Tiago at </a:t>
            </a:r>
            <a:r>
              <a:rPr lang="en-PH" sz="4000" dirty="0" err="1"/>
              <a:t>siya</a:t>
            </a:r>
            <a:r>
              <a:rPr lang="en-PH" sz="4000" dirty="0"/>
              <a:t> din ang </a:t>
            </a:r>
            <a:r>
              <a:rPr lang="en-PH" sz="4000" dirty="0" err="1"/>
              <a:t>kumpesor</a:t>
            </a:r>
            <a:r>
              <a:rPr lang="en-PH" sz="4000" dirty="0"/>
              <a:t> ng </a:t>
            </a:r>
            <a:r>
              <a:rPr lang="en-PH" sz="4000" dirty="0" err="1"/>
              <a:t>pamilya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66107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3: Ang Hapunan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55032"/>
            <a:ext cx="11328934" cy="4966635"/>
          </a:xfrm>
        </p:spPr>
        <p:txBody>
          <a:bodyPr>
            <a:normAutofit fontScale="92500" lnSpcReduction="10000"/>
          </a:bodyPr>
          <a:lstStyle/>
          <a:p>
            <a:r>
              <a:rPr lang="en-PH" sz="4300" dirty="0"/>
              <a:t>Hindi </a:t>
            </a:r>
            <a:r>
              <a:rPr lang="en-PH" sz="4300" dirty="0" err="1"/>
              <a:t>sumangayon</a:t>
            </a:r>
            <a:r>
              <a:rPr lang="en-PH" sz="4300" dirty="0"/>
              <a:t> </a:t>
            </a:r>
            <a:r>
              <a:rPr lang="en-PH" sz="4300" dirty="0" err="1"/>
              <a:t>si</a:t>
            </a:r>
            <a:r>
              <a:rPr lang="en-PH" sz="4300" dirty="0"/>
              <a:t> Padre </a:t>
            </a:r>
            <a:r>
              <a:rPr lang="en-PH" sz="4300" dirty="0" err="1"/>
              <a:t>Damaso</a:t>
            </a:r>
            <a:r>
              <a:rPr lang="en-PH" sz="4300" dirty="0"/>
              <a:t>. Sa </a:t>
            </a:r>
            <a:r>
              <a:rPr lang="en-PH" sz="4300" dirty="0" err="1"/>
              <a:t>halip</a:t>
            </a:r>
            <a:r>
              <a:rPr lang="en-PH" sz="4300" dirty="0"/>
              <a:t>, </a:t>
            </a:r>
            <a:r>
              <a:rPr lang="en-PH" sz="4300" dirty="0" err="1"/>
              <a:t>iginiit</a:t>
            </a:r>
            <a:r>
              <a:rPr lang="en-PH" sz="4300" dirty="0"/>
              <a:t> </a:t>
            </a:r>
            <a:r>
              <a:rPr lang="en-PH" sz="4300" dirty="0" err="1"/>
              <a:t>niya</a:t>
            </a:r>
            <a:r>
              <a:rPr lang="en-PH" sz="4300" dirty="0"/>
              <a:t> </a:t>
            </a:r>
            <a:r>
              <a:rPr lang="en-PH" sz="4300" dirty="0" err="1"/>
              <a:t>na</a:t>
            </a:r>
            <a:r>
              <a:rPr lang="en-PH" sz="4300" dirty="0"/>
              <a:t> </a:t>
            </a:r>
            <a:r>
              <a:rPr lang="en-PH" sz="4300" dirty="0" err="1"/>
              <a:t>si</a:t>
            </a:r>
            <a:r>
              <a:rPr lang="en-PH" sz="4300" dirty="0"/>
              <a:t> Padre </a:t>
            </a:r>
            <a:r>
              <a:rPr lang="en-PH" sz="4300" dirty="0" err="1"/>
              <a:t>Sibyla</a:t>
            </a:r>
            <a:r>
              <a:rPr lang="en-PH" sz="4300" dirty="0"/>
              <a:t> ang </a:t>
            </a:r>
            <a:r>
              <a:rPr lang="en-PH" sz="4300" dirty="0" err="1"/>
              <a:t>nararapat</a:t>
            </a:r>
            <a:r>
              <a:rPr lang="en-PH" sz="4300" dirty="0"/>
              <a:t> </a:t>
            </a:r>
            <a:r>
              <a:rPr lang="en-PH" sz="4300" dirty="0" err="1"/>
              <a:t>na</a:t>
            </a:r>
            <a:r>
              <a:rPr lang="en-PH" sz="4300" dirty="0"/>
              <a:t> </a:t>
            </a:r>
            <a:r>
              <a:rPr lang="en-PH" sz="4300" dirty="0" err="1"/>
              <a:t>umupo</a:t>
            </a:r>
            <a:r>
              <a:rPr lang="en-PH" sz="4300" dirty="0"/>
              <a:t> doon </a:t>
            </a:r>
            <a:r>
              <a:rPr lang="en-PH" sz="4300" dirty="0" err="1"/>
              <a:t>dahil</a:t>
            </a:r>
            <a:r>
              <a:rPr lang="en-PH" sz="4300" dirty="0"/>
              <a:t> </a:t>
            </a:r>
            <a:r>
              <a:rPr lang="en-PH" sz="4300" dirty="0" err="1"/>
              <a:t>siya</a:t>
            </a:r>
            <a:r>
              <a:rPr lang="en-PH" sz="4300" dirty="0"/>
              <a:t> ang </a:t>
            </a:r>
            <a:r>
              <a:rPr lang="en-PH" sz="4300" dirty="0" err="1"/>
              <a:t>kura</a:t>
            </a:r>
            <a:r>
              <a:rPr lang="en-PH" sz="4300" dirty="0"/>
              <a:t>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lugar</a:t>
            </a:r>
            <a:r>
              <a:rPr lang="en-PH" sz="4300" dirty="0"/>
              <a:t> an </a:t>
            </a:r>
            <a:r>
              <a:rPr lang="en-PH" sz="4300" dirty="0" err="1"/>
              <a:t>iyon</a:t>
            </a:r>
            <a:r>
              <a:rPr lang="en-PH" sz="4300" dirty="0"/>
              <a:t>.</a:t>
            </a:r>
          </a:p>
          <a:p>
            <a:r>
              <a:rPr lang="en-PH" sz="4300" dirty="0" err="1"/>
              <a:t>Uupo</a:t>
            </a:r>
            <a:r>
              <a:rPr lang="en-PH" sz="4300" dirty="0"/>
              <a:t> </a:t>
            </a:r>
            <a:r>
              <a:rPr lang="en-PH" sz="4300" dirty="0" err="1"/>
              <a:t>na</a:t>
            </a:r>
            <a:r>
              <a:rPr lang="en-PH" sz="4300" dirty="0"/>
              <a:t> </a:t>
            </a:r>
            <a:r>
              <a:rPr lang="en-PH" sz="4300" dirty="0" err="1"/>
              <a:t>sana</a:t>
            </a:r>
            <a:r>
              <a:rPr lang="en-PH" sz="4300" dirty="0"/>
              <a:t> </a:t>
            </a:r>
            <a:r>
              <a:rPr lang="en-PH" sz="4300" dirty="0" err="1"/>
              <a:t>si</a:t>
            </a:r>
            <a:r>
              <a:rPr lang="en-PH" sz="4300" dirty="0"/>
              <a:t> Padre </a:t>
            </a:r>
            <a:r>
              <a:rPr lang="en-PH" sz="4300" dirty="0" err="1"/>
              <a:t>Sibyla</a:t>
            </a:r>
            <a:r>
              <a:rPr lang="en-PH" sz="4300" dirty="0"/>
              <a:t> </a:t>
            </a:r>
            <a:r>
              <a:rPr lang="en-PH" sz="4300" dirty="0" err="1"/>
              <a:t>nang</a:t>
            </a:r>
            <a:r>
              <a:rPr lang="en-PH" sz="4300" dirty="0"/>
              <a:t> </a:t>
            </a:r>
            <a:r>
              <a:rPr lang="en-PH" sz="4300" dirty="0" err="1"/>
              <a:t>napansin</a:t>
            </a:r>
            <a:r>
              <a:rPr lang="en-PH" sz="4300" dirty="0"/>
              <a:t> </a:t>
            </a:r>
            <a:r>
              <a:rPr lang="en-PH" sz="4300" dirty="0" err="1"/>
              <a:t>niya</a:t>
            </a:r>
            <a:r>
              <a:rPr lang="en-PH" sz="4300" dirty="0"/>
              <a:t> ang </a:t>
            </a:r>
            <a:r>
              <a:rPr lang="en-PH" sz="4300" dirty="0" err="1"/>
              <a:t>tinyente</a:t>
            </a:r>
            <a:r>
              <a:rPr lang="en-PH" sz="4300" dirty="0"/>
              <a:t> at </a:t>
            </a:r>
            <a:r>
              <a:rPr lang="en-PH" sz="4300" dirty="0" err="1"/>
              <a:t>inalok</a:t>
            </a:r>
            <a:r>
              <a:rPr lang="en-PH" sz="4300" dirty="0"/>
              <a:t> ang </a:t>
            </a:r>
            <a:r>
              <a:rPr lang="en-PH" sz="4300" dirty="0" err="1"/>
              <a:t>upuan</a:t>
            </a:r>
            <a:r>
              <a:rPr lang="en-PH" sz="4300" dirty="0"/>
              <a:t>. </a:t>
            </a:r>
            <a:r>
              <a:rPr lang="en-PH" sz="4300" dirty="0" err="1"/>
              <a:t>Tumanggi</a:t>
            </a:r>
            <a:r>
              <a:rPr lang="en-PH" sz="4300" dirty="0"/>
              <a:t> ang </a:t>
            </a:r>
            <a:r>
              <a:rPr lang="en-PH" sz="4300" dirty="0" err="1"/>
              <a:t>tinyente</a:t>
            </a:r>
            <a:r>
              <a:rPr lang="en-PH" sz="4300" dirty="0"/>
              <a:t>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kadahilanang</a:t>
            </a:r>
            <a:r>
              <a:rPr lang="en-PH" sz="4300" dirty="0"/>
              <a:t> </a:t>
            </a:r>
            <a:r>
              <a:rPr lang="en-PH" sz="4300" dirty="0" err="1"/>
              <a:t>ayaw</a:t>
            </a:r>
            <a:r>
              <a:rPr lang="en-PH" sz="4300" dirty="0"/>
              <a:t> </a:t>
            </a:r>
            <a:r>
              <a:rPr lang="en-PH" sz="4300" dirty="0" err="1"/>
              <a:t>niyang</a:t>
            </a:r>
            <a:r>
              <a:rPr lang="en-PH" sz="4300" dirty="0"/>
              <a:t> </a:t>
            </a:r>
            <a:r>
              <a:rPr lang="en-PH" sz="4300" dirty="0" err="1"/>
              <a:t>pumagitna</a:t>
            </a:r>
            <a:r>
              <a:rPr lang="en-PH" sz="4300" dirty="0"/>
              <a:t> </a:t>
            </a:r>
            <a:r>
              <a:rPr lang="en-PH" sz="4300" dirty="0" err="1"/>
              <a:t>sa</a:t>
            </a:r>
            <a:r>
              <a:rPr lang="en-PH" sz="4300" dirty="0"/>
              <a:t> </a:t>
            </a:r>
            <a:r>
              <a:rPr lang="en-PH" sz="4300" dirty="0" err="1"/>
              <a:t>dalawang</a:t>
            </a:r>
            <a:r>
              <a:rPr lang="en-PH" sz="4300" dirty="0"/>
              <a:t> </a:t>
            </a:r>
            <a:r>
              <a:rPr lang="en-PH" sz="4300" dirty="0" err="1"/>
              <a:t>pari</a:t>
            </a:r>
            <a:r>
              <a:rPr lang="en-PH" sz="43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83760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3: Ang Hapunan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68404"/>
            <a:ext cx="11328934" cy="5149516"/>
          </a:xfrm>
        </p:spPr>
        <p:txBody>
          <a:bodyPr>
            <a:normAutofit fontScale="92500" lnSpcReduction="10000"/>
          </a:bodyPr>
          <a:lstStyle/>
          <a:p>
            <a:r>
              <a:rPr lang="en-PH" sz="3900" dirty="0"/>
              <a:t>Wala man lang </a:t>
            </a:r>
            <a:r>
              <a:rPr lang="en-PH" sz="3900" dirty="0" err="1"/>
              <a:t>nakaalala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may </a:t>
            </a:r>
            <a:r>
              <a:rPr lang="en-PH" sz="3900" dirty="0" err="1"/>
              <a:t>pahanda</a:t>
            </a:r>
            <a:r>
              <a:rPr lang="en-PH" sz="3900" dirty="0"/>
              <a:t> </a:t>
            </a:r>
            <a:r>
              <a:rPr lang="en-PH" sz="3900" dirty="0" err="1"/>
              <a:t>kundi</a:t>
            </a:r>
            <a:r>
              <a:rPr lang="en-PH" sz="3900" dirty="0"/>
              <a:t> </a:t>
            </a:r>
            <a:r>
              <a:rPr lang="en-PH" sz="3900" dirty="0" err="1"/>
              <a:t>si</a:t>
            </a:r>
            <a:r>
              <a:rPr lang="en-PH" sz="3900" dirty="0"/>
              <a:t> Ibarra. </a:t>
            </a:r>
            <a:r>
              <a:rPr lang="en-PH" sz="3900" dirty="0" err="1"/>
              <a:t>Ngunit</a:t>
            </a:r>
            <a:r>
              <a:rPr lang="en-PH" sz="3900" dirty="0"/>
              <a:t> </a:t>
            </a:r>
            <a:r>
              <a:rPr lang="en-PH" sz="3900" dirty="0" err="1"/>
              <a:t>tumanggi</a:t>
            </a:r>
            <a:r>
              <a:rPr lang="en-PH" sz="3900" dirty="0"/>
              <a:t> </a:t>
            </a:r>
            <a:r>
              <a:rPr lang="en-PH" sz="3900" dirty="0" err="1"/>
              <a:t>si</a:t>
            </a:r>
            <a:r>
              <a:rPr lang="en-PH" sz="3900" dirty="0"/>
              <a:t> </a:t>
            </a:r>
            <a:r>
              <a:rPr lang="en-PH" sz="3900" dirty="0" err="1"/>
              <a:t>Kapitan</a:t>
            </a:r>
            <a:r>
              <a:rPr lang="en-PH" sz="3900" dirty="0"/>
              <a:t> Tiago, </a:t>
            </a:r>
            <a:r>
              <a:rPr lang="en-PH" sz="3900" dirty="0" err="1"/>
              <a:t>katulad</a:t>
            </a:r>
            <a:r>
              <a:rPr lang="en-PH" sz="3900" dirty="0"/>
              <a:t> ng </a:t>
            </a:r>
            <a:r>
              <a:rPr lang="en-PH" sz="3900" dirty="0" err="1"/>
              <a:t>nagyayari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karaniwang</a:t>
            </a:r>
            <a:r>
              <a:rPr lang="en-PH" sz="3900" dirty="0"/>
              <a:t> </a:t>
            </a:r>
            <a:r>
              <a:rPr lang="en-PH" sz="3900" dirty="0" err="1"/>
              <a:t>handaan</a:t>
            </a:r>
            <a:r>
              <a:rPr lang="en-PH" sz="3900" dirty="0"/>
              <a:t>.</a:t>
            </a:r>
          </a:p>
          <a:p>
            <a:r>
              <a:rPr lang="en-PH" sz="3900" dirty="0"/>
              <a:t>Mas </a:t>
            </a:r>
            <a:r>
              <a:rPr lang="en-PH" sz="3900" dirty="0" err="1"/>
              <a:t>lalo</a:t>
            </a:r>
            <a:r>
              <a:rPr lang="en-PH" sz="3900" dirty="0"/>
              <a:t> </a:t>
            </a:r>
            <a:r>
              <a:rPr lang="en-PH" sz="3900" dirty="0" err="1"/>
              <a:t>namang</a:t>
            </a:r>
            <a:r>
              <a:rPr lang="en-PH" sz="3900" dirty="0"/>
              <a:t> </a:t>
            </a:r>
            <a:r>
              <a:rPr lang="en-PH" sz="3900" dirty="0" err="1"/>
              <a:t>tumindi</a:t>
            </a:r>
            <a:r>
              <a:rPr lang="en-PH" sz="3900" dirty="0"/>
              <a:t> ang </a:t>
            </a:r>
            <a:r>
              <a:rPr lang="en-PH" sz="3900" dirty="0" err="1"/>
              <a:t>galit</a:t>
            </a:r>
            <a:r>
              <a:rPr lang="en-PH" sz="3900" dirty="0"/>
              <a:t> </a:t>
            </a:r>
            <a:r>
              <a:rPr lang="en-PH" sz="3900" dirty="0" err="1"/>
              <a:t>ni</a:t>
            </a:r>
            <a:r>
              <a:rPr lang="en-PH" sz="3900" dirty="0"/>
              <a:t> Padre </a:t>
            </a:r>
            <a:r>
              <a:rPr lang="en-PH" sz="3900" dirty="0" err="1"/>
              <a:t>Damaso</a:t>
            </a:r>
            <a:r>
              <a:rPr lang="en-PH" sz="3900" dirty="0"/>
              <a:t> ng </a:t>
            </a:r>
            <a:r>
              <a:rPr lang="en-PH" sz="3900" dirty="0" err="1"/>
              <a:t>inihanda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kaniya</a:t>
            </a:r>
            <a:r>
              <a:rPr lang="en-PH" sz="3900" dirty="0"/>
              <a:t> ang </a:t>
            </a:r>
            <a:r>
              <a:rPr lang="en-PH" sz="3900" dirty="0" err="1"/>
              <a:t>tinola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puro </a:t>
            </a:r>
            <a:r>
              <a:rPr lang="en-PH" sz="3900" dirty="0" err="1"/>
              <a:t>upo</a:t>
            </a:r>
            <a:r>
              <a:rPr lang="en-PH" sz="3900" dirty="0"/>
              <a:t>, </a:t>
            </a:r>
            <a:r>
              <a:rPr lang="en-PH" sz="3900" dirty="0" err="1"/>
              <a:t>leeg</a:t>
            </a:r>
            <a:r>
              <a:rPr lang="en-PH" sz="3900" dirty="0"/>
              <a:t>, at </a:t>
            </a:r>
            <a:r>
              <a:rPr lang="en-PH" sz="3900" dirty="0" err="1"/>
              <a:t>pakpak</a:t>
            </a:r>
            <a:r>
              <a:rPr lang="en-PH" sz="3900" dirty="0"/>
              <a:t>. </a:t>
            </a:r>
            <a:r>
              <a:rPr lang="en-PH" sz="3900" dirty="0" err="1"/>
              <a:t>Habang</a:t>
            </a:r>
            <a:r>
              <a:rPr lang="en-PH" sz="3900" dirty="0"/>
              <a:t> ang </a:t>
            </a:r>
            <a:r>
              <a:rPr lang="en-PH" sz="3900" dirty="0" err="1"/>
              <a:t>inihanda</a:t>
            </a:r>
            <a:r>
              <a:rPr lang="en-PH" sz="3900" dirty="0"/>
              <a:t> </a:t>
            </a:r>
            <a:r>
              <a:rPr lang="en-PH" sz="3900" dirty="0" err="1"/>
              <a:t>naman</a:t>
            </a:r>
            <a:r>
              <a:rPr lang="en-PH" sz="3900" dirty="0"/>
              <a:t> kay Ibarra ay puro </a:t>
            </a:r>
            <a:r>
              <a:rPr lang="en-PH" sz="3900" dirty="0" err="1"/>
              <a:t>masasarap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bahagi</a:t>
            </a:r>
            <a:r>
              <a:rPr lang="en-PH" sz="3900" dirty="0"/>
              <a:t> ng </a:t>
            </a:r>
            <a:r>
              <a:rPr lang="en-PH" sz="3900" dirty="0" err="1"/>
              <a:t>tinola</a:t>
            </a:r>
            <a:r>
              <a:rPr lang="en-PH" sz="3900" dirty="0"/>
              <a:t> </a:t>
            </a:r>
            <a:r>
              <a:rPr lang="en-PH" sz="3900" dirty="0" err="1"/>
              <a:t>dahil</a:t>
            </a:r>
            <a:r>
              <a:rPr lang="en-PH" sz="3900" dirty="0"/>
              <a:t> </a:t>
            </a:r>
            <a:r>
              <a:rPr lang="en-PH" sz="3900" dirty="0" err="1"/>
              <a:t>niluto</a:t>
            </a:r>
            <a:r>
              <a:rPr lang="en-PH" sz="3900" dirty="0"/>
              <a:t> </a:t>
            </a:r>
            <a:r>
              <a:rPr lang="en-PH" sz="3900" dirty="0" err="1"/>
              <a:t>naman</a:t>
            </a:r>
            <a:r>
              <a:rPr lang="en-PH" sz="3900" dirty="0"/>
              <a:t> </a:t>
            </a:r>
            <a:r>
              <a:rPr lang="en-PH" sz="3900" dirty="0" err="1"/>
              <a:t>talaga</a:t>
            </a:r>
            <a:r>
              <a:rPr lang="en-PH" sz="3900" dirty="0"/>
              <a:t> </a:t>
            </a:r>
            <a:r>
              <a:rPr lang="en-PH" sz="3900" dirty="0" err="1"/>
              <a:t>ito</a:t>
            </a:r>
            <a:r>
              <a:rPr lang="en-PH" sz="3900" dirty="0"/>
              <a:t> para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kanya</a:t>
            </a:r>
            <a:r>
              <a:rPr lang="en-PH" sz="39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23045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3: Ang Hapunan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058779"/>
            <a:ext cx="11328934" cy="5062887"/>
          </a:xfrm>
        </p:spPr>
        <p:txBody>
          <a:bodyPr>
            <a:normAutofit fontScale="92500" lnSpcReduction="20000"/>
          </a:bodyPr>
          <a:lstStyle/>
          <a:p>
            <a:r>
              <a:rPr lang="en-PH" sz="3600" dirty="0" err="1"/>
              <a:t>Habang</a:t>
            </a:r>
            <a:r>
              <a:rPr lang="en-PH" sz="3600" dirty="0"/>
              <a:t>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hapagkainan</a:t>
            </a:r>
            <a:r>
              <a:rPr lang="en-PH" sz="3600" dirty="0"/>
              <a:t>, </a:t>
            </a:r>
            <a:r>
              <a:rPr lang="en-PH" sz="3600" dirty="0" err="1"/>
              <a:t>patuloy</a:t>
            </a:r>
            <a:r>
              <a:rPr lang="en-PH" sz="3600" dirty="0"/>
              <a:t> ang </a:t>
            </a:r>
            <a:r>
              <a:rPr lang="en-PH" sz="3600" dirty="0" err="1"/>
              <a:t>pakikipag-usap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iba</a:t>
            </a:r>
            <a:r>
              <a:rPr lang="en-PH" sz="3600" dirty="0"/>
              <a:t> pang </a:t>
            </a:r>
            <a:r>
              <a:rPr lang="en-PH" sz="3600" dirty="0" err="1"/>
              <a:t>panauhin</a:t>
            </a:r>
            <a:r>
              <a:rPr lang="en-PH" sz="3600" dirty="0"/>
              <a:t>. </a:t>
            </a:r>
            <a:r>
              <a:rPr lang="en-PH" sz="3600" dirty="0" err="1"/>
              <a:t>Batay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sagot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tanong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Laruja</a:t>
            </a:r>
            <a:r>
              <a:rPr lang="en-PH" sz="3600" dirty="0"/>
              <a:t>,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mahigit</a:t>
            </a:r>
            <a:r>
              <a:rPr lang="en-PH" sz="3600" dirty="0"/>
              <a:t> </a:t>
            </a:r>
            <a:r>
              <a:rPr lang="en-PH" sz="3600" dirty="0" err="1"/>
              <a:t>pitong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nawala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Pilipinas</a:t>
            </a:r>
            <a:r>
              <a:rPr lang="en-PH" sz="3600" dirty="0"/>
              <a:t> </a:t>
            </a:r>
            <a:r>
              <a:rPr lang="en-PH" sz="3600" dirty="0" err="1"/>
              <a:t>pero</a:t>
            </a:r>
            <a:r>
              <a:rPr lang="en-PH" sz="3600" dirty="0"/>
              <a:t> </a:t>
            </a:r>
            <a:r>
              <a:rPr lang="en-PH" sz="3600" dirty="0" err="1"/>
              <a:t>kahit</a:t>
            </a:r>
            <a:r>
              <a:rPr lang="en-PH" sz="3600" dirty="0"/>
              <a:t> </a:t>
            </a:r>
            <a:r>
              <a:rPr lang="en-PH" sz="3600" dirty="0" err="1"/>
              <a:t>kailan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nakalimutan</a:t>
            </a:r>
            <a:r>
              <a:rPr lang="en-PH" sz="3600" dirty="0"/>
              <a:t>.</a:t>
            </a:r>
          </a:p>
          <a:p>
            <a:r>
              <a:rPr lang="en-PH" sz="3600" dirty="0"/>
              <a:t>Sa </a:t>
            </a:r>
            <a:r>
              <a:rPr lang="en-PH" sz="3600" dirty="0" err="1"/>
              <a:t>halip</a:t>
            </a:r>
            <a:r>
              <a:rPr lang="en-PH" sz="3600" dirty="0"/>
              <a:t>, ang </a:t>
            </a:r>
            <a:r>
              <a:rPr lang="en-PH" sz="3600" dirty="0" err="1"/>
              <a:t>Pilipinas</a:t>
            </a:r>
            <a:r>
              <a:rPr lang="en-PH" sz="3600" dirty="0"/>
              <a:t> pa ang </a:t>
            </a:r>
            <a:r>
              <a:rPr lang="en-PH" sz="3600" dirty="0" err="1"/>
              <a:t>nakalimot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wala</a:t>
            </a:r>
            <a:r>
              <a:rPr lang="en-PH" sz="3600" dirty="0"/>
              <a:t> man lang </a:t>
            </a:r>
            <a:r>
              <a:rPr lang="en-PH" sz="3600" dirty="0" err="1"/>
              <a:t>nagbalita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ng </a:t>
            </a:r>
            <a:r>
              <a:rPr lang="en-PH" sz="3600" dirty="0" err="1"/>
              <a:t>kinahantungan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Don Rafael. </a:t>
            </a:r>
            <a:r>
              <a:rPr lang="en-PH" sz="3600" dirty="0" err="1"/>
              <a:t>Tinanong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Donya Victorina kung </a:t>
            </a:r>
            <a:r>
              <a:rPr lang="en-PH" sz="3600" dirty="0" err="1"/>
              <a:t>bakit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tumelegrama</a:t>
            </a:r>
            <a:r>
              <a:rPr lang="en-PH" sz="3600" dirty="0"/>
              <a:t>. Ito ay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ibang</a:t>
            </a:r>
            <a:r>
              <a:rPr lang="en-PH" sz="3600" dirty="0"/>
              <a:t> bayan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taon</a:t>
            </a:r>
            <a:r>
              <a:rPr lang="en-PH" sz="36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3418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4: Erehe at Pilibustero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405288"/>
            <a:ext cx="11328934" cy="4812632"/>
          </a:xfrm>
        </p:spPr>
        <p:txBody>
          <a:bodyPr>
            <a:normAutofit fontScale="85000" lnSpcReduction="10000"/>
          </a:bodyPr>
          <a:lstStyle/>
          <a:p>
            <a:r>
              <a:rPr lang="en-PH" sz="4700" dirty="0" err="1"/>
              <a:t>Lumabas</a:t>
            </a:r>
            <a:r>
              <a:rPr lang="en-PH" sz="4700" dirty="0"/>
              <a:t> </a:t>
            </a:r>
            <a:r>
              <a:rPr lang="en-PH" sz="4700" dirty="0" err="1"/>
              <a:t>si</a:t>
            </a:r>
            <a:r>
              <a:rPr lang="en-PH" sz="4700" dirty="0"/>
              <a:t> Ibarra </a:t>
            </a:r>
            <a:r>
              <a:rPr lang="en-PH" sz="4700" dirty="0" err="1"/>
              <a:t>upang</a:t>
            </a:r>
            <a:r>
              <a:rPr lang="en-PH" sz="4700" dirty="0"/>
              <a:t> </a:t>
            </a:r>
            <a:r>
              <a:rPr lang="en-PH" sz="4700" dirty="0" err="1"/>
              <a:t>makalanghap</a:t>
            </a:r>
            <a:r>
              <a:rPr lang="en-PH" sz="4700" dirty="0"/>
              <a:t> ng </a:t>
            </a:r>
            <a:r>
              <a:rPr lang="en-PH" sz="4700" dirty="0" err="1"/>
              <a:t>sariwang</a:t>
            </a:r>
            <a:r>
              <a:rPr lang="en-PH" sz="4700" dirty="0"/>
              <a:t> </a:t>
            </a:r>
            <a:r>
              <a:rPr lang="en-PH" sz="4700" dirty="0" err="1"/>
              <a:t>hangin</a:t>
            </a:r>
            <a:r>
              <a:rPr lang="en-PH" sz="4700" dirty="0"/>
              <a:t>. </a:t>
            </a:r>
            <a:r>
              <a:rPr lang="en-PH" sz="4700" dirty="0" err="1"/>
              <a:t>Binaybay</a:t>
            </a:r>
            <a:r>
              <a:rPr lang="en-PH" sz="4700" dirty="0"/>
              <a:t> </a:t>
            </a:r>
            <a:r>
              <a:rPr lang="en-PH" sz="4700" dirty="0" err="1"/>
              <a:t>niya</a:t>
            </a:r>
            <a:r>
              <a:rPr lang="en-PH" sz="4700" dirty="0"/>
              <a:t> ang </a:t>
            </a:r>
            <a:r>
              <a:rPr lang="en-PH" sz="4700" dirty="0" err="1"/>
              <a:t>daan</a:t>
            </a:r>
            <a:r>
              <a:rPr lang="en-PH" sz="4700" dirty="0"/>
              <a:t> </a:t>
            </a:r>
            <a:r>
              <a:rPr lang="en-PH" sz="4700" dirty="0" err="1"/>
              <a:t>papuntang</a:t>
            </a:r>
            <a:r>
              <a:rPr lang="en-PH" sz="4700" dirty="0"/>
              <a:t> </a:t>
            </a:r>
            <a:r>
              <a:rPr lang="en-PH" sz="4700" dirty="0" err="1"/>
              <a:t>plasa</a:t>
            </a:r>
            <a:r>
              <a:rPr lang="en-PH" sz="4700" dirty="0"/>
              <a:t> ng </a:t>
            </a:r>
            <a:r>
              <a:rPr lang="en-PH" sz="4700" dirty="0" err="1"/>
              <a:t>Binondo</a:t>
            </a:r>
            <a:r>
              <a:rPr lang="en-PH" sz="4700" dirty="0"/>
              <a:t>.</a:t>
            </a:r>
          </a:p>
          <a:p>
            <a:r>
              <a:rPr lang="en-PH" sz="4700" dirty="0" err="1"/>
              <a:t>Napansin</a:t>
            </a:r>
            <a:r>
              <a:rPr lang="en-PH" sz="4700" dirty="0"/>
              <a:t> </a:t>
            </a:r>
            <a:r>
              <a:rPr lang="en-PH" sz="4700" dirty="0" err="1"/>
              <a:t>niya</a:t>
            </a:r>
            <a:r>
              <a:rPr lang="en-PH" sz="4700" dirty="0"/>
              <a:t> </a:t>
            </a:r>
            <a:r>
              <a:rPr lang="en-PH" sz="4700" dirty="0" err="1"/>
              <a:t>na</a:t>
            </a:r>
            <a:r>
              <a:rPr lang="en-PH" sz="4700" dirty="0"/>
              <a:t> </a:t>
            </a:r>
            <a:r>
              <a:rPr lang="en-PH" sz="4700" dirty="0" err="1"/>
              <a:t>ganun</a:t>
            </a:r>
            <a:r>
              <a:rPr lang="en-PH" sz="4700" dirty="0"/>
              <a:t> </a:t>
            </a:r>
            <a:r>
              <a:rPr lang="en-PH" sz="4700" dirty="0" err="1"/>
              <a:t>parin</a:t>
            </a:r>
            <a:r>
              <a:rPr lang="en-PH" sz="4700" dirty="0"/>
              <a:t> ang </a:t>
            </a:r>
            <a:r>
              <a:rPr lang="en-PH" sz="4700" dirty="0" err="1"/>
              <a:t>itsura</a:t>
            </a:r>
            <a:r>
              <a:rPr lang="en-PH" sz="4700" dirty="0"/>
              <a:t> ng </a:t>
            </a:r>
            <a:r>
              <a:rPr lang="en-PH" sz="4700" dirty="0" err="1"/>
              <a:t>lugar</a:t>
            </a:r>
            <a:r>
              <a:rPr lang="en-PH" sz="4700" dirty="0"/>
              <a:t>. </a:t>
            </a:r>
            <a:r>
              <a:rPr lang="en-PH" sz="4700" dirty="0" err="1"/>
              <a:t>Pitong</a:t>
            </a:r>
            <a:r>
              <a:rPr lang="en-PH" sz="4700" dirty="0"/>
              <a:t> </a:t>
            </a:r>
            <a:r>
              <a:rPr lang="en-PH" sz="4700" dirty="0" err="1"/>
              <a:t>taon</a:t>
            </a:r>
            <a:r>
              <a:rPr lang="en-PH" sz="4700" dirty="0"/>
              <a:t> </a:t>
            </a:r>
            <a:r>
              <a:rPr lang="en-PH" sz="4700" dirty="0" err="1"/>
              <a:t>siya</a:t>
            </a:r>
            <a:r>
              <a:rPr lang="en-PH" sz="4700" dirty="0"/>
              <a:t> </a:t>
            </a:r>
            <a:r>
              <a:rPr lang="en-PH" sz="4700" dirty="0" err="1"/>
              <a:t>nawala</a:t>
            </a:r>
            <a:r>
              <a:rPr lang="en-PH" sz="4700" dirty="0"/>
              <a:t> </a:t>
            </a:r>
            <a:r>
              <a:rPr lang="en-PH" sz="4700" dirty="0" err="1"/>
              <a:t>pero</a:t>
            </a:r>
            <a:r>
              <a:rPr lang="en-PH" sz="4700" dirty="0"/>
              <a:t> parang </a:t>
            </a:r>
            <a:r>
              <a:rPr lang="en-PH" sz="4700" dirty="0" err="1"/>
              <a:t>nawala</a:t>
            </a:r>
            <a:r>
              <a:rPr lang="en-PH" sz="4700" dirty="0"/>
              <a:t> lang </a:t>
            </a:r>
            <a:r>
              <a:rPr lang="en-PH" sz="4700" dirty="0" err="1"/>
              <a:t>siya</a:t>
            </a:r>
            <a:r>
              <a:rPr lang="en-PH" sz="4700" dirty="0"/>
              <a:t> ng </a:t>
            </a:r>
            <a:r>
              <a:rPr lang="en-PH" sz="4700" dirty="0" err="1"/>
              <a:t>napakaikling</a:t>
            </a:r>
            <a:r>
              <a:rPr lang="en-PH" sz="4700" dirty="0"/>
              <a:t> </a:t>
            </a:r>
            <a:r>
              <a:rPr lang="en-PH" sz="4700" dirty="0" err="1"/>
              <a:t>gabi</a:t>
            </a:r>
            <a:r>
              <a:rPr lang="en-PH" sz="4700" dirty="0"/>
              <a:t> </a:t>
            </a:r>
            <a:r>
              <a:rPr lang="en-PH" sz="4700" dirty="0" err="1"/>
              <a:t>dahil</a:t>
            </a:r>
            <a:r>
              <a:rPr lang="en-PH" sz="4700" dirty="0"/>
              <a:t> </a:t>
            </a:r>
            <a:r>
              <a:rPr lang="en-PH" sz="4700" dirty="0" err="1"/>
              <a:t>wala</a:t>
            </a:r>
            <a:r>
              <a:rPr lang="en-PH" sz="4700" dirty="0"/>
              <a:t> man lang </a:t>
            </a:r>
            <a:r>
              <a:rPr lang="en-PH" sz="4700" dirty="0" err="1"/>
              <a:t>nagbago</a:t>
            </a:r>
            <a:r>
              <a:rPr lang="en-PH" sz="4700" dirty="0"/>
              <a:t>.</a:t>
            </a:r>
          </a:p>
          <a:p>
            <a:r>
              <a:rPr lang="en-PH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55390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4: Erehe at Pilibustero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405288"/>
            <a:ext cx="11328934" cy="4841508"/>
          </a:xfrm>
        </p:spPr>
        <p:txBody>
          <a:bodyPr>
            <a:normAutofit fontScale="92500"/>
          </a:bodyPr>
          <a:lstStyle/>
          <a:p>
            <a:pPr algn="just"/>
            <a:r>
              <a:rPr lang="en-PH" sz="2800" dirty="0" err="1"/>
              <a:t>Nandoon</a:t>
            </a:r>
            <a:r>
              <a:rPr lang="en-PH" sz="2800" dirty="0"/>
              <a:t> </a:t>
            </a:r>
            <a:r>
              <a:rPr lang="en-PH" sz="2800" dirty="0" err="1"/>
              <a:t>parin</a:t>
            </a:r>
            <a:r>
              <a:rPr lang="en-PH" sz="2800" dirty="0"/>
              <a:t> ang </a:t>
            </a:r>
            <a:r>
              <a:rPr lang="en-PH" sz="2800" dirty="0" err="1"/>
              <a:t>ang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tindera</a:t>
            </a:r>
            <a:r>
              <a:rPr lang="en-PH" sz="2800" dirty="0"/>
              <a:t> ng </a:t>
            </a:r>
            <a:r>
              <a:rPr lang="en-PH" sz="2800" dirty="0" err="1"/>
              <a:t>prutas</a:t>
            </a:r>
            <a:r>
              <a:rPr lang="en-PH" sz="2800" dirty="0"/>
              <a:t> at </a:t>
            </a:r>
            <a:r>
              <a:rPr lang="en-PH" sz="2800" dirty="0" err="1"/>
              <a:t>gulay</a:t>
            </a:r>
            <a:r>
              <a:rPr lang="en-PH" sz="2800" dirty="0"/>
              <a:t> </a:t>
            </a:r>
            <a:r>
              <a:rPr lang="en-PH" sz="2800" dirty="0" err="1"/>
              <a:t>bago</a:t>
            </a:r>
            <a:r>
              <a:rPr lang="en-PH" sz="2800" dirty="0"/>
              <a:t> </a:t>
            </a:r>
            <a:r>
              <a:rPr lang="en-PH" sz="2800" dirty="0" err="1"/>
              <a:t>siya</a:t>
            </a:r>
            <a:r>
              <a:rPr lang="en-PH" sz="2800" dirty="0"/>
              <a:t> </a:t>
            </a:r>
            <a:r>
              <a:rPr lang="en-PH" sz="2800" dirty="0" err="1"/>
              <a:t>umalis</a:t>
            </a:r>
            <a:r>
              <a:rPr lang="en-PH" sz="2800" dirty="0"/>
              <a:t> </a:t>
            </a:r>
            <a:r>
              <a:rPr lang="en-PH" sz="2800" dirty="0" err="1"/>
              <a:t>papuntang</a:t>
            </a:r>
            <a:r>
              <a:rPr lang="en-PH" sz="2800" dirty="0"/>
              <a:t> Europa. Sa </a:t>
            </a:r>
            <a:r>
              <a:rPr lang="en-PH" sz="2800" dirty="0" err="1"/>
              <a:t>paningin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Ibarra ay </a:t>
            </a:r>
            <a:r>
              <a:rPr lang="en-PH" sz="2800" dirty="0" err="1"/>
              <a:t>wala</a:t>
            </a:r>
            <a:r>
              <a:rPr lang="en-PH" sz="2800" dirty="0"/>
              <a:t> man lang </a:t>
            </a:r>
            <a:r>
              <a:rPr lang="en-PH" sz="2800" dirty="0" err="1"/>
              <a:t>pag-unlad</a:t>
            </a:r>
            <a:r>
              <a:rPr lang="en-PH" sz="2800" dirty="0"/>
              <a:t> ang </a:t>
            </a:r>
            <a:r>
              <a:rPr lang="en-PH" sz="2800" dirty="0" err="1"/>
              <a:t>siyudad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iyon</a:t>
            </a:r>
            <a:r>
              <a:rPr lang="en-PH" sz="2800" dirty="0"/>
              <a:t>.</a:t>
            </a:r>
          </a:p>
          <a:p>
            <a:pPr algn="just"/>
            <a:r>
              <a:rPr lang="en-PH" sz="2800" dirty="0" err="1"/>
              <a:t>Habang</a:t>
            </a:r>
            <a:r>
              <a:rPr lang="en-PH" sz="2800" dirty="0"/>
              <a:t> </a:t>
            </a:r>
            <a:r>
              <a:rPr lang="en-PH" sz="2800" dirty="0" err="1"/>
              <a:t>pinagmamasdan</a:t>
            </a:r>
            <a:r>
              <a:rPr lang="en-PH" sz="2800" dirty="0"/>
              <a:t> ang </a:t>
            </a:r>
            <a:r>
              <a:rPr lang="en-PH" sz="2800" dirty="0" err="1"/>
              <a:t>paligid</a:t>
            </a:r>
            <a:r>
              <a:rPr lang="en-PH" sz="2800" dirty="0"/>
              <a:t> may </a:t>
            </a:r>
            <a:r>
              <a:rPr lang="en-PH" sz="2800" dirty="0" err="1"/>
              <a:t>naramdaman</a:t>
            </a:r>
            <a:r>
              <a:rPr lang="en-PH" sz="2800" dirty="0"/>
              <a:t> </a:t>
            </a:r>
            <a:r>
              <a:rPr lang="en-PH" sz="2800" dirty="0" err="1"/>
              <a:t>siyang</a:t>
            </a:r>
            <a:r>
              <a:rPr lang="en-PH" sz="2800" dirty="0"/>
              <a:t> </a:t>
            </a:r>
            <a:r>
              <a:rPr lang="en-PH" sz="2800" dirty="0" err="1"/>
              <a:t>tumapik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kaniyang</a:t>
            </a:r>
            <a:r>
              <a:rPr lang="en-PH" sz="2800" dirty="0"/>
              <a:t> </a:t>
            </a:r>
            <a:r>
              <a:rPr lang="en-PH" sz="2800" dirty="0" err="1"/>
              <a:t>balikat</a:t>
            </a:r>
            <a:r>
              <a:rPr lang="en-PH" sz="2800" dirty="0"/>
              <a:t>. </a:t>
            </a:r>
            <a:r>
              <a:rPr lang="en-PH" sz="2800" dirty="0" err="1"/>
              <a:t>Naroon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</a:t>
            </a:r>
            <a:r>
              <a:rPr lang="en-PH" sz="2800" dirty="0" err="1"/>
              <a:t>Tinyente</a:t>
            </a:r>
            <a:r>
              <a:rPr lang="en-PH" sz="2800" dirty="0"/>
              <a:t> Guevarra. </a:t>
            </a:r>
            <a:r>
              <a:rPr lang="en-PH" sz="2800" dirty="0" err="1"/>
              <a:t>Nagtanong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Ibarra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tinyente</a:t>
            </a:r>
            <a:r>
              <a:rPr lang="en-PH" sz="2800" dirty="0"/>
              <a:t> kung </a:t>
            </a:r>
            <a:r>
              <a:rPr lang="en-PH" sz="2800" dirty="0" err="1"/>
              <a:t>alam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</a:t>
            </a:r>
            <a:r>
              <a:rPr lang="en-PH" sz="2800" dirty="0" err="1"/>
              <a:t>ba</a:t>
            </a:r>
            <a:r>
              <a:rPr lang="en-PH" sz="2800" dirty="0"/>
              <a:t> ang </a:t>
            </a:r>
            <a:r>
              <a:rPr lang="en-PH" sz="2800" dirty="0" err="1"/>
              <a:t>dahilan</a:t>
            </a:r>
            <a:r>
              <a:rPr lang="en-PH" sz="2800" dirty="0"/>
              <a:t> ng </a:t>
            </a:r>
            <a:r>
              <a:rPr lang="en-PH" sz="2800" dirty="0" err="1"/>
              <a:t>pagkabilanggo</a:t>
            </a:r>
            <a:r>
              <a:rPr lang="en-PH" sz="2800" dirty="0"/>
              <a:t> ng ama.</a:t>
            </a:r>
          </a:p>
          <a:p>
            <a:pPr algn="just"/>
            <a:r>
              <a:rPr lang="en-PH" sz="2800" dirty="0" err="1"/>
              <a:t>Isinalaysay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</a:t>
            </a:r>
            <a:r>
              <a:rPr lang="en-PH" sz="2800" dirty="0" err="1"/>
              <a:t>Tinyente</a:t>
            </a:r>
            <a:r>
              <a:rPr lang="en-PH" sz="2800" dirty="0"/>
              <a:t> Guevarra ang </a:t>
            </a:r>
            <a:r>
              <a:rPr lang="en-PH" sz="2800" dirty="0" err="1"/>
              <a:t>dahilan</a:t>
            </a:r>
            <a:r>
              <a:rPr lang="en-PH" sz="2800" dirty="0"/>
              <a:t> </a:t>
            </a:r>
            <a:r>
              <a:rPr lang="en-PH" sz="2800" dirty="0" err="1"/>
              <a:t>habang</a:t>
            </a:r>
            <a:r>
              <a:rPr lang="en-PH" sz="2800" dirty="0"/>
              <a:t> </a:t>
            </a:r>
            <a:r>
              <a:rPr lang="en-PH" sz="2800" dirty="0" err="1"/>
              <a:t>sila</a:t>
            </a:r>
            <a:r>
              <a:rPr lang="en-PH" sz="2800" dirty="0"/>
              <a:t> ay </a:t>
            </a:r>
            <a:r>
              <a:rPr lang="en-PH" sz="2800" dirty="0" err="1"/>
              <a:t>pabalik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kwartel</a:t>
            </a:r>
            <a:r>
              <a:rPr lang="en-PH" sz="2800" dirty="0"/>
              <a:t>. Ayon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kwento</a:t>
            </a:r>
            <a:r>
              <a:rPr lang="en-PH" sz="2800" dirty="0"/>
              <a:t> ng </a:t>
            </a:r>
            <a:r>
              <a:rPr lang="en-PH" sz="2800" dirty="0" err="1"/>
              <a:t>tinyente</a:t>
            </a:r>
            <a:r>
              <a:rPr lang="en-PH" sz="2800" dirty="0"/>
              <a:t>, </a:t>
            </a:r>
            <a:r>
              <a:rPr lang="en-PH" sz="2800" dirty="0" err="1"/>
              <a:t>si</a:t>
            </a:r>
            <a:r>
              <a:rPr lang="en-PH" sz="2800" dirty="0"/>
              <a:t> Don Rafael ang </a:t>
            </a:r>
            <a:r>
              <a:rPr lang="en-PH" sz="2800" dirty="0" err="1"/>
              <a:t>pinakamayan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kanyang</a:t>
            </a:r>
            <a:r>
              <a:rPr lang="en-PH" sz="2800" dirty="0"/>
              <a:t> </a:t>
            </a:r>
            <a:r>
              <a:rPr lang="en-PH" sz="2800" dirty="0" err="1"/>
              <a:t>lalawigan</a:t>
            </a:r>
            <a:r>
              <a:rPr lang="en-PH" sz="2800" dirty="0"/>
              <a:t>. </a:t>
            </a:r>
            <a:r>
              <a:rPr lang="en-PH" sz="2800" dirty="0" err="1"/>
              <a:t>Marami</a:t>
            </a:r>
            <a:r>
              <a:rPr lang="en-PH" sz="2800" dirty="0"/>
              <a:t> ang </a:t>
            </a:r>
            <a:r>
              <a:rPr lang="en-PH" sz="2800" dirty="0" err="1"/>
              <a:t>gumagalang</a:t>
            </a:r>
            <a:r>
              <a:rPr lang="en-PH" sz="2800" dirty="0"/>
              <a:t> at </a:t>
            </a:r>
            <a:r>
              <a:rPr lang="en-PH" sz="2800" dirty="0" err="1"/>
              <a:t>nagmamahal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kaniya</a:t>
            </a:r>
            <a:r>
              <a:rPr lang="en-PH" sz="2800" dirty="0"/>
              <a:t>, </a:t>
            </a:r>
            <a:r>
              <a:rPr lang="en-PH" sz="2800" dirty="0" err="1"/>
              <a:t>meron</a:t>
            </a:r>
            <a:r>
              <a:rPr lang="en-PH" sz="2800" dirty="0"/>
              <a:t> din </a:t>
            </a:r>
            <a:r>
              <a:rPr lang="en-PH" sz="2800" dirty="0" err="1"/>
              <a:t>namang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galit</a:t>
            </a:r>
            <a:r>
              <a:rPr lang="en-PH" sz="2800" dirty="0"/>
              <a:t> at </a:t>
            </a:r>
            <a:r>
              <a:rPr lang="en-PH" sz="2800" dirty="0" err="1"/>
              <a:t>naiinggit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47340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4: Erehe at Pilibustero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4893555"/>
          </a:xfrm>
        </p:spPr>
        <p:txBody>
          <a:bodyPr>
            <a:normAutofit/>
          </a:bodyPr>
          <a:lstStyle/>
          <a:p>
            <a:r>
              <a:rPr lang="en-PH" sz="3600" dirty="0" err="1"/>
              <a:t>Ilang</a:t>
            </a:r>
            <a:r>
              <a:rPr lang="en-PH" sz="3600" dirty="0"/>
              <a:t> </a:t>
            </a:r>
            <a:r>
              <a:rPr lang="en-PH" sz="3600" dirty="0" err="1"/>
              <a:t>buwan</a:t>
            </a:r>
            <a:r>
              <a:rPr lang="en-PH" sz="3600" dirty="0"/>
              <a:t> </a:t>
            </a:r>
            <a:r>
              <a:rPr lang="en-PH" sz="3600" dirty="0" err="1"/>
              <a:t>matapos</a:t>
            </a:r>
            <a:r>
              <a:rPr lang="en-PH" sz="3600" dirty="0"/>
              <a:t> ang </a:t>
            </a:r>
            <a:r>
              <a:rPr lang="en-PH" sz="3600" dirty="0" err="1"/>
              <a:t>pag-alis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Ibarra, </a:t>
            </a: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mainit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isa’t-isa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Don Rafael at Padre </a:t>
            </a:r>
            <a:r>
              <a:rPr lang="en-PH" sz="3600" dirty="0" err="1"/>
              <a:t>Damaso</a:t>
            </a:r>
            <a:r>
              <a:rPr lang="en-PH" sz="3600" dirty="0"/>
              <a:t>. </a:t>
            </a:r>
            <a:r>
              <a:rPr lang="en-PH" sz="3600" dirty="0" err="1"/>
              <a:t>Inakusahan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Don Rafael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nangungumpisal</a:t>
            </a:r>
            <a:r>
              <a:rPr lang="en-PH" sz="3600" dirty="0"/>
              <a:t>.</a:t>
            </a:r>
          </a:p>
          <a:p>
            <a:r>
              <a:rPr lang="en-PH" sz="3600" dirty="0" err="1"/>
              <a:t>Nung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panahon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 ay </a:t>
            </a:r>
            <a:r>
              <a:rPr lang="en-PH" sz="3600" dirty="0" err="1"/>
              <a:t>mayroong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Kastilang</a:t>
            </a:r>
            <a:r>
              <a:rPr lang="en-PH" sz="3600" dirty="0"/>
              <a:t> </a:t>
            </a:r>
            <a:r>
              <a:rPr lang="en-PH" sz="3600" dirty="0" err="1"/>
              <a:t>artilyero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tampulan</a:t>
            </a:r>
            <a:r>
              <a:rPr lang="en-PH" sz="3600" dirty="0"/>
              <a:t> ng </a:t>
            </a:r>
            <a:r>
              <a:rPr lang="en-PH" sz="3600" dirty="0" err="1"/>
              <a:t>tukso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kamang-mangan</a:t>
            </a:r>
            <a:r>
              <a:rPr lang="en-PH" sz="3600" dirty="0"/>
              <a:t>. Isang </a:t>
            </a:r>
            <a:r>
              <a:rPr lang="en-PH" sz="3600" dirty="0" err="1"/>
              <a:t>araw</a:t>
            </a:r>
            <a:r>
              <a:rPr lang="en-PH" sz="3600" dirty="0"/>
              <a:t> ay </a:t>
            </a:r>
            <a:r>
              <a:rPr lang="en-PH" sz="3600" dirty="0" err="1"/>
              <a:t>binigyan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dokumento</a:t>
            </a:r>
            <a:r>
              <a:rPr lang="en-PH" sz="3600" dirty="0"/>
              <a:t> ang </a:t>
            </a:r>
            <a:r>
              <a:rPr lang="en-PH" sz="3600" dirty="0" err="1"/>
              <a:t>artilyero</a:t>
            </a:r>
            <a:r>
              <a:rPr lang="en-PH" sz="3600" dirty="0"/>
              <a:t>, </a:t>
            </a:r>
            <a:r>
              <a:rPr lang="en-PH" sz="3600" dirty="0" err="1"/>
              <a:t>nagdunung-dunungan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pagbasa</a:t>
            </a:r>
            <a:r>
              <a:rPr lang="en-PH" sz="36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39269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4: Erehe at Pilibustero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86038"/>
            <a:ext cx="11328934" cy="4995511"/>
          </a:xfrm>
        </p:spPr>
        <p:txBody>
          <a:bodyPr>
            <a:normAutofit/>
          </a:bodyPr>
          <a:lstStyle/>
          <a:p>
            <a:r>
              <a:rPr lang="en-PH" sz="3200" dirty="0" err="1"/>
              <a:t>Pinagtatawanan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ng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grupo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bata</a:t>
            </a:r>
            <a:r>
              <a:rPr lang="en-PH" sz="3200" dirty="0"/>
              <a:t>. Sa </a:t>
            </a:r>
            <a:r>
              <a:rPr lang="en-PH" sz="3200" dirty="0" err="1"/>
              <a:t>galit</a:t>
            </a:r>
            <a:r>
              <a:rPr lang="en-PH" sz="3200" dirty="0"/>
              <a:t> ng </a:t>
            </a:r>
            <a:r>
              <a:rPr lang="en-PH" sz="3200" dirty="0" err="1"/>
              <a:t>kastila</a:t>
            </a:r>
            <a:r>
              <a:rPr lang="en-PH" sz="3200" dirty="0"/>
              <a:t> ay </a:t>
            </a:r>
            <a:r>
              <a:rPr lang="en-PH" sz="3200" dirty="0" err="1"/>
              <a:t>hinabol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paslit</a:t>
            </a:r>
            <a:r>
              <a:rPr lang="en-PH" sz="3200" dirty="0"/>
              <a:t>. Nang </a:t>
            </a:r>
            <a:r>
              <a:rPr lang="en-PH" sz="3200" dirty="0" err="1"/>
              <a:t>hindi</a:t>
            </a:r>
            <a:r>
              <a:rPr lang="en-PH" sz="3200" dirty="0"/>
              <a:t> </a:t>
            </a:r>
            <a:r>
              <a:rPr lang="en-PH" sz="3200" dirty="0" err="1"/>
              <a:t>niya</a:t>
            </a:r>
            <a:r>
              <a:rPr lang="en-PH" sz="3200" dirty="0"/>
              <a:t> </a:t>
            </a:r>
            <a:r>
              <a:rPr lang="en-PH" sz="3200" dirty="0" err="1"/>
              <a:t>mahabol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nang-aasar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bata</a:t>
            </a:r>
            <a:r>
              <a:rPr lang="en-PH" sz="3200" dirty="0"/>
              <a:t> ay </a:t>
            </a:r>
            <a:r>
              <a:rPr lang="en-PH" sz="3200" dirty="0" err="1"/>
              <a:t>binato</a:t>
            </a:r>
            <a:r>
              <a:rPr lang="en-PH" sz="3200" dirty="0"/>
              <a:t> </a:t>
            </a:r>
            <a:r>
              <a:rPr lang="en-PH" sz="3200" dirty="0" err="1"/>
              <a:t>niya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ng baston.</a:t>
            </a:r>
          </a:p>
          <a:p>
            <a:r>
              <a:rPr lang="en-PH" sz="3200" dirty="0" err="1"/>
              <a:t>Tumama</a:t>
            </a:r>
            <a:r>
              <a:rPr lang="en-PH" sz="3200" dirty="0"/>
              <a:t> </a:t>
            </a:r>
            <a:r>
              <a:rPr lang="en-PH" sz="3200" dirty="0" err="1"/>
              <a:t>naman</a:t>
            </a:r>
            <a:r>
              <a:rPr lang="en-PH" sz="3200" dirty="0"/>
              <a:t> ang baston </a:t>
            </a:r>
            <a:r>
              <a:rPr lang="en-PH" sz="3200" dirty="0" err="1"/>
              <a:t>sa</a:t>
            </a:r>
            <a:r>
              <a:rPr lang="en-PH" sz="3200" dirty="0"/>
              <a:t> ulo ng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bata</a:t>
            </a:r>
            <a:r>
              <a:rPr lang="en-PH" sz="3200" dirty="0"/>
              <a:t> </a:t>
            </a:r>
            <a:r>
              <a:rPr lang="en-PH" sz="3200" dirty="0" err="1"/>
              <a:t>dahilan</a:t>
            </a:r>
            <a:r>
              <a:rPr lang="en-PH" sz="3200" dirty="0"/>
              <a:t> kung </a:t>
            </a:r>
            <a:r>
              <a:rPr lang="en-PH" sz="3200" dirty="0" err="1"/>
              <a:t>bakit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</a:t>
            </a:r>
            <a:r>
              <a:rPr lang="en-PH" sz="3200" dirty="0" err="1"/>
              <a:t>natumba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kalsada</a:t>
            </a:r>
            <a:r>
              <a:rPr lang="en-PH" sz="3200" dirty="0"/>
              <a:t>. </a:t>
            </a:r>
            <a:r>
              <a:rPr lang="en-PH" sz="3200" dirty="0" err="1"/>
              <a:t>Kinuha</a:t>
            </a:r>
            <a:r>
              <a:rPr lang="en-PH" sz="3200" dirty="0"/>
              <a:t> </a:t>
            </a:r>
            <a:r>
              <a:rPr lang="en-PH" sz="3200" dirty="0" err="1"/>
              <a:t>naman</a:t>
            </a:r>
            <a:r>
              <a:rPr lang="en-PH" sz="3200" dirty="0"/>
              <a:t> ng </a:t>
            </a:r>
            <a:r>
              <a:rPr lang="en-PH" sz="3200" dirty="0" err="1"/>
              <a:t>artilyero</a:t>
            </a:r>
            <a:r>
              <a:rPr lang="en-PH" sz="3200" dirty="0"/>
              <a:t> ang </a:t>
            </a:r>
            <a:r>
              <a:rPr lang="en-PH" sz="3200" dirty="0" err="1"/>
              <a:t>pagkakataon</a:t>
            </a:r>
            <a:r>
              <a:rPr lang="en-PH" sz="3200" dirty="0"/>
              <a:t> para </a:t>
            </a:r>
            <a:r>
              <a:rPr lang="en-PH" sz="3200" dirty="0" err="1"/>
              <a:t>pagsisipain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. </a:t>
            </a:r>
            <a:r>
              <a:rPr lang="en-PH" sz="3200" dirty="0" err="1"/>
              <a:t>Nagkataong</a:t>
            </a:r>
            <a:r>
              <a:rPr lang="en-PH" sz="3200" dirty="0"/>
              <a:t> </a:t>
            </a:r>
            <a:r>
              <a:rPr lang="en-PH" sz="3200" dirty="0" err="1"/>
              <a:t>dumaan</a:t>
            </a:r>
            <a:r>
              <a:rPr lang="en-PH" sz="3200" dirty="0"/>
              <a:t> doon </a:t>
            </a:r>
            <a:r>
              <a:rPr lang="en-PH" sz="3200" dirty="0" err="1"/>
              <a:t>si</a:t>
            </a:r>
            <a:r>
              <a:rPr lang="en-PH" sz="3200" dirty="0"/>
              <a:t> Don Rafael.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19839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4: Erehe at Pilibustero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3"/>
            <a:ext cx="11328934" cy="5297007"/>
          </a:xfrm>
        </p:spPr>
        <p:txBody>
          <a:bodyPr>
            <a:normAutofit fontScale="70000" lnSpcReduction="20000"/>
          </a:bodyPr>
          <a:lstStyle/>
          <a:p>
            <a:r>
              <a:rPr lang="en-PH" sz="4600" dirty="0" err="1"/>
              <a:t>Hinawakan</a:t>
            </a:r>
            <a:r>
              <a:rPr lang="en-PH" sz="4600" dirty="0"/>
              <a:t> </a:t>
            </a:r>
            <a:r>
              <a:rPr lang="en-PH" sz="4600" dirty="0" err="1"/>
              <a:t>agad</a:t>
            </a:r>
            <a:r>
              <a:rPr lang="en-PH" sz="4600" dirty="0"/>
              <a:t> </a:t>
            </a:r>
            <a:r>
              <a:rPr lang="en-PH" sz="4600" dirty="0" err="1"/>
              <a:t>niya</a:t>
            </a:r>
            <a:r>
              <a:rPr lang="en-PH" sz="4600" dirty="0"/>
              <a:t> ang </a:t>
            </a:r>
            <a:r>
              <a:rPr lang="en-PH" sz="4600" dirty="0" err="1"/>
              <a:t>artilyero</a:t>
            </a:r>
            <a:r>
              <a:rPr lang="en-PH" sz="4600" dirty="0"/>
              <a:t> </a:t>
            </a:r>
            <a:r>
              <a:rPr lang="en-PH" sz="4600" dirty="0" err="1"/>
              <a:t>sa</a:t>
            </a:r>
            <a:r>
              <a:rPr lang="en-PH" sz="4600" dirty="0"/>
              <a:t> </a:t>
            </a:r>
            <a:r>
              <a:rPr lang="en-PH" sz="4600" dirty="0" err="1"/>
              <a:t>bisig</a:t>
            </a:r>
            <a:r>
              <a:rPr lang="en-PH" sz="4600" dirty="0"/>
              <a:t> at </a:t>
            </a:r>
            <a:r>
              <a:rPr lang="en-PH" sz="4600" dirty="0" err="1"/>
              <a:t>inawat</a:t>
            </a:r>
            <a:r>
              <a:rPr lang="en-PH" sz="4600" dirty="0"/>
              <a:t> </a:t>
            </a:r>
            <a:r>
              <a:rPr lang="en-PH" sz="4600" dirty="0" err="1"/>
              <a:t>ito</a:t>
            </a:r>
            <a:r>
              <a:rPr lang="en-PH" sz="4600" dirty="0"/>
              <a:t>. Dahil </a:t>
            </a:r>
            <a:r>
              <a:rPr lang="en-PH" sz="4600" dirty="0" err="1"/>
              <a:t>sa</a:t>
            </a:r>
            <a:r>
              <a:rPr lang="en-PH" sz="4600" dirty="0"/>
              <a:t> </a:t>
            </a:r>
            <a:r>
              <a:rPr lang="en-PH" sz="4600" dirty="0" err="1"/>
              <a:t>malaking</a:t>
            </a:r>
            <a:r>
              <a:rPr lang="en-PH" sz="4600" dirty="0"/>
              <a:t> </a:t>
            </a:r>
            <a:r>
              <a:rPr lang="en-PH" sz="4600" dirty="0" err="1"/>
              <a:t>pangangatawang</a:t>
            </a:r>
            <a:r>
              <a:rPr lang="en-PH" sz="4600" dirty="0"/>
              <a:t> </a:t>
            </a:r>
            <a:r>
              <a:rPr lang="en-PH" sz="4600" dirty="0" err="1"/>
              <a:t>ni</a:t>
            </a:r>
            <a:r>
              <a:rPr lang="en-PH" sz="4600" dirty="0"/>
              <a:t> Don Rafael, </a:t>
            </a:r>
            <a:r>
              <a:rPr lang="en-PH" sz="4600" dirty="0" err="1"/>
              <a:t>inakala</a:t>
            </a:r>
            <a:r>
              <a:rPr lang="en-PH" sz="4600" dirty="0"/>
              <a:t> </a:t>
            </a:r>
            <a:r>
              <a:rPr lang="en-PH" sz="4600" dirty="0" err="1"/>
              <a:t>nilang</a:t>
            </a:r>
            <a:r>
              <a:rPr lang="en-PH" sz="4600" dirty="0"/>
              <a:t> </a:t>
            </a:r>
            <a:r>
              <a:rPr lang="en-PH" sz="4600" dirty="0" err="1"/>
              <a:t>sinasaktan</a:t>
            </a:r>
            <a:r>
              <a:rPr lang="en-PH" sz="4600" dirty="0"/>
              <a:t> </a:t>
            </a:r>
            <a:r>
              <a:rPr lang="en-PH" sz="4600" dirty="0" err="1"/>
              <a:t>nito</a:t>
            </a:r>
            <a:r>
              <a:rPr lang="en-PH" sz="4600" dirty="0"/>
              <a:t> ang </a:t>
            </a:r>
            <a:r>
              <a:rPr lang="en-PH" sz="4600" dirty="0" err="1"/>
              <a:t>artilyero</a:t>
            </a:r>
            <a:r>
              <a:rPr lang="en-PH" sz="4600" dirty="0"/>
              <a:t>.</a:t>
            </a:r>
          </a:p>
          <a:p>
            <a:pPr algn="just"/>
            <a:r>
              <a:rPr lang="en-PH" sz="4600" dirty="0"/>
              <a:t>Sa </a:t>
            </a:r>
            <a:r>
              <a:rPr lang="en-PH" sz="4600" dirty="0" err="1"/>
              <a:t>pag</a:t>
            </a:r>
            <a:r>
              <a:rPr lang="en-PH" sz="4600" dirty="0"/>
              <a:t>-alma ng </a:t>
            </a:r>
            <a:r>
              <a:rPr lang="en-PH" sz="4600" dirty="0" err="1"/>
              <a:t>artilyero</a:t>
            </a:r>
            <a:r>
              <a:rPr lang="en-PH" sz="4600" dirty="0"/>
              <a:t>, </a:t>
            </a:r>
            <a:r>
              <a:rPr lang="en-PH" sz="4600" dirty="0" err="1"/>
              <a:t>umitsa</a:t>
            </a:r>
            <a:r>
              <a:rPr lang="en-PH" sz="4600" dirty="0"/>
              <a:t> </a:t>
            </a:r>
            <a:r>
              <a:rPr lang="en-PH" sz="4600" dirty="0" err="1"/>
              <a:t>ito</a:t>
            </a:r>
            <a:r>
              <a:rPr lang="en-PH" sz="4600" dirty="0"/>
              <a:t> </a:t>
            </a:r>
            <a:r>
              <a:rPr lang="en-PH" sz="4600" dirty="0" err="1"/>
              <a:t>ilang</a:t>
            </a:r>
            <a:r>
              <a:rPr lang="en-PH" sz="4600" dirty="0"/>
              <a:t> </a:t>
            </a:r>
            <a:r>
              <a:rPr lang="en-PH" sz="4600" dirty="0" err="1"/>
              <a:t>talampakan</a:t>
            </a:r>
            <a:r>
              <a:rPr lang="en-PH" sz="4600" dirty="0"/>
              <a:t> </a:t>
            </a:r>
            <a:r>
              <a:rPr lang="en-PH" sz="4600" dirty="0" err="1"/>
              <a:t>mula</a:t>
            </a:r>
            <a:r>
              <a:rPr lang="en-PH" sz="4600" dirty="0"/>
              <a:t> </a:t>
            </a:r>
            <a:r>
              <a:rPr lang="en-PH" sz="4600" dirty="0" err="1"/>
              <a:t>sa</a:t>
            </a:r>
            <a:r>
              <a:rPr lang="en-PH" sz="4600" dirty="0"/>
              <a:t> </a:t>
            </a:r>
            <a:r>
              <a:rPr lang="en-PH" sz="4600" dirty="0" err="1"/>
              <a:t>kinatatayuan</a:t>
            </a:r>
            <a:r>
              <a:rPr lang="en-PH" sz="4600" dirty="0"/>
              <a:t> </a:t>
            </a:r>
            <a:r>
              <a:rPr lang="en-PH" sz="4600" dirty="0" err="1"/>
              <a:t>ni</a:t>
            </a:r>
            <a:r>
              <a:rPr lang="en-PH" sz="4600" dirty="0"/>
              <a:t> Don Rafael. </a:t>
            </a:r>
            <a:r>
              <a:rPr lang="en-PH" sz="4600" dirty="0" err="1"/>
              <a:t>Tumama</a:t>
            </a:r>
            <a:r>
              <a:rPr lang="en-PH" sz="4600" dirty="0"/>
              <a:t> ang ulo ng </a:t>
            </a:r>
            <a:r>
              <a:rPr lang="en-PH" sz="4600" dirty="0" err="1"/>
              <a:t>artilyero</a:t>
            </a:r>
            <a:r>
              <a:rPr lang="en-PH" sz="4600" dirty="0"/>
              <a:t> </a:t>
            </a:r>
            <a:r>
              <a:rPr lang="en-PH" sz="4600" dirty="0" err="1"/>
              <a:t>sa</a:t>
            </a:r>
            <a:r>
              <a:rPr lang="en-PH" sz="4600" dirty="0"/>
              <a:t> </a:t>
            </a:r>
            <a:r>
              <a:rPr lang="en-PH" sz="4600" dirty="0" err="1"/>
              <a:t>malaking</a:t>
            </a:r>
            <a:r>
              <a:rPr lang="en-PH" sz="4600" dirty="0"/>
              <a:t> </a:t>
            </a:r>
            <a:r>
              <a:rPr lang="en-PH" sz="4600" dirty="0" err="1"/>
              <a:t>bato</a:t>
            </a:r>
            <a:r>
              <a:rPr lang="en-PH" sz="4600" dirty="0"/>
              <a:t> </a:t>
            </a:r>
            <a:r>
              <a:rPr lang="en-PH" sz="4600" dirty="0" err="1"/>
              <a:t>dahilan</a:t>
            </a:r>
            <a:r>
              <a:rPr lang="en-PH" sz="4600" dirty="0"/>
              <a:t> kung </a:t>
            </a:r>
            <a:r>
              <a:rPr lang="en-PH" sz="4600" dirty="0" err="1"/>
              <a:t>bakit</a:t>
            </a:r>
            <a:r>
              <a:rPr lang="en-PH" sz="4600" dirty="0"/>
              <a:t> </a:t>
            </a:r>
            <a:r>
              <a:rPr lang="en-PH" sz="4600" dirty="0" err="1"/>
              <a:t>sumuka</a:t>
            </a:r>
            <a:r>
              <a:rPr lang="en-PH" sz="4600" dirty="0"/>
              <a:t> </a:t>
            </a:r>
            <a:r>
              <a:rPr lang="en-PH" sz="4600" dirty="0" err="1"/>
              <a:t>ito</a:t>
            </a:r>
            <a:r>
              <a:rPr lang="en-PH" sz="4600" dirty="0"/>
              <a:t> ng </a:t>
            </a:r>
            <a:r>
              <a:rPr lang="en-PH" sz="4600" dirty="0" err="1"/>
              <a:t>dugo</a:t>
            </a:r>
            <a:r>
              <a:rPr lang="en-PH" sz="4600" dirty="0"/>
              <a:t> at </a:t>
            </a:r>
            <a:r>
              <a:rPr lang="en-PH" sz="4600" dirty="0" err="1"/>
              <a:t>namatay</a:t>
            </a:r>
            <a:r>
              <a:rPr lang="en-PH" sz="4600" dirty="0"/>
              <a:t> </a:t>
            </a:r>
            <a:r>
              <a:rPr lang="en-PH" sz="4600" dirty="0" err="1"/>
              <a:t>makalipas</a:t>
            </a:r>
            <a:r>
              <a:rPr lang="en-PH" sz="4600" dirty="0"/>
              <a:t> ang </a:t>
            </a:r>
            <a:r>
              <a:rPr lang="en-PH" sz="4600" dirty="0" err="1"/>
              <a:t>ilang</a:t>
            </a:r>
            <a:r>
              <a:rPr lang="en-PH" sz="4600" dirty="0"/>
              <a:t> </a:t>
            </a:r>
            <a:r>
              <a:rPr lang="en-PH" sz="4600" dirty="0" err="1"/>
              <a:t>sandali.Nag-imbestiga</a:t>
            </a:r>
            <a:r>
              <a:rPr lang="en-PH" sz="4600" dirty="0"/>
              <a:t> ang </a:t>
            </a:r>
            <a:r>
              <a:rPr lang="en-PH" sz="4600" dirty="0" err="1"/>
              <a:t>pulisya</a:t>
            </a:r>
            <a:r>
              <a:rPr lang="en-PH" sz="4600" dirty="0"/>
              <a:t>, </a:t>
            </a:r>
            <a:r>
              <a:rPr lang="en-PH" sz="4600" dirty="0" err="1"/>
              <a:t>nakulong</a:t>
            </a:r>
            <a:r>
              <a:rPr lang="en-PH" sz="4600" dirty="0"/>
              <a:t> </a:t>
            </a:r>
            <a:r>
              <a:rPr lang="en-PH" sz="4600" dirty="0" err="1"/>
              <a:t>si</a:t>
            </a:r>
            <a:r>
              <a:rPr lang="en-PH" sz="4600" dirty="0"/>
              <a:t> Don Rafael at </a:t>
            </a:r>
            <a:r>
              <a:rPr lang="en-PH" sz="4600" dirty="0" err="1"/>
              <a:t>naglabasan</a:t>
            </a:r>
            <a:r>
              <a:rPr lang="en-PH" sz="4600" dirty="0"/>
              <a:t> ang </a:t>
            </a:r>
            <a:r>
              <a:rPr lang="en-PH" sz="4600" dirty="0" err="1"/>
              <a:t>mga</a:t>
            </a:r>
            <a:r>
              <a:rPr lang="en-PH" sz="4600" dirty="0"/>
              <a:t> </a:t>
            </a:r>
            <a:r>
              <a:rPr lang="en-PH" sz="4600" dirty="0" err="1"/>
              <a:t>lihim</a:t>
            </a:r>
            <a:r>
              <a:rPr lang="en-PH" sz="4600" dirty="0"/>
              <a:t> </a:t>
            </a:r>
            <a:r>
              <a:rPr lang="en-PH" sz="4600" dirty="0" err="1"/>
              <a:t>na</a:t>
            </a:r>
            <a:r>
              <a:rPr lang="en-PH" sz="4600" dirty="0"/>
              <a:t> </a:t>
            </a:r>
            <a:r>
              <a:rPr lang="en-PH" sz="4600" dirty="0" err="1"/>
              <a:t>kaaway</a:t>
            </a:r>
            <a:r>
              <a:rPr lang="en-PH" sz="4600" dirty="0"/>
              <a:t> </a:t>
            </a:r>
            <a:r>
              <a:rPr lang="en-PH" sz="4600" dirty="0" err="1"/>
              <a:t>nito</a:t>
            </a:r>
            <a:r>
              <a:rPr lang="en-PH" sz="4600" dirty="0"/>
              <a:t>. </a:t>
            </a:r>
            <a:r>
              <a:rPr lang="en-PH" sz="4600" dirty="0" err="1"/>
              <a:t>Inakusahan</a:t>
            </a:r>
            <a:r>
              <a:rPr lang="en-PH" sz="4600" dirty="0"/>
              <a:t> </a:t>
            </a:r>
            <a:r>
              <a:rPr lang="en-PH" sz="4600" dirty="0" err="1"/>
              <a:t>si</a:t>
            </a:r>
            <a:r>
              <a:rPr lang="en-PH" sz="4600" dirty="0"/>
              <a:t> Don Rafael </a:t>
            </a:r>
            <a:r>
              <a:rPr lang="en-PH" sz="4600" dirty="0" err="1"/>
              <a:t>na</a:t>
            </a:r>
            <a:r>
              <a:rPr lang="en-PH" sz="4600" dirty="0"/>
              <a:t> </a:t>
            </a:r>
            <a:r>
              <a:rPr lang="en-PH" sz="4600" dirty="0" err="1"/>
              <a:t>erehe</a:t>
            </a:r>
            <a:r>
              <a:rPr lang="en-PH" sz="4600" dirty="0"/>
              <a:t> at </a:t>
            </a:r>
            <a:r>
              <a:rPr lang="en-PH" sz="4600" dirty="0" err="1"/>
              <a:t>pilibustero</a:t>
            </a:r>
            <a:r>
              <a:rPr lang="en-PH" sz="46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29737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4: Erehe at Pilibustero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4855054"/>
          </a:xfrm>
        </p:spPr>
        <p:txBody>
          <a:bodyPr>
            <a:normAutofit/>
          </a:bodyPr>
          <a:lstStyle/>
          <a:p>
            <a:r>
              <a:rPr lang="en-PH" sz="2800" dirty="0" err="1"/>
              <a:t>Humingi</a:t>
            </a:r>
            <a:r>
              <a:rPr lang="en-PH" sz="2800" dirty="0"/>
              <a:t> ng </a:t>
            </a:r>
            <a:r>
              <a:rPr lang="en-PH" sz="2800" dirty="0" err="1"/>
              <a:t>tulong</a:t>
            </a:r>
            <a:r>
              <a:rPr lang="en-PH" sz="2800" dirty="0"/>
              <a:t> ang </a:t>
            </a:r>
            <a:r>
              <a:rPr lang="en-PH" sz="2800" dirty="0" err="1"/>
              <a:t>tinyente</a:t>
            </a:r>
            <a:r>
              <a:rPr lang="en-PH" sz="2800" dirty="0"/>
              <a:t> </a:t>
            </a:r>
            <a:r>
              <a:rPr lang="en-PH" sz="2800" dirty="0" err="1"/>
              <a:t>upang</a:t>
            </a:r>
            <a:r>
              <a:rPr lang="en-PH" sz="2800" dirty="0"/>
              <a:t> </a:t>
            </a:r>
            <a:r>
              <a:rPr lang="en-PH" sz="2800" dirty="0" err="1"/>
              <a:t>mapawalang</a:t>
            </a:r>
            <a:r>
              <a:rPr lang="en-PH" sz="2800" dirty="0"/>
              <a:t> </a:t>
            </a:r>
            <a:r>
              <a:rPr lang="en-PH" sz="2800" dirty="0" err="1"/>
              <a:t>sala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Don Rafael </a:t>
            </a:r>
            <a:r>
              <a:rPr lang="en-PH" sz="2800" dirty="0" err="1"/>
              <a:t>nung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panahong</a:t>
            </a:r>
            <a:r>
              <a:rPr lang="en-PH" sz="2800" dirty="0"/>
              <a:t> </a:t>
            </a:r>
            <a:r>
              <a:rPr lang="en-PH" sz="2800" dirty="0" err="1"/>
              <a:t>iyon</a:t>
            </a:r>
            <a:r>
              <a:rPr lang="en-PH" sz="2800" dirty="0"/>
              <a:t>. </a:t>
            </a:r>
            <a:r>
              <a:rPr lang="en-PH" sz="2800" dirty="0" err="1"/>
              <a:t>Subalit</a:t>
            </a:r>
            <a:r>
              <a:rPr lang="en-PH" sz="2800" dirty="0"/>
              <a:t> </a:t>
            </a:r>
            <a:r>
              <a:rPr lang="en-PH" sz="2800" dirty="0" err="1"/>
              <a:t>walang</a:t>
            </a:r>
            <a:r>
              <a:rPr lang="en-PH" sz="2800" dirty="0"/>
              <a:t> </a:t>
            </a:r>
            <a:r>
              <a:rPr lang="en-PH" sz="2800" dirty="0" err="1"/>
              <a:t>naglakas</a:t>
            </a:r>
            <a:r>
              <a:rPr lang="en-PH" sz="2800" dirty="0"/>
              <a:t> ng </a:t>
            </a:r>
            <a:r>
              <a:rPr lang="en-PH" sz="2800" dirty="0" err="1"/>
              <a:t>loob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tumulong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pangangamba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baka</a:t>
            </a:r>
            <a:r>
              <a:rPr lang="en-PH" sz="2800" dirty="0"/>
              <a:t> </a:t>
            </a:r>
            <a:r>
              <a:rPr lang="en-PH" sz="2800" dirty="0" err="1"/>
              <a:t>magkakaso</a:t>
            </a:r>
            <a:r>
              <a:rPr lang="en-PH" sz="2800" dirty="0"/>
              <a:t> </a:t>
            </a:r>
            <a:r>
              <a:rPr lang="en-PH" sz="2800" dirty="0" err="1"/>
              <a:t>rin</a:t>
            </a:r>
            <a:r>
              <a:rPr lang="en-PH" sz="2800" dirty="0"/>
              <a:t> </a:t>
            </a:r>
            <a:r>
              <a:rPr lang="en-PH" sz="2800" dirty="0" err="1"/>
              <a:t>sila</a:t>
            </a:r>
            <a:r>
              <a:rPr lang="en-PH" sz="2800" dirty="0"/>
              <a:t>.</a:t>
            </a:r>
          </a:p>
          <a:p>
            <a:r>
              <a:rPr lang="en-PH" sz="2800" dirty="0" err="1"/>
              <a:t>Nagsulputan</a:t>
            </a:r>
            <a:r>
              <a:rPr lang="en-PH" sz="2800" dirty="0"/>
              <a:t> ang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kaaway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Don Rafael at </a:t>
            </a:r>
            <a:r>
              <a:rPr lang="en-PH" sz="2800" dirty="0" err="1"/>
              <a:t>dumami</a:t>
            </a:r>
            <a:r>
              <a:rPr lang="en-PH" sz="2800" dirty="0"/>
              <a:t> ang </a:t>
            </a:r>
            <a:r>
              <a:rPr lang="en-PH" sz="2800" dirty="0" err="1"/>
              <a:t>huwad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testigo</a:t>
            </a:r>
            <a:r>
              <a:rPr lang="en-PH" sz="2800" dirty="0"/>
              <a:t> </a:t>
            </a:r>
            <a:r>
              <a:rPr lang="en-PH" sz="2800" dirty="0" err="1"/>
              <a:t>laban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kanya</a:t>
            </a:r>
            <a:r>
              <a:rPr lang="en-PH" sz="2800" dirty="0"/>
              <a:t>. </a:t>
            </a:r>
            <a:r>
              <a:rPr lang="en-PH" sz="2800" dirty="0" err="1"/>
              <a:t>Namatay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Don Rafael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likod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rehas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bakal</a:t>
            </a:r>
            <a:r>
              <a:rPr lang="en-PH" sz="2800" dirty="0"/>
              <a:t> ng </a:t>
            </a:r>
            <a:r>
              <a:rPr lang="en-PH" sz="2800" dirty="0" err="1"/>
              <a:t>walang</a:t>
            </a:r>
            <a:r>
              <a:rPr lang="en-PH" sz="2800" dirty="0"/>
              <a:t> mahal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buhay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nakiramay</a:t>
            </a:r>
            <a:r>
              <a:rPr lang="en-PH" sz="2800" dirty="0"/>
              <a:t>.</a:t>
            </a:r>
          </a:p>
          <a:p>
            <a:r>
              <a:rPr lang="en-PH" sz="2800" dirty="0" err="1"/>
              <a:t>Nakakapanghinayang</a:t>
            </a:r>
            <a:r>
              <a:rPr lang="en-PH" sz="2800" dirty="0"/>
              <a:t> </a:t>
            </a:r>
            <a:r>
              <a:rPr lang="en-PH" sz="2800" dirty="0" err="1"/>
              <a:t>dahil</a:t>
            </a:r>
            <a:r>
              <a:rPr lang="en-PH" sz="2800" dirty="0"/>
              <a:t> kung </a:t>
            </a:r>
            <a:r>
              <a:rPr lang="en-PH" sz="2800" dirty="0" err="1"/>
              <a:t>kailan</a:t>
            </a:r>
            <a:r>
              <a:rPr lang="en-PH" sz="2800" dirty="0"/>
              <a:t> </a:t>
            </a:r>
            <a:r>
              <a:rPr lang="en-PH" sz="2800" dirty="0" err="1"/>
              <a:t>nalagutan</a:t>
            </a:r>
            <a:r>
              <a:rPr lang="en-PH" sz="2800" dirty="0"/>
              <a:t> ng </a:t>
            </a:r>
            <a:r>
              <a:rPr lang="en-PH" sz="2800" dirty="0" err="1"/>
              <a:t>hiniga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Don Rafael ay </a:t>
            </a:r>
            <a:r>
              <a:rPr lang="en-PH" sz="2800" dirty="0" err="1"/>
              <a:t>saka</a:t>
            </a:r>
            <a:r>
              <a:rPr lang="en-PH" sz="2800" dirty="0"/>
              <a:t> </a:t>
            </a:r>
            <a:r>
              <a:rPr lang="en-PH" sz="2800" dirty="0" err="1"/>
              <a:t>palang</a:t>
            </a:r>
            <a:r>
              <a:rPr lang="en-PH" sz="2800" dirty="0"/>
              <a:t> </a:t>
            </a:r>
            <a:r>
              <a:rPr lang="en-PH" sz="2800" dirty="0" err="1"/>
              <a:t>napatunayan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siya</a:t>
            </a:r>
            <a:r>
              <a:rPr lang="en-PH" sz="2800" dirty="0"/>
              <a:t> ay </a:t>
            </a:r>
            <a:r>
              <a:rPr lang="en-PH" sz="2800" dirty="0" err="1"/>
              <a:t>walang</a:t>
            </a:r>
            <a:r>
              <a:rPr lang="en-PH" sz="2800" dirty="0"/>
              <a:t> </a:t>
            </a:r>
            <a:r>
              <a:rPr lang="en-PH" sz="2800" dirty="0" err="1"/>
              <a:t>sala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81827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5 :</a:t>
            </a:r>
            <a:r>
              <a:rPr lang="nb-NO" dirty="0"/>
              <a:t>Ang Liwanag sa Gabing Madilim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/>
          </a:bodyPr>
          <a:lstStyle/>
          <a:p>
            <a:r>
              <a:rPr lang="en-PH" sz="3600" dirty="0" err="1"/>
              <a:t>Dumating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tinutuluyan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Fonda de Lala. </a:t>
            </a:r>
            <a:r>
              <a:rPr lang="en-PH" sz="3600" dirty="0" err="1"/>
              <a:t>Agad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naupo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silid</a:t>
            </a:r>
            <a:r>
              <a:rPr lang="en-PH" sz="3600" dirty="0"/>
              <a:t>.</a:t>
            </a:r>
          </a:p>
          <a:p>
            <a:r>
              <a:rPr lang="en-PH" sz="3600" dirty="0" err="1"/>
              <a:t>Nagmasid-masid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kapaligiran</a:t>
            </a:r>
            <a:r>
              <a:rPr lang="en-PH" sz="3600" dirty="0"/>
              <a:t> </a:t>
            </a:r>
            <a:r>
              <a:rPr lang="en-PH" sz="3600" dirty="0" err="1"/>
              <a:t>habang</a:t>
            </a:r>
            <a:r>
              <a:rPr lang="en-PH" sz="3600" dirty="0"/>
              <a:t> may </a:t>
            </a:r>
            <a:r>
              <a:rPr lang="en-PH" sz="3600" dirty="0" err="1"/>
              <a:t>gulong</a:t>
            </a:r>
            <a:r>
              <a:rPr lang="en-PH" sz="3600" dirty="0"/>
              <a:t> </a:t>
            </a:r>
            <a:r>
              <a:rPr lang="en-PH" sz="3600" dirty="0" err="1"/>
              <a:t>tumatakbo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isip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sinapit</a:t>
            </a:r>
            <a:r>
              <a:rPr lang="en-PH" sz="3600" dirty="0"/>
              <a:t> ng ama.</a:t>
            </a:r>
          </a:p>
          <a:p>
            <a:endParaRPr lang="en-PH" sz="36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55376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5 :</a:t>
            </a:r>
            <a:r>
              <a:rPr lang="nb-NO" dirty="0"/>
              <a:t>Ang Liwanag sa Gabing Madilim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305114"/>
            <a:ext cx="11328934" cy="50090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 dirty="0"/>
          </a:p>
          <a:p>
            <a:r>
              <a:rPr lang="en-PH" sz="2800" dirty="0" err="1"/>
              <a:t>Natanaw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</a:t>
            </a:r>
            <a:r>
              <a:rPr lang="en-PH" sz="2800" dirty="0" err="1"/>
              <a:t>mula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kanyang</a:t>
            </a:r>
            <a:r>
              <a:rPr lang="en-PH" sz="2800" dirty="0"/>
              <a:t> </a:t>
            </a:r>
            <a:r>
              <a:rPr lang="en-PH" sz="2800" dirty="0" err="1"/>
              <a:t>bintana</a:t>
            </a:r>
            <a:r>
              <a:rPr lang="en-PH" sz="2800" dirty="0"/>
              <a:t> ang </a:t>
            </a:r>
            <a:r>
              <a:rPr lang="en-PH" sz="2800" dirty="0" err="1"/>
              <a:t>maliwanag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bahay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kabila</a:t>
            </a:r>
            <a:r>
              <a:rPr lang="en-PH" sz="2800" dirty="0"/>
              <a:t> ng </a:t>
            </a:r>
            <a:r>
              <a:rPr lang="en-PH" sz="2800" dirty="0" err="1"/>
              <a:t>ilog</a:t>
            </a:r>
            <a:r>
              <a:rPr lang="en-PH" sz="2800" dirty="0"/>
              <a:t>. </a:t>
            </a:r>
            <a:r>
              <a:rPr lang="en-PH" sz="2800" dirty="0" err="1"/>
              <a:t>Naririnig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ang </a:t>
            </a:r>
            <a:r>
              <a:rPr lang="en-PH" sz="2800" dirty="0" err="1"/>
              <a:t>tunog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gawa</a:t>
            </a:r>
            <a:r>
              <a:rPr lang="en-PH" sz="2800" dirty="0"/>
              <a:t> ng </a:t>
            </a:r>
            <a:r>
              <a:rPr lang="en-PH" sz="2800" dirty="0" err="1"/>
              <a:t>orkestra</a:t>
            </a:r>
            <a:r>
              <a:rPr lang="en-PH" sz="2800" dirty="0"/>
              <a:t> at ang </a:t>
            </a:r>
            <a:r>
              <a:rPr lang="en-PH" sz="2800" dirty="0" err="1"/>
              <a:t>kalansing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piggan</a:t>
            </a:r>
            <a:r>
              <a:rPr lang="en-PH" sz="2800" dirty="0"/>
              <a:t> at </a:t>
            </a:r>
            <a:r>
              <a:rPr lang="en-PH" sz="2800" dirty="0" err="1"/>
              <a:t>kubyertos</a:t>
            </a:r>
            <a:r>
              <a:rPr lang="en-PH" sz="2800" dirty="0"/>
              <a:t>.</a:t>
            </a:r>
          </a:p>
          <a:p>
            <a:r>
              <a:rPr lang="en-PH" sz="2800" dirty="0" err="1"/>
              <a:t>Natanaw</a:t>
            </a:r>
            <a:r>
              <a:rPr lang="en-PH" sz="2800" dirty="0"/>
              <a:t> din </a:t>
            </a:r>
            <a:r>
              <a:rPr lang="en-PH" sz="2800" dirty="0" err="1"/>
              <a:t>niya</a:t>
            </a:r>
            <a:r>
              <a:rPr lang="en-PH" sz="2800" dirty="0"/>
              <a:t> ang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magandang</a:t>
            </a:r>
            <a:r>
              <a:rPr lang="en-PH" sz="2800" dirty="0"/>
              <a:t> </a:t>
            </a:r>
            <a:r>
              <a:rPr lang="en-PH" sz="2800" dirty="0" err="1"/>
              <a:t>babae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may </a:t>
            </a:r>
            <a:r>
              <a:rPr lang="en-PH" sz="2800" dirty="0" err="1"/>
              <a:t>balingkinitan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pangangatawan</a:t>
            </a:r>
            <a:r>
              <a:rPr lang="en-PH" sz="2800" dirty="0"/>
              <a:t> at may </a:t>
            </a:r>
            <a:r>
              <a:rPr lang="en-PH" sz="2800" dirty="0" err="1"/>
              <a:t>kasuotang</a:t>
            </a:r>
            <a:r>
              <a:rPr lang="en-PH" sz="2800" dirty="0"/>
              <a:t> </a:t>
            </a:r>
            <a:r>
              <a:rPr lang="en-PH" sz="2800" dirty="0" err="1"/>
              <a:t>diyamante</a:t>
            </a:r>
            <a:r>
              <a:rPr lang="en-PH" sz="2800" dirty="0"/>
              <a:t> at </a:t>
            </a:r>
            <a:r>
              <a:rPr lang="en-PH" sz="2800" dirty="0" err="1"/>
              <a:t>ginto</a:t>
            </a:r>
            <a:r>
              <a:rPr lang="en-PH" sz="2800" dirty="0"/>
              <a:t>.</a:t>
            </a:r>
          </a:p>
          <a:p>
            <a:r>
              <a:rPr lang="en-PH" sz="2800" dirty="0" err="1"/>
              <a:t>Siya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Maria Clara. </a:t>
            </a:r>
            <a:r>
              <a:rPr lang="en-PH" sz="2800" dirty="0" err="1"/>
              <a:t>Giliw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giliw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nakatingin</a:t>
            </a:r>
            <a:r>
              <a:rPr lang="en-PH" sz="2800" dirty="0"/>
              <a:t> ang </a:t>
            </a:r>
            <a:r>
              <a:rPr lang="en-PH" sz="2800" dirty="0" err="1"/>
              <a:t>lahat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ganda</a:t>
            </a:r>
            <a:r>
              <a:rPr lang="en-PH" sz="2800" dirty="0"/>
              <a:t> ng </a:t>
            </a:r>
            <a:r>
              <a:rPr lang="en-PH" sz="2800" dirty="0" err="1"/>
              <a:t>dalaga</a:t>
            </a:r>
            <a:r>
              <a:rPr lang="en-PH" sz="2800" dirty="0"/>
              <a:t>. Dahil </a:t>
            </a:r>
            <a:r>
              <a:rPr lang="en-PH" sz="2800" dirty="0" err="1"/>
              <a:t>sa</a:t>
            </a:r>
            <a:r>
              <a:rPr lang="en-PH" sz="2800" dirty="0"/>
              <a:t> pagod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isip</a:t>
            </a:r>
            <a:r>
              <a:rPr lang="en-PH" sz="2800" dirty="0"/>
              <a:t> at </a:t>
            </a:r>
            <a:r>
              <a:rPr lang="en-PH" sz="2800" dirty="0" err="1"/>
              <a:t>katawan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Ibarra ay </a:t>
            </a:r>
            <a:r>
              <a:rPr lang="en-PH" sz="2800" dirty="0" err="1"/>
              <a:t>mabilis</a:t>
            </a:r>
            <a:r>
              <a:rPr lang="en-PH" sz="2800" dirty="0"/>
              <a:t> </a:t>
            </a:r>
            <a:r>
              <a:rPr lang="en-PH" sz="2800" dirty="0" err="1"/>
              <a:t>siyang</a:t>
            </a:r>
            <a:r>
              <a:rPr lang="en-PH" sz="2800" dirty="0"/>
              <a:t> </a:t>
            </a:r>
            <a:r>
              <a:rPr lang="en-PH" sz="2800" dirty="0" err="1"/>
              <a:t>nahimlay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22655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5: ANG LIWANAG SA DILIM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85000" lnSpcReduction="20000"/>
          </a:bodyPr>
          <a:lstStyle/>
          <a:p>
            <a:r>
              <a:rPr lang="en-PH" sz="3500" dirty="0"/>
              <a:t>Nang </a:t>
            </a:r>
            <a:r>
              <a:rPr lang="en-PH" sz="3500" dirty="0" err="1"/>
              <a:t>araw</a:t>
            </a:r>
            <a:r>
              <a:rPr lang="en-PH" sz="3500" dirty="0"/>
              <a:t> </a:t>
            </a:r>
            <a:r>
              <a:rPr lang="en-PH" sz="3500" dirty="0" err="1"/>
              <a:t>na</a:t>
            </a:r>
            <a:r>
              <a:rPr lang="en-PH" sz="3500" dirty="0"/>
              <a:t> </a:t>
            </a:r>
            <a:r>
              <a:rPr lang="en-PH" sz="3500" dirty="0" err="1"/>
              <a:t>iyon</a:t>
            </a:r>
            <a:r>
              <a:rPr lang="en-PH" sz="3500" dirty="0"/>
              <a:t> ay </a:t>
            </a:r>
            <a:r>
              <a:rPr lang="en-PH" sz="3500" dirty="0" err="1"/>
              <a:t>nagpunta</a:t>
            </a:r>
            <a:r>
              <a:rPr lang="en-PH" sz="3500" dirty="0"/>
              <a:t> </a:t>
            </a:r>
            <a:r>
              <a:rPr lang="en-PH" sz="3500" dirty="0" err="1"/>
              <a:t>sa</a:t>
            </a:r>
            <a:r>
              <a:rPr lang="en-PH" sz="3500" dirty="0"/>
              <a:t> Maynila </a:t>
            </a:r>
            <a:r>
              <a:rPr lang="en-PH" sz="3500" dirty="0" err="1"/>
              <a:t>si</a:t>
            </a:r>
            <a:r>
              <a:rPr lang="en-PH" sz="3500" dirty="0"/>
              <a:t> Ibarra at </a:t>
            </a:r>
            <a:r>
              <a:rPr lang="en-PH" sz="3500" dirty="0" err="1"/>
              <a:t>nanuluyan</a:t>
            </a:r>
            <a:r>
              <a:rPr lang="en-PH" sz="3500" dirty="0"/>
              <a:t> </a:t>
            </a:r>
            <a:r>
              <a:rPr lang="en-PH" sz="3500" dirty="0" err="1"/>
              <a:t>sa</a:t>
            </a:r>
            <a:r>
              <a:rPr lang="en-PH" sz="3500" dirty="0"/>
              <a:t> Fonda de Lala. Sa </a:t>
            </a:r>
            <a:r>
              <a:rPr lang="en-PH" sz="3500" dirty="0" err="1"/>
              <a:t>loob</a:t>
            </a:r>
            <a:r>
              <a:rPr lang="en-PH" sz="3500" dirty="0"/>
              <a:t> ng </a:t>
            </a:r>
            <a:r>
              <a:rPr lang="en-PH" sz="3500" dirty="0" err="1"/>
              <a:t>kanyang</a:t>
            </a:r>
            <a:r>
              <a:rPr lang="en-PH" sz="3500" dirty="0"/>
              <a:t> </a:t>
            </a:r>
            <a:r>
              <a:rPr lang="en-PH" sz="3500" dirty="0" err="1"/>
              <a:t>silid</a:t>
            </a:r>
            <a:r>
              <a:rPr lang="en-PH" sz="3500" dirty="0"/>
              <a:t> ay </a:t>
            </a:r>
            <a:r>
              <a:rPr lang="en-PH" sz="3500" dirty="0" err="1"/>
              <a:t>nagmuni</a:t>
            </a:r>
            <a:r>
              <a:rPr lang="en-PH" sz="3500" dirty="0"/>
              <a:t>-muni </a:t>
            </a:r>
            <a:r>
              <a:rPr lang="en-PH" sz="3500" dirty="0" err="1"/>
              <a:t>ito</a:t>
            </a:r>
            <a:r>
              <a:rPr lang="en-PH" sz="3500" dirty="0"/>
              <a:t> </a:t>
            </a:r>
            <a:r>
              <a:rPr lang="en-PH" sz="3500" dirty="0" err="1"/>
              <a:t>tungkol</a:t>
            </a:r>
            <a:r>
              <a:rPr lang="en-PH" sz="3500" dirty="0"/>
              <a:t> </a:t>
            </a:r>
            <a:r>
              <a:rPr lang="en-PH" sz="3500" dirty="0" err="1"/>
              <a:t>sa</a:t>
            </a:r>
            <a:r>
              <a:rPr lang="en-PH" sz="3500" dirty="0"/>
              <a:t> </a:t>
            </a:r>
            <a:r>
              <a:rPr lang="en-PH" sz="3500" dirty="0" err="1"/>
              <a:t>sinapit</a:t>
            </a:r>
            <a:r>
              <a:rPr lang="en-PH" sz="3500" dirty="0"/>
              <a:t> ng ama.</a:t>
            </a:r>
          </a:p>
          <a:p>
            <a:r>
              <a:rPr lang="en-PH" sz="3500" dirty="0"/>
              <a:t>‘Di </a:t>
            </a:r>
            <a:r>
              <a:rPr lang="en-PH" sz="3500" dirty="0" err="1"/>
              <a:t>nagtagal</a:t>
            </a:r>
            <a:r>
              <a:rPr lang="en-PH" sz="3500" dirty="0"/>
              <a:t> ay </a:t>
            </a:r>
            <a:r>
              <a:rPr lang="en-PH" sz="3500" dirty="0" err="1"/>
              <a:t>napatingin</a:t>
            </a:r>
            <a:r>
              <a:rPr lang="en-PH" sz="3500" dirty="0"/>
              <a:t> </a:t>
            </a:r>
            <a:r>
              <a:rPr lang="en-PH" sz="3500" dirty="0" err="1"/>
              <a:t>ito</a:t>
            </a:r>
            <a:r>
              <a:rPr lang="en-PH" sz="3500" dirty="0"/>
              <a:t> </a:t>
            </a:r>
            <a:r>
              <a:rPr lang="en-PH" sz="3500" dirty="0" err="1"/>
              <a:t>sa</a:t>
            </a:r>
            <a:r>
              <a:rPr lang="en-PH" sz="3500" dirty="0"/>
              <a:t> </a:t>
            </a:r>
            <a:r>
              <a:rPr lang="en-PH" sz="3500" dirty="0" err="1"/>
              <a:t>durunguwan</a:t>
            </a:r>
            <a:r>
              <a:rPr lang="en-PH" sz="3500" dirty="0"/>
              <a:t>. Sa </a:t>
            </a:r>
            <a:r>
              <a:rPr lang="en-PH" sz="3500" dirty="0" err="1"/>
              <a:t>kabila</a:t>
            </a:r>
            <a:r>
              <a:rPr lang="en-PH" sz="3500" dirty="0"/>
              <a:t> ng </a:t>
            </a:r>
            <a:r>
              <a:rPr lang="en-PH" sz="3500" dirty="0" err="1"/>
              <a:t>ilog</a:t>
            </a:r>
            <a:r>
              <a:rPr lang="en-PH" sz="3500" dirty="0"/>
              <a:t> ay </a:t>
            </a:r>
            <a:r>
              <a:rPr lang="en-PH" sz="3500" dirty="0" err="1"/>
              <a:t>tanaw</a:t>
            </a:r>
            <a:r>
              <a:rPr lang="en-PH" sz="3500" dirty="0"/>
              <a:t> </a:t>
            </a:r>
            <a:r>
              <a:rPr lang="en-PH" sz="3500" dirty="0" err="1"/>
              <a:t>na</a:t>
            </a:r>
            <a:r>
              <a:rPr lang="en-PH" sz="3500" dirty="0"/>
              <a:t> </a:t>
            </a:r>
            <a:r>
              <a:rPr lang="en-PH" sz="3500" dirty="0" err="1"/>
              <a:t>tanaw</a:t>
            </a:r>
            <a:r>
              <a:rPr lang="en-PH" sz="3500" dirty="0"/>
              <a:t> ng </a:t>
            </a:r>
            <a:r>
              <a:rPr lang="en-PH" sz="3500" dirty="0" err="1"/>
              <a:t>binata</a:t>
            </a:r>
            <a:r>
              <a:rPr lang="en-PH" sz="3500" dirty="0"/>
              <a:t> ang </a:t>
            </a:r>
            <a:r>
              <a:rPr lang="en-PH" sz="3500" dirty="0" err="1"/>
              <a:t>nagliliwanag</a:t>
            </a:r>
            <a:r>
              <a:rPr lang="en-PH" sz="3500" dirty="0"/>
              <a:t> </a:t>
            </a:r>
            <a:r>
              <a:rPr lang="en-PH" sz="3500" dirty="0" err="1"/>
              <a:t>na</a:t>
            </a:r>
            <a:r>
              <a:rPr lang="en-PH" sz="3500" dirty="0"/>
              <a:t> </a:t>
            </a:r>
            <a:r>
              <a:rPr lang="en-PH" sz="3500" dirty="0" err="1"/>
              <a:t>bahay</a:t>
            </a:r>
            <a:r>
              <a:rPr lang="en-PH" sz="3500" dirty="0"/>
              <a:t> </a:t>
            </a:r>
            <a:r>
              <a:rPr lang="en-PH" sz="3500" dirty="0" err="1"/>
              <a:t>ni</a:t>
            </a:r>
            <a:r>
              <a:rPr lang="en-PH" sz="3500" dirty="0"/>
              <a:t> </a:t>
            </a:r>
            <a:r>
              <a:rPr lang="en-PH" sz="3500" dirty="0" err="1"/>
              <a:t>Kapitan</a:t>
            </a:r>
            <a:r>
              <a:rPr lang="en-PH" sz="3500" dirty="0"/>
              <a:t> </a:t>
            </a:r>
            <a:r>
              <a:rPr lang="en-PH" sz="3500" dirty="0" err="1"/>
              <a:t>Tiyago</a:t>
            </a:r>
            <a:r>
              <a:rPr lang="en-PH" sz="3500" dirty="0"/>
              <a:t>. </a:t>
            </a:r>
            <a:r>
              <a:rPr lang="en-PH" sz="3500" dirty="0" err="1"/>
              <a:t>Tila</a:t>
            </a:r>
            <a:r>
              <a:rPr lang="en-PH" sz="3500" dirty="0"/>
              <a:t> </a:t>
            </a:r>
            <a:r>
              <a:rPr lang="en-PH" sz="3500" dirty="0" err="1"/>
              <a:t>naririnig</a:t>
            </a:r>
            <a:r>
              <a:rPr lang="en-PH" sz="3500" dirty="0"/>
              <a:t> pa </a:t>
            </a:r>
            <a:r>
              <a:rPr lang="en-PH" sz="3500" dirty="0" err="1"/>
              <a:t>niya</a:t>
            </a:r>
            <a:r>
              <a:rPr lang="en-PH" sz="3500" dirty="0"/>
              <a:t> ang </a:t>
            </a:r>
            <a:r>
              <a:rPr lang="en-PH" sz="3500" dirty="0" err="1"/>
              <a:t>kasayahan</a:t>
            </a:r>
            <a:r>
              <a:rPr lang="en-PH" sz="3500" dirty="0"/>
              <a:t> </a:t>
            </a:r>
            <a:r>
              <a:rPr lang="en-PH" sz="3500" dirty="0" err="1"/>
              <a:t>sa</a:t>
            </a:r>
            <a:r>
              <a:rPr lang="en-PH" sz="3500" dirty="0"/>
              <a:t> </a:t>
            </a:r>
            <a:r>
              <a:rPr lang="en-PH" sz="3500" dirty="0" err="1"/>
              <a:t>loob</a:t>
            </a:r>
            <a:r>
              <a:rPr lang="en-PH" sz="3500" dirty="0"/>
              <a:t> ng </a:t>
            </a:r>
            <a:r>
              <a:rPr lang="en-PH" sz="3500" dirty="0" err="1"/>
              <a:t>bahay</a:t>
            </a:r>
            <a:r>
              <a:rPr lang="en-PH" sz="3500" dirty="0"/>
              <a:t>, ang </a:t>
            </a:r>
            <a:r>
              <a:rPr lang="en-PH" sz="3500" dirty="0" err="1"/>
              <a:t>tugtog</a:t>
            </a:r>
            <a:r>
              <a:rPr lang="en-PH" sz="3500" dirty="0"/>
              <a:t> ng </a:t>
            </a:r>
            <a:r>
              <a:rPr lang="en-PH" sz="3500" dirty="0" err="1"/>
              <a:t>mga</a:t>
            </a:r>
            <a:r>
              <a:rPr lang="en-PH" sz="3500" dirty="0"/>
              <a:t> </a:t>
            </a:r>
            <a:r>
              <a:rPr lang="en-PH" sz="3500" dirty="0" err="1"/>
              <a:t>orkestra</a:t>
            </a:r>
            <a:r>
              <a:rPr lang="en-PH" sz="3500" dirty="0"/>
              <a:t> at </a:t>
            </a:r>
            <a:r>
              <a:rPr lang="en-PH" sz="3500" dirty="0" err="1"/>
              <a:t>kalansingan</a:t>
            </a:r>
            <a:r>
              <a:rPr lang="en-PH" sz="3500" dirty="0"/>
              <a:t> ng </a:t>
            </a:r>
            <a:r>
              <a:rPr lang="en-PH" sz="3500" dirty="0" err="1"/>
              <a:t>mga</a:t>
            </a:r>
            <a:r>
              <a:rPr lang="en-PH" sz="3500" dirty="0"/>
              <a:t> </a:t>
            </a:r>
            <a:r>
              <a:rPr lang="en-PH" sz="3500" dirty="0" err="1"/>
              <a:t>pinggan</a:t>
            </a:r>
            <a:r>
              <a:rPr lang="en-PH" sz="3500" dirty="0"/>
              <a:t> at </a:t>
            </a:r>
            <a:r>
              <a:rPr lang="en-PH" sz="3500" dirty="0" err="1"/>
              <a:t>kubyertos</a:t>
            </a:r>
            <a:r>
              <a:rPr lang="en-PH" sz="35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5796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5: ANG LIWANAG SA DILIM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85000" lnSpcReduction="20000"/>
          </a:bodyPr>
          <a:lstStyle/>
          <a:p>
            <a:r>
              <a:rPr lang="en-PH" sz="3900" dirty="0"/>
              <a:t>May </a:t>
            </a:r>
            <a:r>
              <a:rPr lang="en-PH" sz="3900" dirty="0" err="1"/>
              <a:t>nagaganap</a:t>
            </a:r>
            <a:r>
              <a:rPr lang="en-PH" sz="3900" dirty="0"/>
              <a:t> </a:t>
            </a:r>
            <a:r>
              <a:rPr lang="en-PH" sz="3900" dirty="0" err="1"/>
              <a:t>muling</a:t>
            </a:r>
            <a:r>
              <a:rPr lang="en-PH" sz="3900" dirty="0"/>
              <a:t> </a:t>
            </a:r>
            <a:r>
              <a:rPr lang="en-PH" sz="3900" dirty="0" err="1"/>
              <a:t>isang</a:t>
            </a:r>
            <a:r>
              <a:rPr lang="en-PH" sz="3900" dirty="0"/>
              <a:t> </a:t>
            </a:r>
            <a:r>
              <a:rPr lang="en-PH" sz="3900" dirty="0" err="1"/>
              <a:t>kasiyahan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</a:t>
            </a:r>
            <a:r>
              <a:rPr lang="en-PH" sz="3900" dirty="0" err="1"/>
              <a:t>bahay</a:t>
            </a:r>
            <a:r>
              <a:rPr lang="en-PH" sz="3900" dirty="0"/>
              <a:t> ng </a:t>
            </a:r>
            <a:r>
              <a:rPr lang="en-PH" sz="3900" dirty="0" err="1"/>
              <a:t>Kapitan</a:t>
            </a:r>
            <a:r>
              <a:rPr lang="en-PH" sz="3900" dirty="0"/>
              <a:t> </a:t>
            </a:r>
            <a:r>
              <a:rPr lang="en-PH" sz="3900" dirty="0" err="1"/>
              <a:t>noong</a:t>
            </a:r>
            <a:r>
              <a:rPr lang="en-PH" sz="3900" dirty="0"/>
              <a:t> </a:t>
            </a:r>
            <a:r>
              <a:rPr lang="en-PH" sz="3900" dirty="0" err="1"/>
              <a:t>gabing</a:t>
            </a:r>
            <a:r>
              <a:rPr lang="en-PH" sz="3900" dirty="0"/>
              <a:t> </a:t>
            </a:r>
            <a:r>
              <a:rPr lang="en-PH" sz="3900" dirty="0" err="1"/>
              <a:t>iyon</a:t>
            </a:r>
            <a:r>
              <a:rPr lang="en-PH" sz="3900" dirty="0"/>
              <a:t>. </a:t>
            </a:r>
            <a:r>
              <a:rPr lang="en-PH" sz="3900" dirty="0" err="1"/>
              <a:t>Dumating</a:t>
            </a:r>
            <a:r>
              <a:rPr lang="en-PH" sz="3900" dirty="0"/>
              <a:t> ang nag-</a:t>
            </a:r>
            <a:r>
              <a:rPr lang="en-PH" sz="3900" dirty="0" err="1"/>
              <a:t>iisang</a:t>
            </a:r>
            <a:r>
              <a:rPr lang="en-PH" sz="3900" dirty="0"/>
              <a:t> </a:t>
            </a:r>
            <a:r>
              <a:rPr lang="en-PH" sz="3900" dirty="0" err="1"/>
              <a:t>anak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dalaga</a:t>
            </a:r>
            <a:r>
              <a:rPr lang="en-PH" sz="3900" dirty="0"/>
              <a:t> </a:t>
            </a:r>
            <a:r>
              <a:rPr lang="en-PH" sz="3900" dirty="0" err="1"/>
              <a:t>ni</a:t>
            </a:r>
            <a:r>
              <a:rPr lang="en-PH" sz="3900" dirty="0"/>
              <a:t> </a:t>
            </a:r>
            <a:r>
              <a:rPr lang="en-PH" sz="3900" dirty="0" err="1"/>
              <a:t>Kapitan</a:t>
            </a:r>
            <a:r>
              <a:rPr lang="en-PH" sz="3900" dirty="0"/>
              <a:t> </a:t>
            </a:r>
            <a:r>
              <a:rPr lang="en-PH" sz="3900" dirty="0" err="1"/>
              <a:t>Tiyago</a:t>
            </a:r>
            <a:r>
              <a:rPr lang="en-PH" sz="3900" dirty="0"/>
              <a:t> </a:t>
            </a:r>
            <a:r>
              <a:rPr lang="en-PH" sz="3900" dirty="0" err="1"/>
              <a:t>na</a:t>
            </a:r>
            <a:r>
              <a:rPr lang="en-PH" sz="3900" dirty="0"/>
              <a:t> </a:t>
            </a:r>
            <a:r>
              <a:rPr lang="en-PH" sz="3900" dirty="0" err="1"/>
              <a:t>si</a:t>
            </a:r>
            <a:r>
              <a:rPr lang="en-PH" sz="3900" dirty="0"/>
              <a:t> Maria Clara.</a:t>
            </a:r>
          </a:p>
          <a:p>
            <a:r>
              <a:rPr lang="en-PH" sz="3900" dirty="0" err="1"/>
              <a:t>Sinalubong</a:t>
            </a:r>
            <a:r>
              <a:rPr lang="en-PH" sz="3900" dirty="0"/>
              <a:t> </a:t>
            </a:r>
            <a:r>
              <a:rPr lang="en-PH" sz="3900" dirty="0" err="1"/>
              <a:t>naman</a:t>
            </a:r>
            <a:r>
              <a:rPr lang="en-PH" sz="3900" dirty="0"/>
              <a:t> ang </a:t>
            </a:r>
            <a:r>
              <a:rPr lang="en-PH" sz="3900" dirty="0" err="1"/>
              <a:t>dalaga</a:t>
            </a:r>
            <a:r>
              <a:rPr lang="en-PH" sz="3900" dirty="0"/>
              <a:t> ng </a:t>
            </a:r>
            <a:r>
              <a:rPr lang="en-PH" sz="3900" dirty="0" err="1"/>
              <a:t>kanyang</a:t>
            </a:r>
            <a:r>
              <a:rPr lang="en-PH" sz="3900" dirty="0"/>
              <a:t> </a:t>
            </a:r>
            <a:r>
              <a:rPr lang="en-PH" sz="3900" dirty="0" err="1"/>
              <a:t>mga</a:t>
            </a:r>
            <a:r>
              <a:rPr lang="en-PH" sz="3900" dirty="0"/>
              <a:t> </a:t>
            </a:r>
            <a:r>
              <a:rPr lang="en-PH" sz="3900" dirty="0" err="1"/>
              <a:t>kaibigan</a:t>
            </a:r>
            <a:r>
              <a:rPr lang="en-PH" sz="3900" dirty="0"/>
              <a:t>, </a:t>
            </a:r>
            <a:r>
              <a:rPr lang="en-PH" sz="3900" dirty="0" err="1"/>
              <a:t>kababata</a:t>
            </a:r>
            <a:r>
              <a:rPr lang="en-PH" sz="3900" dirty="0"/>
              <a:t>, </a:t>
            </a:r>
            <a:r>
              <a:rPr lang="en-PH" sz="3900" dirty="0" err="1"/>
              <a:t>mga</a:t>
            </a:r>
            <a:r>
              <a:rPr lang="en-PH" sz="3900" dirty="0"/>
              <a:t> </a:t>
            </a:r>
            <a:r>
              <a:rPr lang="en-PH" sz="3900" dirty="0" err="1"/>
              <a:t>Kastila</a:t>
            </a:r>
            <a:r>
              <a:rPr lang="en-PH" sz="3900" dirty="0"/>
              <a:t> at paring </a:t>
            </a:r>
            <a:r>
              <a:rPr lang="en-PH" sz="3900" dirty="0" err="1"/>
              <a:t>malalapit</a:t>
            </a:r>
            <a:r>
              <a:rPr lang="en-PH" sz="3900" dirty="0"/>
              <a:t> </a:t>
            </a:r>
            <a:r>
              <a:rPr lang="en-PH" sz="3900" dirty="0" err="1"/>
              <a:t>sa</a:t>
            </a:r>
            <a:r>
              <a:rPr lang="en-PH" sz="3900" dirty="0"/>
              <a:t> ama, </a:t>
            </a:r>
            <a:r>
              <a:rPr lang="en-PH" sz="3900" dirty="0" err="1"/>
              <a:t>mga</a:t>
            </a:r>
            <a:r>
              <a:rPr lang="en-PH" sz="3900" dirty="0"/>
              <a:t> Pilipino, </a:t>
            </a:r>
            <a:r>
              <a:rPr lang="en-PH" sz="3900" dirty="0" err="1"/>
              <a:t>Intsik</a:t>
            </a:r>
            <a:r>
              <a:rPr lang="en-PH" sz="3900" dirty="0"/>
              <a:t>, at </a:t>
            </a:r>
            <a:r>
              <a:rPr lang="en-PH" sz="3900" dirty="0" err="1"/>
              <a:t>militar</a:t>
            </a:r>
            <a:r>
              <a:rPr lang="en-PH" sz="39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39947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5:  ANG LIWANAG SA DILIM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92500" lnSpcReduction="20000"/>
          </a:bodyPr>
          <a:lstStyle/>
          <a:p>
            <a:r>
              <a:rPr lang="en-PH" sz="3000" dirty="0" err="1"/>
              <a:t>Nakasuot</a:t>
            </a:r>
            <a:r>
              <a:rPr lang="en-PH" sz="3000" dirty="0"/>
              <a:t> ng </a:t>
            </a:r>
            <a:r>
              <a:rPr lang="en-PH" sz="3000" dirty="0" err="1"/>
              <a:t>isang</a:t>
            </a:r>
            <a:r>
              <a:rPr lang="en-PH" sz="3000" dirty="0"/>
              <a:t> </a:t>
            </a:r>
            <a:r>
              <a:rPr lang="en-PH" sz="3000" dirty="0" err="1"/>
              <a:t>marangyang</a:t>
            </a:r>
            <a:r>
              <a:rPr lang="en-PH" sz="3000" dirty="0"/>
              <a:t> </a:t>
            </a:r>
            <a:r>
              <a:rPr lang="en-PH" sz="3000" dirty="0" err="1"/>
              <a:t>kasuotan</a:t>
            </a:r>
            <a:r>
              <a:rPr lang="en-PH" sz="3000" dirty="0"/>
              <a:t> </a:t>
            </a:r>
            <a:r>
              <a:rPr lang="en-PH" sz="3000" dirty="0" err="1"/>
              <a:t>si</a:t>
            </a:r>
            <a:r>
              <a:rPr lang="en-PH" sz="3000" dirty="0"/>
              <a:t> Maria Clara </a:t>
            </a:r>
            <a:r>
              <a:rPr lang="en-PH" sz="3000" dirty="0" err="1"/>
              <a:t>na</a:t>
            </a:r>
            <a:r>
              <a:rPr lang="en-PH" sz="3000" dirty="0"/>
              <a:t> </a:t>
            </a:r>
            <a:r>
              <a:rPr lang="en-PH" sz="3000" dirty="0" err="1"/>
              <a:t>napapalamutian</a:t>
            </a:r>
            <a:r>
              <a:rPr lang="en-PH" sz="3000" dirty="0"/>
              <a:t> ng </a:t>
            </a:r>
            <a:r>
              <a:rPr lang="en-PH" sz="3000" dirty="0" err="1"/>
              <a:t>alahas</a:t>
            </a:r>
            <a:r>
              <a:rPr lang="en-PH" sz="3000" dirty="0"/>
              <a:t> </a:t>
            </a:r>
            <a:r>
              <a:rPr lang="en-PH" sz="3000" dirty="0" err="1"/>
              <a:t>na</a:t>
            </a:r>
            <a:r>
              <a:rPr lang="en-PH" sz="3000" dirty="0"/>
              <a:t> </a:t>
            </a:r>
            <a:r>
              <a:rPr lang="en-PH" sz="3000" dirty="0" err="1"/>
              <a:t>diyamante</a:t>
            </a:r>
            <a:r>
              <a:rPr lang="en-PH" sz="3000" dirty="0"/>
              <a:t> at </a:t>
            </a:r>
            <a:r>
              <a:rPr lang="en-PH" sz="3000" dirty="0" err="1"/>
              <a:t>ginto</a:t>
            </a:r>
            <a:r>
              <a:rPr lang="en-PH" sz="3000" dirty="0"/>
              <a:t>. Ang </a:t>
            </a:r>
            <a:r>
              <a:rPr lang="en-PH" sz="3000" dirty="0" err="1"/>
              <a:t>lahat</a:t>
            </a:r>
            <a:r>
              <a:rPr lang="en-PH" sz="3000" dirty="0"/>
              <a:t> ay </a:t>
            </a:r>
            <a:r>
              <a:rPr lang="en-PH" sz="3000" dirty="0" err="1"/>
              <a:t>nakatuon</a:t>
            </a:r>
            <a:r>
              <a:rPr lang="en-PH" sz="3000" dirty="0"/>
              <a:t> ang </a:t>
            </a:r>
            <a:r>
              <a:rPr lang="en-PH" sz="3000" dirty="0" err="1"/>
              <a:t>paningin</a:t>
            </a:r>
            <a:r>
              <a:rPr lang="en-PH" sz="3000" dirty="0"/>
              <a:t> </a:t>
            </a:r>
            <a:r>
              <a:rPr lang="en-PH" sz="3000" dirty="0" err="1"/>
              <a:t>sa</a:t>
            </a:r>
            <a:r>
              <a:rPr lang="en-PH" sz="3000" dirty="0"/>
              <a:t> </a:t>
            </a:r>
            <a:r>
              <a:rPr lang="en-PH" sz="3000" dirty="0" err="1"/>
              <a:t>kagandahan</a:t>
            </a:r>
            <a:r>
              <a:rPr lang="en-PH" sz="3000" dirty="0"/>
              <a:t> ng </a:t>
            </a:r>
            <a:r>
              <a:rPr lang="en-PH" sz="3000" dirty="0" err="1"/>
              <a:t>dalaga</a:t>
            </a:r>
            <a:r>
              <a:rPr lang="en-PH" sz="3000" dirty="0"/>
              <a:t>.</a:t>
            </a:r>
          </a:p>
          <a:p>
            <a:r>
              <a:rPr lang="en-PH" sz="3000" dirty="0" err="1"/>
              <a:t>Matiyaga</a:t>
            </a:r>
            <a:r>
              <a:rPr lang="en-PH" sz="3000" dirty="0"/>
              <a:t> </a:t>
            </a:r>
            <a:r>
              <a:rPr lang="en-PH" sz="3000" dirty="0" err="1"/>
              <a:t>namang</a:t>
            </a:r>
            <a:r>
              <a:rPr lang="en-PH" sz="3000" dirty="0"/>
              <a:t> </a:t>
            </a:r>
            <a:r>
              <a:rPr lang="en-PH" sz="3000" dirty="0" err="1"/>
              <a:t>inaayos</a:t>
            </a:r>
            <a:r>
              <a:rPr lang="en-PH" sz="3000" dirty="0"/>
              <a:t> </a:t>
            </a:r>
            <a:r>
              <a:rPr lang="en-PH" sz="3000" dirty="0" err="1"/>
              <a:t>ni</a:t>
            </a:r>
            <a:r>
              <a:rPr lang="en-PH" sz="3000" dirty="0"/>
              <a:t> Donya Victorina ang </a:t>
            </a:r>
            <a:r>
              <a:rPr lang="en-PH" sz="3000" dirty="0" err="1"/>
              <a:t>buhok</a:t>
            </a:r>
            <a:r>
              <a:rPr lang="en-PH" sz="3000" dirty="0"/>
              <a:t> </a:t>
            </a:r>
            <a:r>
              <a:rPr lang="en-PH" sz="3000" dirty="0" err="1"/>
              <a:t>ni</a:t>
            </a:r>
            <a:r>
              <a:rPr lang="en-PH" sz="3000" dirty="0"/>
              <a:t> Maria Clara.</a:t>
            </a:r>
          </a:p>
          <a:p>
            <a:r>
              <a:rPr lang="en-PH" sz="3000" dirty="0" err="1"/>
              <a:t>Mahilig</a:t>
            </a:r>
            <a:r>
              <a:rPr lang="en-PH" sz="3000" dirty="0"/>
              <a:t> </a:t>
            </a:r>
            <a:r>
              <a:rPr lang="en-PH" sz="3000" dirty="0" err="1"/>
              <a:t>sa</a:t>
            </a:r>
            <a:r>
              <a:rPr lang="en-PH" sz="3000" dirty="0"/>
              <a:t> </a:t>
            </a:r>
            <a:r>
              <a:rPr lang="en-PH" sz="3000" dirty="0" err="1"/>
              <a:t>magagandang</a:t>
            </a:r>
            <a:r>
              <a:rPr lang="en-PH" sz="3000" dirty="0"/>
              <a:t> </a:t>
            </a:r>
            <a:r>
              <a:rPr lang="en-PH" sz="3000" dirty="0" err="1"/>
              <a:t>dilag</a:t>
            </a:r>
            <a:r>
              <a:rPr lang="en-PH" sz="3000" dirty="0"/>
              <a:t> </a:t>
            </a:r>
            <a:r>
              <a:rPr lang="en-PH" sz="3000" dirty="0" err="1"/>
              <a:t>si</a:t>
            </a:r>
            <a:r>
              <a:rPr lang="en-PH" sz="3000" dirty="0"/>
              <a:t> Padre Salvi kung </a:t>
            </a:r>
            <a:r>
              <a:rPr lang="en-PH" sz="3000" dirty="0" err="1"/>
              <a:t>kaya’t</a:t>
            </a:r>
            <a:r>
              <a:rPr lang="en-PH" sz="3000" dirty="0"/>
              <a:t> </a:t>
            </a:r>
            <a:r>
              <a:rPr lang="en-PH" sz="3000" dirty="0" err="1"/>
              <a:t>siya</a:t>
            </a:r>
            <a:r>
              <a:rPr lang="en-PH" sz="3000" dirty="0"/>
              <a:t> ay </a:t>
            </a:r>
            <a:r>
              <a:rPr lang="en-PH" sz="3000" dirty="0" err="1"/>
              <a:t>masayangmasaya</a:t>
            </a:r>
            <a:r>
              <a:rPr lang="en-PH" sz="3000" dirty="0"/>
              <a:t> at </a:t>
            </a:r>
            <a:r>
              <a:rPr lang="en-PH" sz="3000" dirty="0" err="1"/>
              <a:t>kadaupang</a:t>
            </a:r>
            <a:r>
              <a:rPr lang="en-PH" sz="3000" dirty="0"/>
              <a:t> </a:t>
            </a:r>
            <a:r>
              <a:rPr lang="en-PH" sz="3000" dirty="0" err="1"/>
              <a:t>palad</a:t>
            </a:r>
            <a:r>
              <a:rPr lang="en-PH" sz="3000" dirty="0"/>
              <a:t> </a:t>
            </a:r>
            <a:r>
              <a:rPr lang="en-PH" sz="3000" dirty="0" err="1"/>
              <a:t>niya</a:t>
            </a:r>
            <a:r>
              <a:rPr lang="en-PH" sz="3000" dirty="0"/>
              <a:t> ang </a:t>
            </a:r>
            <a:r>
              <a:rPr lang="en-PH" sz="3000" dirty="0" err="1"/>
              <a:t>mga</a:t>
            </a:r>
            <a:r>
              <a:rPr lang="en-PH" sz="3000" dirty="0"/>
              <a:t> </a:t>
            </a:r>
            <a:r>
              <a:rPr lang="en-PH" sz="3000" dirty="0" err="1"/>
              <a:t>dalaga</a:t>
            </a:r>
            <a:r>
              <a:rPr lang="en-PH" sz="3000" dirty="0"/>
              <a:t> </a:t>
            </a:r>
            <a:r>
              <a:rPr lang="en-PH" sz="3000" dirty="0" err="1"/>
              <a:t>roon</a:t>
            </a:r>
            <a:r>
              <a:rPr lang="en-PH" sz="3000" dirty="0"/>
              <a:t>. May </a:t>
            </a:r>
            <a:r>
              <a:rPr lang="en-PH" sz="3000" dirty="0" err="1"/>
              <a:t>lihim</a:t>
            </a:r>
            <a:r>
              <a:rPr lang="en-PH" sz="3000" dirty="0"/>
              <a:t> din </a:t>
            </a:r>
            <a:r>
              <a:rPr lang="en-PH" sz="3000" dirty="0" err="1"/>
              <a:t>itong</a:t>
            </a:r>
            <a:r>
              <a:rPr lang="en-PH" sz="3000" dirty="0"/>
              <a:t> </a:t>
            </a:r>
            <a:r>
              <a:rPr lang="en-PH" sz="3000" dirty="0" err="1"/>
              <a:t>pagtingin</a:t>
            </a:r>
            <a:r>
              <a:rPr lang="en-PH" sz="3000" dirty="0"/>
              <a:t> kay Maria Clara.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88977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5:  ANG LIWANAG SA DILIM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/>
          </a:bodyPr>
          <a:lstStyle/>
          <a:p>
            <a:r>
              <a:rPr lang="en-PH" sz="4400" dirty="0" err="1"/>
              <a:t>Madali</a:t>
            </a:r>
            <a:r>
              <a:rPr lang="en-PH" sz="4400" dirty="0"/>
              <a:t> </a:t>
            </a:r>
            <a:r>
              <a:rPr lang="en-PH" sz="4400" dirty="0" err="1"/>
              <a:t>namang</a:t>
            </a:r>
            <a:r>
              <a:rPr lang="en-PH" sz="4400" dirty="0"/>
              <a:t> </a:t>
            </a:r>
            <a:r>
              <a:rPr lang="en-PH" sz="4400" dirty="0" err="1"/>
              <a:t>nakatulog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Ibarra ng </a:t>
            </a:r>
            <a:r>
              <a:rPr lang="en-PH" sz="4400" dirty="0" err="1"/>
              <a:t>gabing</a:t>
            </a:r>
            <a:r>
              <a:rPr lang="en-PH" sz="4400" dirty="0"/>
              <a:t> </a:t>
            </a:r>
            <a:r>
              <a:rPr lang="en-PH" sz="4400" dirty="0" err="1"/>
              <a:t>iyon</a:t>
            </a:r>
            <a:r>
              <a:rPr lang="en-PH" sz="4400" dirty="0"/>
              <a:t>. </a:t>
            </a:r>
            <a:r>
              <a:rPr lang="en-PH" sz="4400" dirty="0" err="1"/>
              <a:t>Kabaligtaran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Padre Salvi </a:t>
            </a:r>
            <a:r>
              <a:rPr lang="en-PH" sz="4400" dirty="0" err="1"/>
              <a:t>sapagkat</a:t>
            </a:r>
            <a:r>
              <a:rPr lang="en-PH" sz="4400" dirty="0"/>
              <a:t>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mawala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isipan</a:t>
            </a:r>
            <a:r>
              <a:rPr lang="en-PH" sz="4400" dirty="0"/>
              <a:t> ang </a:t>
            </a:r>
            <a:r>
              <a:rPr lang="en-PH" sz="4400" dirty="0" err="1"/>
              <a:t>magandang</a:t>
            </a:r>
            <a:r>
              <a:rPr lang="en-PH" sz="4400" dirty="0"/>
              <a:t> </a:t>
            </a:r>
            <a:r>
              <a:rPr lang="en-PH" sz="4400" dirty="0" err="1"/>
              <a:t>dalaga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Maria Clara.</a:t>
            </a:r>
          </a:p>
        </p:txBody>
      </p:sp>
    </p:spTree>
    <p:extLst>
      <p:ext uri="{BB962C8B-B14F-4D97-AF65-F5344CB8AC3E}">
        <p14:creationId xmlns:p14="http://schemas.microsoft.com/office/powerpoint/2010/main" val="36371565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6: Si Kapitan Tiyago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92500" lnSpcReduction="10000"/>
          </a:bodyPr>
          <a:lstStyle/>
          <a:p>
            <a:r>
              <a:rPr lang="en-PH" sz="2800" dirty="0"/>
              <a:t>Si </a:t>
            </a:r>
            <a:r>
              <a:rPr lang="en-PH" sz="2800" dirty="0" err="1"/>
              <a:t>Kapitan</a:t>
            </a:r>
            <a:r>
              <a:rPr lang="en-PH" sz="2800" dirty="0"/>
              <a:t> </a:t>
            </a:r>
            <a:r>
              <a:rPr lang="en-PH" sz="2800" dirty="0" err="1"/>
              <a:t>Tiyago</a:t>
            </a:r>
            <a:r>
              <a:rPr lang="en-PH" sz="2800" dirty="0"/>
              <a:t> ay nag-</a:t>
            </a:r>
            <a:r>
              <a:rPr lang="en-PH" sz="2800" dirty="0" err="1"/>
              <a:t>iisang</a:t>
            </a:r>
            <a:r>
              <a:rPr lang="en-PH" sz="2800" dirty="0"/>
              <a:t> </a:t>
            </a:r>
            <a:r>
              <a:rPr lang="en-PH" sz="2800" dirty="0" err="1"/>
              <a:t>anak</a:t>
            </a:r>
            <a:r>
              <a:rPr lang="en-PH" sz="2800" dirty="0"/>
              <a:t> ng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negosyante</a:t>
            </a:r>
            <a:r>
              <a:rPr lang="en-PH" sz="2800" dirty="0"/>
              <a:t> ng </a:t>
            </a:r>
            <a:r>
              <a:rPr lang="en-PH" sz="2800" dirty="0" err="1"/>
              <a:t>asukal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bayan ng Malabon. </a:t>
            </a:r>
            <a:r>
              <a:rPr lang="en-PH" sz="2800" dirty="0" err="1"/>
              <a:t>Siya</a:t>
            </a:r>
            <a:r>
              <a:rPr lang="en-PH" sz="2800" dirty="0"/>
              <a:t> ay </a:t>
            </a:r>
            <a:r>
              <a:rPr lang="en-PH" sz="2800" dirty="0" err="1"/>
              <a:t>mahigit</a:t>
            </a:r>
            <a:r>
              <a:rPr lang="en-PH" sz="2800" dirty="0"/>
              <a:t> </a:t>
            </a:r>
            <a:r>
              <a:rPr lang="en-PH" sz="2800" dirty="0" err="1"/>
              <a:t>kumulang</a:t>
            </a:r>
            <a:r>
              <a:rPr lang="en-PH" sz="2800" dirty="0"/>
              <a:t> </a:t>
            </a:r>
            <a:r>
              <a:rPr lang="en-PH" sz="2800" dirty="0" err="1"/>
              <a:t>tatlumpu’t</a:t>
            </a:r>
            <a:r>
              <a:rPr lang="en-PH" sz="2800" dirty="0"/>
              <a:t> </a:t>
            </a:r>
            <a:r>
              <a:rPr lang="en-PH" sz="2800" dirty="0" err="1"/>
              <a:t>limang</a:t>
            </a:r>
            <a:r>
              <a:rPr lang="en-PH" sz="2800" dirty="0"/>
              <a:t> </a:t>
            </a:r>
            <a:r>
              <a:rPr lang="en-PH" sz="2800" dirty="0" err="1"/>
              <a:t>taong</a:t>
            </a:r>
            <a:r>
              <a:rPr lang="en-PH" sz="2800" dirty="0"/>
              <a:t> </a:t>
            </a:r>
            <a:r>
              <a:rPr lang="en-PH" sz="2800" dirty="0" err="1"/>
              <a:t>gulang</a:t>
            </a:r>
            <a:r>
              <a:rPr lang="en-PH" sz="2800" dirty="0"/>
              <a:t>.</a:t>
            </a:r>
          </a:p>
          <a:p>
            <a:r>
              <a:rPr lang="en-PH" sz="2800" dirty="0" err="1"/>
              <a:t>Datapwat</a:t>
            </a:r>
            <a:r>
              <a:rPr lang="en-PH" sz="2800" dirty="0"/>
              <a:t> </a:t>
            </a:r>
            <a:r>
              <a:rPr lang="en-PH" sz="2800" dirty="0" err="1"/>
              <a:t>hindi</a:t>
            </a:r>
            <a:r>
              <a:rPr lang="en-PH" sz="2800" dirty="0"/>
              <a:t> </a:t>
            </a:r>
            <a:r>
              <a:rPr lang="en-PH" sz="2800" dirty="0" err="1"/>
              <a:t>nakapag-aral</a:t>
            </a:r>
            <a:r>
              <a:rPr lang="en-PH" sz="2800" dirty="0"/>
              <a:t> ay </a:t>
            </a:r>
            <a:r>
              <a:rPr lang="en-PH" sz="2800" dirty="0" err="1"/>
              <a:t>naturuan</a:t>
            </a:r>
            <a:r>
              <a:rPr lang="en-PH" sz="2800" dirty="0"/>
              <a:t> </a:t>
            </a:r>
            <a:r>
              <a:rPr lang="en-PH" sz="2800" dirty="0" err="1"/>
              <a:t>naman</a:t>
            </a:r>
            <a:r>
              <a:rPr lang="en-PH" sz="2800" dirty="0"/>
              <a:t> </a:t>
            </a:r>
            <a:r>
              <a:rPr lang="en-PH" sz="2800" dirty="0" err="1"/>
              <a:t>siya</a:t>
            </a:r>
            <a:r>
              <a:rPr lang="en-PH" sz="2800" dirty="0"/>
              <a:t> ng </a:t>
            </a:r>
            <a:r>
              <a:rPr lang="en-PH" sz="2800" dirty="0" err="1"/>
              <a:t>isang</a:t>
            </a:r>
            <a:r>
              <a:rPr lang="en-PH" sz="2800" dirty="0"/>
              <a:t> paring </a:t>
            </a:r>
            <a:r>
              <a:rPr lang="en-PH" sz="2800" dirty="0" err="1"/>
              <a:t>dominiko</a:t>
            </a:r>
            <a:r>
              <a:rPr lang="en-PH" sz="2800" dirty="0"/>
              <a:t>.</a:t>
            </a:r>
          </a:p>
          <a:p>
            <a:r>
              <a:rPr lang="en-PH" sz="2800" dirty="0"/>
              <a:t>Nang </a:t>
            </a:r>
            <a:r>
              <a:rPr lang="en-PH" sz="2800" dirty="0" err="1"/>
              <a:t>mamatay</a:t>
            </a:r>
            <a:r>
              <a:rPr lang="en-PH" sz="2800" dirty="0"/>
              <a:t> ang ama ay </a:t>
            </a:r>
            <a:r>
              <a:rPr lang="en-PH" sz="2800" dirty="0" err="1"/>
              <a:t>itunuloy</a:t>
            </a:r>
            <a:r>
              <a:rPr lang="en-PH" sz="2800" dirty="0"/>
              <a:t> pa </a:t>
            </a:r>
            <a:r>
              <a:rPr lang="en-PH" sz="2800" dirty="0" err="1"/>
              <a:t>rin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ang </a:t>
            </a:r>
            <a:r>
              <a:rPr lang="en-PH" sz="2800" dirty="0" err="1"/>
              <a:t>pangangalakal</a:t>
            </a:r>
            <a:r>
              <a:rPr lang="en-PH" sz="2800" dirty="0"/>
              <a:t>. </a:t>
            </a:r>
            <a:r>
              <a:rPr lang="en-PH" sz="2800" dirty="0" err="1"/>
              <a:t>Nakilala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Pia Alba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taga</a:t>
            </a:r>
            <a:r>
              <a:rPr lang="en-PH" sz="2800" dirty="0"/>
              <a:t>-Sta. Cruz at </a:t>
            </a:r>
            <a:r>
              <a:rPr lang="en-PH" sz="2800" dirty="0" err="1"/>
              <a:t>sila</a:t>
            </a:r>
            <a:r>
              <a:rPr lang="en-PH" sz="2800" dirty="0"/>
              <a:t> ay </a:t>
            </a:r>
            <a:r>
              <a:rPr lang="en-PH" sz="2800" dirty="0" err="1"/>
              <a:t>nagpakasal</a:t>
            </a:r>
            <a:r>
              <a:rPr lang="en-PH" sz="2800" dirty="0"/>
              <a:t>. </a:t>
            </a:r>
            <a:r>
              <a:rPr lang="en-PH" sz="2800" dirty="0" err="1"/>
              <a:t>Napabilang</a:t>
            </a:r>
            <a:r>
              <a:rPr lang="en-PH" sz="2800" dirty="0"/>
              <a:t> ang </a:t>
            </a:r>
            <a:r>
              <a:rPr lang="en-PH" sz="2800" dirty="0" err="1"/>
              <a:t>magasawa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mataas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antas</a:t>
            </a:r>
            <a:r>
              <a:rPr lang="en-PH" sz="2800" dirty="0"/>
              <a:t> ng </a:t>
            </a:r>
            <a:r>
              <a:rPr lang="en-PH" sz="2800" dirty="0" err="1"/>
              <a:t>lipunan</a:t>
            </a:r>
            <a:r>
              <a:rPr lang="en-PH" sz="2800" dirty="0"/>
              <a:t> </a:t>
            </a:r>
            <a:r>
              <a:rPr lang="en-PH" sz="2800" dirty="0" err="1"/>
              <a:t>dahil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pagiging</a:t>
            </a:r>
            <a:r>
              <a:rPr lang="en-PH" sz="2800" dirty="0"/>
              <a:t> </a:t>
            </a:r>
            <a:r>
              <a:rPr lang="en-PH" sz="2800" dirty="0" err="1"/>
              <a:t>mayaman</a:t>
            </a:r>
            <a:r>
              <a:rPr lang="en-PH" sz="2800" dirty="0"/>
              <a:t> at </a:t>
            </a:r>
            <a:r>
              <a:rPr lang="en-PH" sz="2800" dirty="0" err="1"/>
              <a:t>mahusay</a:t>
            </a:r>
            <a:r>
              <a:rPr lang="en-PH" sz="2800" dirty="0"/>
              <a:t> </a:t>
            </a:r>
            <a:r>
              <a:rPr lang="en-PH" sz="2800" dirty="0" err="1"/>
              <a:t>magpalakad</a:t>
            </a:r>
            <a:r>
              <a:rPr lang="en-PH" sz="2800" dirty="0"/>
              <a:t> ng </a:t>
            </a:r>
            <a:r>
              <a:rPr lang="en-PH" sz="2800" dirty="0" err="1"/>
              <a:t>negosyo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03929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6: Si Kapitan Tiyago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 err="1"/>
              <a:t>Mailalarawan</a:t>
            </a:r>
            <a:r>
              <a:rPr lang="en-PH" sz="2400" dirty="0"/>
              <a:t> </a:t>
            </a:r>
            <a:r>
              <a:rPr lang="en-PH" sz="2400" dirty="0" err="1"/>
              <a:t>si</a:t>
            </a:r>
            <a:r>
              <a:rPr lang="en-PH" sz="2400" dirty="0"/>
              <a:t> </a:t>
            </a:r>
            <a:r>
              <a:rPr lang="en-PH" sz="2400" dirty="0" err="1"/>
              <a:t>Kapitan</a:t>
            </a:r>
            <a:r>
              <a:rPr lang="en-PH" sz="2400" dirty="0"/>
              <a:t> </a:t>
            </a:r>
            <a:r>
              <a:rPr lang="en-PH" sz="2400" dirty="0" err="1"/>
              <a:t>Tiyago</a:t>
            </a:r>
            <a:r>
              <a:rPr lang="en-PH" sz="2400" dirty="0"/>
              <a:t> </a:t>
            </a:r>
            <a:r>
              <a:rPr lang="en-PH" sz="2400" dirty="0" err="1"/>
              <a:t>bilang</a:t>
            </a:r>
            <a:r>
              <a:rPr lang="en-PH" sz="2400" dirty="0"/>
              <a:t> </a:t>
            </a:r>
            <a:r>
              <a:rPr lang="en-PH" sz="2400" dirty="0" err="1"/>
              <a:t>isang</a:t>
            </a:r>
            <a:r>
              <a:rPr lang="en-PH" sz="2400" dirty="0"/>
              <a:t> </a:t>
            </a:r>
            <a:r>
              <a:rPr lang="en-PH" sz="2400" dirty="0" err="1"/>
              <a:t>magandang</a:t>
            </a:r>
            <a:r>
              <a:rPr lang="en-PH" sz="2400" dirty="0"/>
              <a:t> </a:t>
            </a:r>
            <a:r>
              <a:rPr lang="en-PH" sz="2400" dirty="0" err="1"/>
              <a:t>lalaki</a:t>
            </a:r>
            <a:r>
              <a:rPr lang="en-PH" sz="2400" dirty="0"/>
              <a:t> </a:t>
            </a:r>
            <a:r>
              <a:rPr lang="en-PH" sz="2400" dirty="0" err="1"/>
              <a:t>na</a:t>
            </a:r>
            <a:r>
              <a:rPr lang="en-PH" sz="2400" dirty="0"/>
              <a:t> may </a:t>
            </a:r>
            <a:r>
              <a:rPr lang="en-PH" sz="2400" dirty="0" err="1"/>
              <a:t>moreno</a:t>
            </a:r>
            <a:r>
              <a:rPr lang="en-PH" sz="2400" dirty="0"/>
              <a:t>, </a:t>
            </a:r>
            <a:r>
              <a:rPr lang="en-PH" sz="2400" dirty="0" err="1"/>
              <a:t>pandak</a:t>
            </a:r>
            <a:r>
              <a:rPr lang="en-PH" sz="2400" dirty="0"/>
              <a:t>, at </a:t>
            </a:r>
            <a:r>
              <a:rPr lang="en-PH" sz="2400" dirty="0" err="1"/>
              <a:t>bilugan</a:t>
            </a:r>
            <a:r>
              <a:rPr lang="en-PH" sz="2400" dirty="0"/>
              <a:t> ang </a:t>
            </a:r>
            <a:r>
              <a:rPr lang="en-PH" sz="2400" dirty="0" err="1"/>
              <a:t>mukha</a:t>
            </a:r>
            <a:r>
              <a:rPr lang="en-PH" sz="2400" dirty="0"/>
              <a:t>. </a:t>
            </a:r>
            <a:r>
              <a:rPr lang="en-PH" sz="2400" dirty="0" err="1"/>
              <a:t>Sinira</a:t>
            </a:r>
            <a:r>
              <a:rPr lang="en-PH" sz="2400" dirty="0"/>
              <a:t> ng </a:t>
            </a:r>
            <a:r>
              <a:rPr lang="en-PH" sz="2400" dirty="0" err="1"/>
              <a:t>pananabako</a:t>
            </a:r>
            <a:r>
              <a:rPr lang="en-PH" sz="2400" dirty="0"/>
              <a:t> at </a:t>
            </a:r>
            <a:r>
              <a:rPr lang="en-PH" sz="2400" dirty="0" err="1"/>
              <a:t>pagnganganga</a:t>
            </a:r>
            <a:r>
              <a:rPr lang="en-PH" sz="2400" dirty="0"/>
              <a:t> ang </a:t>
            </a:r>
            <a:r>
              <a:rPr lang="en-PH" sz="2400" dirty="0" err="1"/>
              <a:t>kanyang</a:t>
            </a:r>
            <a:r>
              <a:rPr lang="en-PH" sz="2400" dirty="0"/>
              <a:t> </a:t>
            </a:r>
            <a:r>
              <a:rPr lang="en-PH" sz="2400" dirty="0" err="1"/>
              <a:t>hitsura</a:t>
            </a:r>
            <a:r>
              <a:rPr lang="en-PH" sz="2400" dirty="0"/>
              <a:t>.</a:t>
            </a:r>
          </a:p>
          <a:p>
            <a:pPr marL="0" indent="0">
              <a:buNone/>
            </a:pPr>
            <a:r>
              <a:rPr lang="en-PH" sz="2400" dirty="0" err="1"/>
              <a:t>Siya</a:t>
            </a:r>
            <a:r>
              <a:rPr lang="en-PH" sz="2400" dirty="0"/>
              <a:t> ay </a:t>
            </a:r>
            <a:r>
              <a:rPr lang="en-PH" sz="2400" dirty="0" err="1"/>
              <a:t>naninilbihan</a:t>
            </a:r>
            <a:r>
              <a:rPr lang="en-PH" sz="2400" dirty="0"/>
              <a:t> </a:t>
            </a:r>
            <a:r>
              <a:rPr lang="en-PH" sz="2400" dirty="0" err="1"/>
              <a:t>bilang</a:t>
            </a:r>
            <a:r>
              <a:rPr lang="en-PH" sz="2400" dirty="0"/>
              <a:t> </a:t>
            </a:r>
            <a:r>
              <a:rPr lang="en-PH" sz="2400" dirty="0" err="1"/>
              <a:t>gobernadorcillo</a:t>
            </a:r>
            <a:r>
              <a:rPr lang="en-PH" sz="2400" dirty="0"/>
              <a:t>. Kasama </a:t>
            </a:r>
            <a:r>
              <a:rPr lang="en-PH" sz="2400" dirty="0" err="1"/>
              <a:t>sa</a:t>
            </a:r>
            <a:r>
              <a:rPr lang="en-PH" sz="2400" dirty="0"/>
              <a:t> </a:t>
            </a:r>
            <a:r>
              <a:rPr lang="en-PH" sz="2400" dirty="0" err="1"/>
              <a:t>kanyang</a:t>
            </a:r>
            <a:r>
              <a:rPr lang="en-PH" sz="2400" dirty="0"/>
              <a:t> </a:t>
            </a:r>
            <a:r>
              <a:rPr lang="en-PH" sz="2400" dirty="0" err="1"/>
              <a:t>paglilingkod</a:t>
            </a:r>
            <a:r>
              <a:rPr lang="en-PH" sz="2400" dirty="0"/>
              <a:t> ang </a:t>
            </a:r>
            <a:r>
              <a:rPr lang="en-PH" sz="2400" dirty="0" err="1"/>
              <a:t>paghamak</a:t>
            </a:r>
            <a:r>
              <a:rPr lang="en-PH" sz="2400" dirty="0"/>
              <a:t> </a:t>
            </a:r>
            <a:r>
              <a:rPr lang="en-PH" sz="2400" dirty="0" err="1"/>
              <a:t>sa</a:t>
            </a:r>
            <a:r>
              <a:rPr lang="en-PH" sz="2400" dirty="0"/>
              <a:t> </a:t>
            </a:r>
            <a:r>
              <a:rPr lang="en-PH" sz="2400" dirty="0" err="1"/>
              <a:t>mga</a:t>
            </a:r>
            <a:r>
              <a:rPr lang="en-PH" sz="2400" dirty="0"/>
              <a:t> Pilipino at </a:t>
            </a:r>
            <a:r>
              <a:rPr lang="en-PH" sz="2400" dirty="0" err="1"/>
              <a:t>hayaan</a:t>
            </a:r>
            <a:r>
              <a:rPr lang="en-PH" sz="2400" dirty="0"/>
              <a:t> ang </a:t>
            </a:r>
            <a:r>
              <a:rPr lang="en-PH" sz="2400" dirty="0" err="1"/>
              <a:t>mga</a:t>
            </a:r>
            <a:r>
              <a:rPr lang="en-PH" sz="2400" dirty="0"/>
              <a:t> </a:t>
            </a:r>
            <a:r>
              <a:rPr lang="en-PH" sz="2400" dirty="0" err="1"/>
              <a:t>Kastila</a:t>
            </a:r>
            <a:r>
              <a:rPr lang="en-PH" sz="2400" dirty="0"/>
              <a:t> </a:t>
            </a:r>
            <a:r>
              <a:rPr lang="en-PH" sz="2400" dirty="0" err="1"/>
              <a:t>sa</a:t>
            </a:r>
            <a:r>
              <a:rPr lang="en-PH" sz="2400" dirty="0"/>
              <a:t> </a:t>
            </a:r>
            <a:r>
              <a:rPr lang="en-PH" sz="2400" dirty="0" err="1"/>
              <a:t>ganitong</a:t>
            </a:r>
            <a:r>
              <a:rPr lang="en-PH" sz="2400" dirty="0"/>
              <a:t> </a:t>
            </a:r>
            <a:r>
              <a:rPr lang="en-PH" sz="2400" dirty="0" err="1"/>
              <a:t>gawain</a:t>
            </a:r>
            <a:r>
              <a:rPr lang="en-PH" sz="2400" dirty="0"/>
              <a:t>.</a:t>
            </a:r>
          </a:p>
          <a:p>
            <a:pPr marL="0" indent="0">
              <a:buNone/>
            </a:pPr>
            <a:r>
              <a:rPr lang="en-PH" sz="2400" dirty="0" err="1"/>
              <a:t>Kastila</a:t>
            </a:r>
            <a:r>
              <a:rPr lang="en-PH" sz="2400" dirty="0"/>
              <a:t> </a:t>
            </a:r>
            <a:r>
              <a:rPr lang="en-PH" sz="2400" dirty="0" err="1"/>
              <a:t>na</a:t>
            </a:r>
            <a:r>
              <a:rPr lang="en-PH" sz="2400" dirty="0"/>
              <a:t> </a:t>
            </a:r>
            <a:r>
              <a:rPr lang="en-PH" sz="2400" dirty="0" err="1"/>
              <a:t>rin</a:t>
            </a:r>
            <a:r>
              <a:rPr lang="en-PH" sz="2400" dirty="0"/>
              <a:t> ang </a:t>
            </a:r>
            <a:r>
              <a:rPr lang="en-PH" sz="2400" dirty="0" err="1"/>
              <a:t>turing</a:t>
            </a:r>
            <a:r>
              <a:rPr lang="en-PH" sz="2400" dirty="0"/>
              <a:t> ng </a:t>
            </a:r>
            <a:r>
              <a:rPr lang="en-PH" sz="2400" dirty="0" err="1"/>
              <a:t>Kapitan</a:t>
            </a:r>
            <a:r>
              <a:rPr lang="en-PH" sz="2400" dirty="0"/>
              <a:t> </a:t>
            </a:r>
            <a:r>
              <a:rPr lang="en-PH" sz="2400" dirty="0" err="1"/>
              <a:t>sa</a:t>
            </a:r>
            <a:r>
              <a:rPr lang="en-PH" sz="2400" dirty="0"/>
              <a:t> </a:t>
            </a:r>
            <a:r>
              <a:rPr lang="en-PH" sz="2400" dirty="0" err="1"/>
              <a:t>kanyang</a:t>
            </a:r>
            <a:r>
              <a:rPr lang="en-PH" sz="2400" dirty="0"/>
              <a:t> </a:t>
            </a:r>
            <a:r>
              <a:rPr lang="en-PH" sz="2400" dirty="0" err="1"/>
              <a:t>sarili</a:t>
            </a:r>
            <a:r>
              <a:rPr lang="en-PH" sz="2400" dirty="0"/>
              <a:t> </a:t>
            </a:r>
            <a:r>
              <a:rPr lang="en-PH" sz="2400" dirty="0" err="1"/>
              <a:t>samantalang</a:t>
            </a:r>
            <a:r>
              <a:rPr lang="en-PH" sz="2400" dirty="0"/>
              <a:t> ang </a:t>
            </a:r>
            <a:r>
              <a:rPr lang="en-PH" sz="2400" dirty="0" err="1"/>
              <a:t>turing</a:t>
            </a:r>
            <a:r>
              <a:rPr lang="en-PH" sz="2400" dirty="0"/>
              <a:t> </a:t>
            </a:r>
            <a:r>
              <a:rPr lang="en-PH" sz="2400" dirty="0" err="1"/>
              <a:t>naman</a:t>
            </a:r>
            <a:r>
              <a:rPr lang="en-PH" sz="2400" dirty="0"/>
              <a:t> </a:t>
            </a:r>
            <a:r>
              <a:rPr lang="en-PH" sz="2400" dirty="0" err="1"/>
              <a:t>niya</a:t>
            </a:r>
            <a:r>
              <a:rPr lang="en-PH" sz="2400" dirty="0"/>
              <a:t> </a:t>
            </a:r>
            <a:r>
              <a:rPr lang="en-PH" sz="2400" dirty="0" err="1"/>
              <a:t>sa</a:t>
            </a:r>
            <a:r>
              <a:rPr lang="en-PH" sz="2400" dirty="0"/>
              <a:t> </a:t>
            </a:r>
            <a:r>
              <a:rPr lang="en-PH" sz="2400" dirty="0" err="1"/>
              <a:t>mga</a:t>
            </a:r>
            <a:r>
              <a:rPr lang="en-PH" sz="2400" dirty="0"/>
              <a:t> Pilipino ay Indio. </a:t>
            </a:r>
            <a:r>
              <a:rPr lang="en-PH" sz="2400" dirty="0" err="1"/>
              <a:t>Pinaniniwalaan</a:t>
            </a:r>
            <a:r>
              <a:rPr lang="en-PH" sz="2400" dirty="0"/>
              <a:t> ng </a:t>
            </a:r>
            <a:r>
              <a:rPr lang="en-PH" sz="2400" dirty="0" err="1"/>
              <a:t>Kapitan</a:t>
            </a:r>
            <a:r>
              <a:rPr lang="en-PH" sz="2400" dirty="0"/>
              <a:t> </a:t>
            </a:r>
            <a:r>
              <a:rPr lang="en-PH" sz="2400" dirty="0" err="1"/>
              <a:t>na</a:t>
            </a:r>
            <a:r>
              <a:rPr lang="en-PH" sz="2400" dirty="0"/>
              <a:t> ang </a:t>
            </a:r>
            <a:r>
              <a:rPr lang="en-PH" sz="2400" dirty="0" err="1"/>
              <a:t>mga</a:t>
            </a:r>
            <a:r>
              <a:rPr lang="en-PH" sz="2400" dirty="0"/>
              <a:t> </a:t>
            </a:r>
            <a:r>
              <a:rPr lang="en-PH" sz="2400" dirty="0" err="1"/>
              <a:t>Kastila</a:t>
            </a:r>
            <a:r>
              <a:rPr lang="en-PH" sz="2400" dirty="0"/>
              <a:t> ay </a:t>
            </a:r>
            <a:r>
              <a:rPr lang="en-PH" sz="2400" dirty="0" err="1"/>
              <a:t>mararangal</a:t>
            </a:r>
            <a:r>
              <a:rPr lang="en-PH" sz="2400" dirty="0"/>
              <a:t> at </a:t>
            </a:r>
            <a:r>
              <a:rPr lang="en-PH" sz="2400" dirty="0" err="1"/>
              <a:t>karapat-dapat</a:t>
            </a:r>
            <a:r>
              <a:rPr lang="en-PH" sz="2400" dirty="0"/>
              <a:t> </a:t>
            </a:r>
            <a:r>
              <a:rPr lang="en-PH" sz="2400" dirty="0" err="1"/>
              <a:t>pag-ukulan</a:t>
            </a:r>
            <a:r>
              <a:rPr lang="en-PH" sz="2400" dirty="0"/>
              <a:t> ng </a:t>
            </a:r>
            <a:r>
              <a:rPr lang="en-PH" sz="2400" dirty="0" err="1"/>
              <a:t>paggalang</a:t>
            </a:r>
            <a:r>
              <a:rPr lang="en-PH" sz="2400" dirty="0"/>
              <a:t> at </a:t>
            </a:r>
            <a:r>
              <a:rPr lang="en-PH" sz="2400" dirty="0" err="1"/>
              <a:t>pagpapahalaga</a:t>
            </a:r>
            <a:r>
              <a:rPr lang="en-PH" sz="24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61200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6: Si Kapitan Tiyago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PH" sz="2800" dirty="0"/>
              <a:t>Ang </a:t>
            </a:r>
            <a:r>
              <a:rPr lang="en-PH" sz="2800" dirty="0" err="1"/>
              <a:t>Kapitan</a:t>
            </a:r>
            <a:r>
              <a:rPr lang="en-PH" sz="2800" dirty="0"/>
              <a:t> ay </a:t>
            </a:r>
            <a:r>
              <a:rPr lang="en-PH" sz="2800" dirty="0" err="1"/>
              <a:t>kaibigan</a:t>
            </a:r>
            <a:r>
              <a:rPr lang="en-PH" sz="2800" dirty="0"/>
              <a:t> ng </a:t>
            </a:r>
            <a:r>
              <a:rPr lang="en-PH" sz="2800" dirty="0" err="1"/>
              <a:t>lahat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may </a:t>
            </a:r>
            <a:r>
              <a:rPr lang="en-PH" sz="2800" dirty="0" err="1"/>
              <a:t>kapangyarihan</a:t>
            </a:r>
            <a:r>
              <a:rPr lang="en-PH" sz="2800" dirty="0"/>
              <a:t> </a:t>
            </a:r>
            <a:r>
              <a:rPr lang="en-PH" sz="2800" dirty="0" err="1"/>
              <a:t>lalo’t</a:t>
            </a:r>
            <a:r>
              <a:rPr lang="en-PH" sz="2800" dirty="0"/>
              <a:t> </a:t>
            </a:r>
            <a:r>
              <a:rPr lang="en-PH" sz="2800" dirty="0" err="1"/>
              <a:t>higit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pari</a:t>
            </a:r>
            <a:r>
              <a:rPr lang="en-PH" sz="2800" dirty="0"/>
              <a:t>. Kaya </a:t>
            </a:r>
            <a:r>
              <a:rPr lang="en-PH" sz="2800" dirty="0" err="1"/>
              <a:t>naman</a:t>
            </a:r>
            <a:r>
              <a:rPr lang="en-PH" sz="2800" dirty="0"/>
              <a:t> </a:t>
            </a:r>
            <a:r>
              <a:rPr lang="en-PH" sz="2800" dirty="0" err="1"/>
              <a:t>hindi</a:t>
            </a:r>
            <a:r>
              <a:rPr lang="en-PH" sz="2800" dirty="0"/>
              <a:t> </a:t>
            </a:r>
            <a:r>
              <a:rPr lang="en-PH" sz="2800" dirty="0" err="1"/>
              <a:t>mawawala</a:t>
            </a:r>
            <a:r>
              <a:rPr lang="en-PH" sz="2800" dirty="0"/>
              <a:t> ang </a:t>
            </a:r>
            <a:r>
              <a:rPr lang="en-PH" sz="2800" dirty="0" err="1"/>
              <a:t>kanyang</a:t>
            </a:r>
            <a:r>
              <a:rPr lang="en-PH" sz="2800" dirty="0"/>
              <a:t> </a:t>
            </a:r>
            <a:r>
              <a:rPr lang="en-PH" sz="2800" dirty="0" err="1"/>
              <a:t>pangalan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misa</a:t>
            </a:r>
            <a:r>
              <a:rPr lang="en-PH" sz="2800" dirty="0"/>
              <a:t> at </a:t>
            </a:r>
            <a:r>
              <a:rPr lang="en-PH" sz="2800" dirty="0" err="1"/>
              <a:t>padasal</a:t>
            </a:r>
            <a:r>
              <a:rPr lang="en-PH" sz="2800" dirty="0"/>
              <a:t> para </a:t>
            </a:r>
            <a:r>
              <a:rPr lang="en-PH" sz="2800" dirty="0" err="1"/>
              <a:t>bilhin</a:t>
            </a:r>
            <a:r>
              <a:rPr lang="en-PH" sz="2800" dirty="0"/>
              <a:t> ang </a:t>
            </a:r>
            <a:r>
              <a:rPr lang="en-PH" sz="2800" dirty="0" err="1"/>
              <a:t>langit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r>
              <a:rPr lang="en-PH" sz="2800" dirty="0"/>
              <a:t>Ang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maibigan</a:t>
            </a:r>
            <a:r>
              <a:rPr lang="en-PH" sz="2800" dirty="0"/>
              <a:t> </a:t>
            </a:r>
            <a:r>
              <a:rPr lang="en-PH" sz="2800" dirty="0" err="1"/>
              <a:t>niyang</a:t>
            </a:r>
            <a:r>
              <a:rPr lang="en-PH" sz="2800" dirty="0"/>
              <a:t> santo </a:t>
            </a:r>
            <a:r>
              <a:rPr lang="en-PH" sz="2800" dirty="0" err="1"/>
              <a:t>maging</a:t>
            </a:r>
            <a:r>
              <a:rPr lang="en-PH" sz="2800" dirty="0"/>
              <a:t> ang </a:t>
            </a:r>
            <a:r>
              <a:rPr lang="en-PH" sz="2800" dirty="0" err="1"/>
              <a:t>kabanalan</a:t>
            </a:r>
            <a:r>
              <a:rPr lang="en-PH" sz="2800" dirty="0"/>
              <a:t> ay </a:t>
            </a:r>
            <a:r>
              <a:rPr lang="en-PH" sz="2800" dirty="0" err="1"/>
              <a:t>nabibili</a:t>
            </a:r>
            <a:r>
              <a:rPr lang="en-PH" sz="2800" dirty="0"/>
              <a:t> </a:t>
            </a:r>
            <a:r>
              <a:rPr lang="en-PH" sz="2800" dirty="0" err="1"/>
              <a:t>nito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r>
              <a:rPr lang="en-PH" sz="2800" dirty="0"/>
              <a:t>Punong-</a:t>
            </a:r>
            <a:r>
              <a:rPr lang="en-PH" sz="2800" dirty="0" err="1"/>
              <a:t>puno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dinadasalan</a:t>
            </a:r>
            <a:r>
              <a:rPr lang="en-PH" sz="2800" dirty="0"/>
              <a:t> ang </a:t>
            </a:r>
            <a:r>
              <a:rPr lang="en-PH" sz="2800" dirty="0" err="1"/>
              <a:t>silid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</a:t>
            </a:r>
            <a:r>
              <a:rPr lang="en-PH" sz="2800" dirty="0" err="1"/>
              <a:t>Kapitan</a:t>
            </a:r>
            <a:r>
              <a:rPr lang="en-PH" sz="2800" dirty="0"/>
              <a:t> </a:t>
            </a:r>
            <a:r>
              <a:rPr lang="en-PH" sz="2800" dirty="0" err="1"/>
              <a:t>Tiyago</a:t>
            </a:r>
            <a:r>
              <a:rPr lang="en-PH" sz="2800" dirty="0"/>
              <a:t> </a:t>
            </a:r>
            <a:r>
              <a:rPr lang="en-PH" sz="2800" dirty="0" err="1"/>
              <a:t>katulad</a:t>
            </a:r>
            <a:r>
              <a:rPr lang="en-PH" sz="2800" dirty="0"/>
              <a:t> </a:t>
            </a:r>
            <a:r>
              <a:rPr lang="en-PH" sz="2800" dirty="0" err="1"/>
              <a:t>nina</a:t>
            </a:r>
            <a:r>
              <a:rPr lang="en-PH" sz="2800" dirty="0"/>
              <a:t> Sta.</a:t>
            </a:r>
          </a:p>
          <a:p>
            <a:pPr marL="0" indent="0">
              <a:buNone/>
            </a:pPr>
            <a:r>
              <a:rPr lang="en-PH" sz="2800" dirty="0"/>
              <a:t>Lucia, San Pascual </a:t>
            </a:r>
            <a:r>
              <a:rPr lang="en-PH" sz="2800" dirty="0" err="1"/>
              <a:t>Bailon</a:t>
            </a:r>
            <a:r>
              <a:rPr lang="en-PH" sz="2800" dirty="0"/>
              <a:t>, San Antonio De Padua, San Francisco De </a:t>
            </a:r>
            <a:r>
              <a:rPr lang="en-PH" sz="2800" dirty="0" err="1"/>
              <a:t>Asis</a:t>
            </a:r>
            <a:r>
              <a:rPr lang="en-PH" sz="2800" dirty="0"/>
              <a:t>, San Antonio Abad, San Miguel, </a:t>
            </a:r>
            <a:r>
              <a:rPr lang="en-PH" sz="2800" dirty="0" err="1"/>
              <a:t>Sto</a:t>
            </a:r>
            <a:r>
              <a:rPr lang="en-PH" sz="2800" dirty="0"/>
              <a:t>. Domingo, </a:t>
            </a:r>
            <a:r>
              <a:rPr lang="en-PH" sz="2800" dirty="0" err="1"/>
              <a:t>Hesukristo</a:t>
            </a:r>
            <a:r>
              <a:rPr lang="en-PH" sz="2800" dirty="0"/>
              <a:t>, at ang </a:t>
            </a:r>
            <a:r>
              <a:rPr lang="en-PH" sz="2800" dirty="0" err="1"/>
              <a:t>larawan</a:t>
            </a:r>
            <a:r>
              <a:rPr lang="en-PH" sz="2800" dirty="0"/>
              <a:t> ng Banal </a:t>
            </a:r>
            <a:r>
              <a:rPr lang="en-PH" sz="2800" dirty="0" err="1"/>
              <a:t>na</a:t>
            </a:r>
            <a:r>
              <a:rPr lang="en-PH" sz="2800" dirty="0"/>
              <a:t> Mag-</a:t>
            </a:r>
            <a:r>
              <a:rPr lang="en-PH" sz="2800" dirty="0" err="1"/>
              <a:t>anak</a:t>
            </a:r>
            <a:r>
              <a:rPr lang="en-PH" sz="2800" dirty="0"/>
              <a:t> (</a:t>
            </a:r>
            <a:r>
              <a:rPr lang="en-PH" sz="2800" dirty="0" err="1"/>
              <a:t>Hesus</a:t>
            </a:r>
            <a:r>
              <a:rPr lang="en-PH" sz="2800" dirty="0"/>
              <a:t>, Maria at </a:t>
            </a:r>
            <a:r>
              <a:rPr lang="en-PH" sz="2800" dirty="0" err="1"/>
              <a:t>Hosep</a:t>
            </a:r>
            <a:r>
              <a:rPr lang="en-PH" sz="2800" dirty="0"/>
              <a:t>).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86327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6: Si Kapitan Tiyago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sz="2800" dirty="0" err="1"/>
              <a:t>Maraming</a:t>
            </a:r>
            <a:r>
              <a:rPr lang="en-PH" sz="2800" dirty="0"/>
              <a:t> </a:t>
            </a:r>
            <a:r>
              <a:rPr lang="en-PH" sz="2800" dirty="0" err="1"/>
              <a:t>ari-arian</a:t>
            </a:r>
            <a:r>
              <a:rPr lang="en-PH" sz="2800" dirty="0"/>
              <a:t> ang </a:t>
            </a:r>
            <a:r>
              <a:rPr lang="en-PH" sz="2800" dirty="0" err="1"/>
              <a:t>nabibili</a:t>
            </a:r>
            <a:r>
              <a:rPr lang="en-PH" sz="2800" dirty="0"/>
              <a:t> ng </a:t>
            </a:r>
            <a:r>
              <a:rPr lang="en-PH" sz="2800" dirty="0" err="1"/>
              <a:t>Kapitan</a:t>
            </a:r>
            <a:r>
              <a:rPr lang="en-PH" sz="2800" dirty="0"/>
              <a:t> </a:t>
            </a:r>
            <a:r>
              <a:rPr lang="en-PH" sz="2800" dirty="0" err="1"/>
              <a:t>dahil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pagnenegosyo</a:t>
            </a:r>
            <a:r>
              <a:rPr lang="en-PH" sz="2800" dirty="0"/>
              <a:t>. </a:t>
            </a:r>
            <a:r>
              <a:rPr lang="en-PH" sz="2800" dirty="0" err="1"/>
              <a:t>Kabilang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diyan</a:t>
            </a:r>
            <a:r>
              <a:rPr lang="en-PH" sz="2800" dirty="0"/>
              <a:t> ang </a:t>
            </a:r>
            <a:r>
              <a:rPr lang="en-PH" sz="2800" dirty="0" err="1"/>
              <a:t>pagbili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ng </a:t>
            </a:r>
            <a:r>
              <a:rPr lang="en-PH" sz="2800" dirty="0" err="1"/>
              <a:t>lupain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San Diego. </a:t>
            </a:r>
            <a:r>
              <a:rPr lang="en-PH" sz="2800" dirty="0" err="1"/>
              <a:t>Siya</a:t>
            </a:r>
            <a:r>
              <a:rPr lang="en-PH" sz="2800" dirty="0"/>
              <a:t> </a:t>
            </a:r>
            <a:r>
              <a:rPr lang="en-PH" sz="2800" dirty="0" err="1"/>
              <a:t>namang</a:t>
            </a:r>
            <a:r>
              <a:rPr lang="en-PH" sz="2800" dirty="0"/>
              <a:t> </a:t>
            </a:r>
            <a:r>
              <a:rPr lang="en-PH" sz="2800" dirty="0" err="1"/>
              <a:t>naging</a:t>
            </a:r>
            <a:r>
              <a:rPr lang="en-PH" sz="2800" dirty="0"/>
              <a:t> </a:t>
            </a:r>
            <a:r>
              <a:rPr lang="en-PH" sz="2800" dirty="0" err="1"/>
              <a:t>daan</a:t>
            </a:r>
            <a:r>
              <a:rPr lang="en-PH" sz="2800" dirty="0"/>
              <a:t> </a:t>
            </a:r>
            <a:r>
              <a:rPr lang="en-PH" sz="2800" dirty="0" err="1"/>
              <a:t>upang</a:t>
            </a:r>
            <a:r>
              <a:rPr lang="en-PH" sz="2800" dirty="0"/>
              <a:t> </a:t>
            </a:r>
            <a:r>
              <a:rPr lang="en-PH" sz="2800" dirty="0" err="1"/>
              <a:t>makilala</a:t>
            </a:r>
            <a:r>
              <a:rPr lang="en-PH" sz="2800" dirty="0"/>
              <a:t> </a:t>
            </a:r>
            <a:r>
              <a:rPr lang="en-PH" sz="2800" dirty="0" err="1"/>
              <a:t>niya</a:t>
            </a:r>
            <a:r>
              <a:rPr lang="en-PH" sz="2800" dirty="0"/>
              <a:t> ang </a:t>
            </a:r>
            <a:r>
              <a:rPr lang="en-PH" sz="2800" dirty="0" err="1"/>
              <a:t>kura</a:t>
            </a:r>
            <a:r>
              <a:rPr lang="en-PH" sz="2800" dirty="0"/>
              <a:t> doon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Padre </a:t>
            </a:r>
            <a:r>
              <a:rPr lang="en-PH" sz="2800" dirty="0" err="1"/>
              <a:t>Damaso</a:t>
            </a:r>
            <a:r>
              <a:rPr lang="en-PH" sz="2800" dirty="0"/>
              <a:t> at ang </a:t>
            </a:r>
            <a:r>
              <a:rPr lang="en-PH" sz="2800" dirty="0" err="1"/>
              <a:t>pinakamayaman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bayang</a:t>
            </a:r>
            <a:r>
              <a:rPr lang="en-PH" sz="2800" dirty="0"/>
              <a:t> </a:t>
            </a:r>
            <a:r>
              <a:rPr lang="en-PH" sz="2800" dirty="0" err="1"/>
              <a:t>iyon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Don Rafael Ibarra.</a:t>
            </a:r>
          </a:p>
          <a:p>
            <a:pPr marL="0" indent="0">
              <a:buNone/>
            </a:pPr>
            <a:r>
              <a:rPr lang="en-PH" sz="2800" dirty="0"/>
              <a:t>Sa </a:t>
            </a:r>
            <a:r>
              <a:rPr lang="en-PH" sz="2800" dirty="0" err="1"/>
              <a:t>loob</a:t>
            </a:r>
            <a:r>
              <a:rPr lang="en-PH" sz="2800" dirty="0"/>
              <a:t> ng </a:t>
            </a:r>
            <a:r>
              <a:rPr lang="en-PH" sz="2800" dirty="0" err="1"/>
              <a:t>anim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taon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pagsasama</a:t>
            </a:r>
            <a:r>
              <a:rPr lang="en-PH" sz="2800" dirty="0"/>
              <a:t> ng mag-</a:t>
            </a:r>
            <a:r>
              <a:rPr lang="en-PH" sz="2800" dirty="0" err="1"/>
              <a:t>asawang</a:t>
            </a:r>
            <a:r>
              <a:rPr lang="en-PH" sz="2800" dirty="0"/>
              <a:t> </a:t>
            </a:r>
            <a:r>
              <a:rPr lang="en-PH" sz="2800" dirty="0" err="1"/>
              <a:t>Kapitan</a:t>
            </a:r>
            <a:r>
              <a:rPr lang="en-PH" sz="2800" dirty="0"/>
              <a:t> </a:t>
            </a:r>
            <a:r>
              <a:rPr lang="en-PH" sz="2800" dirty="0" err="1"/>
              <a:t>Tiyago</a:t>
            </a:r>
            <a:r>
              <a:rPr lang="en-PH" sz="2800" dirty="0"/>
              <a:t> at Pia Alba, at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kabila</a:t>
            </a:r>
            <a:r>
              <a:rPr lang="en-PH" sz="2800" dirty="0"/>
              <a:t> ng </a:t>
            </a:r>
            <a:r>
              <a:rPr lang="en-PH" sz="2800" dirty="0" err="1"/>
              <a:t>magandang</a:t>
            </a:r>
            <a:r>
              <a:rPr lang="en-PH" sz="2800" dirty="0"/>
              <a:t> </a:t>
            </a:r>
            <a:r>
              <a:rPr lang="en-PH" sz="2800" dirty="0" err="1"/>
              <a:t>buhay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tinatamasa</a:t>
            </a:r>
            <a:r>
              <a:rPr lang="en-PH" sz="2800" dirty="0"/>
              <a:t> </a:t>
            </a:r>
            <a:r>
              <a:rPr lang="en-PH" sz="2800" dirty="0" err="1"/>
              <a:t>nila</a:t>
            </a:r>
            <a:r>
              <a:rPr lang="en-PH" sz="2800" dirty="0"/>
              <a:t> ay </a:t>
            </a:r>
            <a:r>
              <a:rPr lang="en-PH" sz="2800" dirty="0" err="1"/>
              <a:t>hindi</a:t>
            </a:r>
            <a:r>
              <a:rPr lang="en-PH" sz="2800" dirty="0"/>
              <a:t> </a:t>
            </a:r>
            <a:r>
              <a:rPr lang="en-PH" sz="2800" dirty="0" err="1"/>
              <a:t>naman</a:t>
            </a:r>
            <a:r>
              <a:rPr lang="en-PH" sz="2800" dirty="0"/>
              <a:t> </a:t>
            </a:r>
            <a:r>
              <a:rPr lang="en-PH" sz="2800" dirty="0" err="1"/>
              <a:t>magka-anak</a:t>
            </a:r>
            <a:r>
              <a:rPr lang="en-PH" sz="2800" dirty="0"/>
              <a:t> ang </a:t>
            </a:r>
            <a:r>
              <a:rPr lang="en-PH" sz="2800" dirty="0" err="1"/>
              <a:t>dalawa</a:t>
            </a:r>
            <a:r>
              <a:rPr lang="en-PH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85394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6: Si Kapitan Tiyago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H" sz="2600" dirty="0" err="1"/>
              <a:t>Walang</a:t>
            </a:r>
            <a:r>
              <a:rPr lang="en-PH" sz="2600" dirty="0"/>
              <a:t> </a:t>
            </a:r>
            <a:r>
              <a:rPr lang="en-PH" sz="2600" dirty="0" err="1"/>
              <a:t>humpay</a:t>
            </a:r>
            <a:r>
              <a:rPr lang="en-PH" sz="2600" dirty="0"/>
              <a:t> </a:t>
            </a:r>
            <a:r>
              <a:rPr lang="en-PH" sz="2600" dirty="0" err="1"/>
              <a:t>sa</a:t>
            </a:r>
            <a:r>
              <a:rPr lang="en-PH" sz="2600" dirty="0"/>
              <a:t> </a:t>
            </a:r>
            <a:r>
              <a:rPr lang="en-PH" sz="2600" dirty="0" err="1"/>
              <a:t>pamamanata</a:t>
            </a:r>
            <a:r>
              <a:rPr lang="en-PH" sz="2600" dirty="0"/>
              <a:t> ang mag-</a:t>
            </a:r>
            <a:r>
              <a:rPr lang="en-PH" sz="2600" dirty="0" err="1"/>
              <a:t>asawa</a:t>
            </a:r>
            <a:r>
              <a:rPr lang="en-PH" sz="2600" dirty="0"/>
              <a:t>. Sa </a:t>
            </a:r>
            <a:r>
              <a:rPr lang="en-PH" sz="2600" dirty="0" err="1"/>
              <a:t>payo</a:t>
            </a:r>
            <a:r>
              <a:rPr lang="en-PH" sz="2600" dirty="0"/>
              <a:t> </a:t>
            </a:r>
            <a:r>
              <a:rPr lang="en-PH" sz="2600" dirty="0" err="1"/>
              <a:t>naman</a:t>
            </a:r>
            <a:r>
              <a:rPr lang="en-PH" sz="2600" dirty="0"/>
              <a:t> </a:t>
            </a:r>
            <a:r>
              <a:rPr lang="en-PH" sz="2600" dirty="0" err="1"/>
              <a:t>ni</a:t>
            </a:r>
            <a:r>
              <a:rPr lang="en-PH" sz="2600" dirty="0"/>
              <a:t> Padre </a:t>
            </a:r>
            <a:r>
              <a:rPr lang="en-PH" sz="2600" dirty="0" err="1"/>
              <a:t>Damaso</a:t>
            </a:r>
            <a:r>
              <a:rPr lang="en-PH" sz="2600" dirty="0"/>
              <a:t> ay </a:t>
            </a:r>
            <a:r>
              <a:rPr lang="en-PH" sz="2600" dirty="0" err="1"/>
              <a:t>namanata</a:t>
            </a:r>
            <a:r>
              <a:rPr lang="en-PH" sz="2600" dirty="0"/>
              <a:t> ang </a:t>
            </a:r>
            <a:r>
              <a:rPr lang="en-PH" sz="2600" dirty="0" err="1"/>
              <a:t>dalawa</a:t>
            </a:r>
            <a:r>
              <a:rPr lang="en-PH" sz="2600" dirty="0"/>
              <a:t> </a:t>
            </a:r>
            <a:r>
              <a:rPr lang="en-PH" sz="2600" dirty="0" err="1"/>
              <a:t>sa</a:t>
            </a:r>
            <a:r>
              <a:rPr lang="en-PH" sz="2600" dirty="0"/>
              <a:t> Obando at </a:t>
            </a:r>
            <a:r>
              <a:rPr lang="en-PH" sz="2600" dirty="0" err="1"/>
              <a:t>sumayaw</a:t>
            </a:r>
            <a:r>
              <a:rPr lang="en-PH" sz="2600" dirty="0"/>
              <a:t> </a:t>
            </a:r>
            <a:r>
              <a:rPr lang="en-PH" sz="2600" dirty="0" err="1"/>
              <a:t>sa</a:t>
            </a:r>
            <a:r>
              <a:rPr lang="en-PH" sz="2600" dirty="0"/>
              <a:t> </a:t>
            </a:r>
            <a:r>
              <a:rPr lang="en-PH" sz="2600" dirty="0" err="1"/>
              <a:t>kapistahan</a:t>
            </a:r>
            <a:r>
              <a:rPr lang="en-PH" sz="2600" dirty="0"/>
              <a:t> ng San Pascual </a:t>
            </a:r>
            <a:r>
              <a:rPr lang="en-PH" sz="2600" dirty="0" err="1"/>
              <a:t>Bailon</a:t>
            </a:r>
            <a:r>
              <a:rPr lang="en-PH" sz="2600" dirty="0"/>
              <a:t> at Sta. Clara </a:t>
            </a:r>
            <a:r>
              <a:rPr lang="en-PH" sz="2600" dirty="0" err="1"/>
              <a:t>sa</a:t>
            </a:r>
            <a:r>
              <a:rPr lang="en-PH" sz="2600" dirty="0"/>
              <a:t> Nuestra Senora De </a:t>
            </a:r>
            <a:r>
              <a:rPr lang="en-PH" sz="2600" dirty="0" err="1"/>
              <a:t>Salambao</a:t>
            </a:r>
            <a:r>
              <a:rPr lang="en-PH" sz="2600" dirty="0"/>
              <a:t> </a:t>
            </a:r>
            <a:r>
              <a:rPr lang="en-PH" sz="2600" dirty="0" err="1"/>
              <a:t>si</a:t>
            </a:r>
            <a:r>
              <a:rPr lang="en-PH" sz="2600" dirty="0"/>
              <a:t> Pia Alba.</a:t>
            </a:r>
          </a:p>
          <a:p>
            <a:pPr marL="0" indent="0">
              <a:buNone/>
            </a:pPr>
            <a:r>
              <a:rPr lang="en-PH" sz="2600" dirty="0" err="1"/>
              <a:t>Nagdalantao</a:t>
            </a:r>
            <a:r>
              <a:rPr lang="en-PH" sz="2600" dirty="0"/>
              <a:t> </a:t>
            </a:r>
            <a:r>
              <a:rPr lang="en-PH" sz="2600" dirty="0" err="1"/>
              <a:t>nga</a:t>
            </a:r>
            <a:r>
              <a:rPr lang="en-PH" sz="2600" dirty="0"/>
              <a:t> </a:t>
            </a:r>
            <a:r>
              <a:rPr lang="en-PH" sz="2600" dirty="0" err="1"/>
              <a:t>si</a:t>
            </a:r>
            <a:r>
              <a:rPr lang="en-PH" sz="2600" dirty="0"/>
              <a:t> Pia Alba </a:t>
            </a:r>
            <a:r>
              <a:rPr lang="en-PH" sz="2600" dirty="0" err="1"/>
              <a:t>makalipas</a:t>
            </a:r>
            <a:r>
              <a:rPr lang="en-PH" sz="2600" dirty="0"/>
              <a:t> ang </a:t>
            </a:r>
            <a:r>
              <a:rPr lang="en-PH" sz="2600" dirty="0" err="1"/>
              <a:t>kaunting</a:t>
            </a:r>
            <a:r>
              <a:rPr lang="en-PH" sz="2600" dirty="0"/>
              <a:t> </a:t>
            </a:r>
            <a:r>
              <a:rPr lang="en-PH" sz="2600" dirty="0" err="1"/>
              <a:t>panahon</a:t>
            </a:r>
            <a:r>
              <a:rPr lang="en-PH" sz="2600" dirty="0"/>
              <a:t> (</a:t>
            </a:r>
            <a:r>
              <a:rPr lang="en-PH" sz="2600" dirty="0" err="1"/>
              <a:t>lingid</a:t>
            </a:r>
            <a:r>
              <a:rPr lang="en-PH" sz="2600" dirty="0"/>
              <a:t> </a:t>
            </a:r>
            <a:r>
              <a:rPr lang="en-PH" sz="2600" dirty="0" err="1"/>
              <a:t>sa</a:t>
            </a:r>
            <a:r>
              <a:rPr lang="en-PH" sz="2600" dirty="0"/>
              <a:t> </a:t>
            </a:r>
            <a:r>
              <a:rPr lang="en-PH" sz="2600" dirty="0" err="1"/>
              <a:t>kaalaman</a:t>
            </a:r>
            <a:r>
              <a:rPr lang="en-PH" sz="2600" dirty="0"/>
              <a:t> </a:t>
            </a:r>
            <a:r>
              <a:rPr lang="en-PH" sz="2600" dirty="0" err="1"/>
              <a:t>ni</a:t>
            </a:r>
            <a:r>
              <a:rPr lang="en-PH" sz="2600" dirty="0"/>
              <a:t> </a:t>
            </a:r>
            <a:r>
              <a:rPr lang="en-PH" sz="2600" dirty="0" err="1"/>
              <a:t>Kapitan</a:t>
            </a:r>
            <a:r>
              <a:rPr lang="en-PH" sz="2600" dirty="0"/>
              <a:t> </a:t>
            </a:r>
            <a:r>
              <a:rPr lang="en-PH" sz="2600" dirty="0" err="1"/>
              <a:t>Tiyago</a:t>
            </a:r>
            <a:r>
              <a:rPr lang="en-PH" sz="2600" dirty="0"/>
              <a:t> ay </a:t>
            </a:r>
            <a:r>
              <a:rPr lang="en-PH" sz="2600" dirty="0" err="1"/>
              <a:t>hinalay</a:t>
            </a:r>
            <a:r>
              <a:rPr lang="en-PH" sz="2600" dirty="0"/>
              <a:t> </a:t>
            </a:r>
            <a:r>
              <a:rPr lang="en-PH" sz="2600" dirty="0" err="1"/>
              <a:t>pala</a:t>
            </a:r>
            <a:r>
              <a:rPr lang="en-PH" sz="2600" dirty="0"/>
              <a:t> </a:t>
            </a:r>
            <a:r>
              <a:rPr lang="en-PH" sz="2600" dirty="0" err="1"/>
              <a:t>ni</a:t>
            </a:r>
            <a:r>
              <a:rPr lang="en-PH" sz="2600" dirty="0"/>
              <a:t> Padre </a:t>
            </a:r>
            <a:r>
              <a:rPr lang="en-PH" sz="2600" dirty="0" err="1"/>
              <a:t>Damaso</a:t>
            </a:r>
            <a:r>
              <a:rPr lang="en-PH" sz="2600" dirty="0"/>
              <a:t> ang </a:t>
            </a:r>
            <a:r>
              <a:rPr lang="en-PH" sz="2600" dirty="0" err="1"/>
              <a:t>kanyang</a:t>
            </a:r>
            <a:r>
              <a:rPr lang="en-PH" sz="2600" dirty="0"/>
              <a:t> </a:t>
            </a:r>
            <a:r>
              <a:rPr lang="en-PH" sz="2600" dirty="0" err="1"/>
              <a:t>asawa</a:t>
            </a:r>
            <a:r>
              <a:rPr lang="en-PH" sz="2600" dirty="0"/>
              <a:t> at ang </a:t>
            </a:r>
            <a:r>
              <a:rPr lang="en-PH" sz="2600" dirty="0" err="1"/>
              <a:t>katotohanan</a:t>
            </a:r>
            <a:r>
              <a:rPr lang="en-PH" sz="2600" dirty="0"/>
              <a:t> ay </a:t>
            </a:r>
            <a:r>
              <a:rPr lang="en-PH" sz="2600" dirty="0" err="1"/>
              <a:t>nailantad</a:t>
            </a:r>
            <a:r>
              <a:rPr lang="en-PH" sz="2600" dirty="0"/>
              <a:t> </a:t>
            </a:r>
            <a:r>
              <a:rPr lang="en-PH" sz="2600" dirty="0" err="1"/>
              <a:t>rin</a:t>
            </a:r>
            <a:r>
              <a:rPr lang="en-PH" sz="2600" dirty="0"/>
              <a:t> </a:t>
            </a:r>
            <a:r>
              <a:rPr lang="en-PH" sz="2600" dirty="0" err="1"/>
              <a:t>kalunan</a:t>
            </a:r>
            <a:r>
              <a:rPr lang="en-PH" sz="2600" dirty="0"/>
              <a:t>).</a:t>
            </a:r>
          </a:p>
          <a:p>
            <a:pPr marL="0" indent="0">
              <a:buNone/>
            </a:pPr>
            <a:r>
              <a:rPr lang="en-PH" sz="2600" dirty="0" err="1"/>
              <a:t>Ngunit</a:t>
            </a:r>
            <a:r>
              <a:rPr lang="en-PH" sz="2600" dirty="0"/>
              <a:t> </a:t>
            </a:r>
            <a:r>
              <a:rPr lang="en-PH" sz="2600" dirty="0" err="1"/>
              <a:t>si</a:t>
            </a:r>
            <a:r>
              <a:rPr lang="en-PH" sz="2600" dirty="0"/>
              <a:t> Pia Alba ay </a:t>
            </a:r>
            <a:r>
              <a:rPr lang="en-PH" sz="2600" dirty="0" err="1"/>
              <a:t>naging</a:t>
            </a:r>
            <a:r>
              <a:rPr lang="en-PH" sz="2600" dirty="0"/>
              <a:t> </a:t>
            </a:r>
            <a:r>
              <a:rPr lang="en-PH" sz="2600" dirty="0" err="1"/>
              <a:t>masasakitin</a:t>
            </a:r>
            <a:r>
              <a:rPr lang="en-PH" sz="2600" dirty="0"/>
              <a:t> </a:t>
            </a:r>
            <a:r>
              <a:rPr lang="en-PH" sz="2600" dirty="0" err="1"/>
              <a:t>na</a:t>
            </a:r>
            <a:r>
              <a:rPr lang="en-PH" sz="2600" dirty="0"/>
              <a:t> </a:t>
            </a:r>
            <a:r>
              <a:rPr lang="en-PH" sz="2600" dirty="0" err="1"/>
              <a:t>siya</a:t>
            </a:r>
            <a:r>
              <a:rPr lang="en-PH" sz="2600" dirty="0"/>
              <a:t> </a:t>
            </a:r>
            <a:r>
              <a:rPr lang="en-PH" sz="2600" dirty="0" err="1"/>
              <a:t>namang</a:t>
            </a:r>
            <a:r>
              <a:rPr lang="en-PH" sz="2600" dirty="0"/>
              <a:t> </a:t>
            </a:r>
            <a:r>
              <a:rPr lang="en-PH" sz="2600" dirty="0" err="1"/>
              <a:t>naging</a:t>
            </a:r>
            <a:r>
              <a:rPr lang="en-PH" sz="2600" dirty="0"/>
              <a:t> </a:t>
            </a:r>
            <a:r>
              <a:rPr lang="en-PH" sz="2600" dirty="0" err="1"/>
              <a:t>dahilan</a:t>
            </a:r>
            <a:r>
              <a:rPr lang="en-PH" sz="2600" dirty="0"/>
              <a:t> </a:t>
            </a:r>
            <a:r>
              <a:rPr lang="en-PH" sz="2600" dirty="0" err="1"/>
              <a:t>upang</a:t>
            </a:r>
            <a:r>
              <a:rPr lang="en-PH" sz="2600" dirty="0"/>
              <a:t> </a:t>
            </a:r>
            <a:r>
              <a:rPr lang="en-PH" sz="2600" dirty="0" err="1"/>
              <a:t>tuluyang</a:t>
            </a:r>
            <a:r>
              <a:rPr lang="en-PH" sz="2600" dirty="0"/>
              <a:t> </a:t>
            </a:r>
            <a:r>
              <a:rPr lang="en-PH" sz="2600" dirty="0" err="1"/>
              <a:t>mamatay</a:t>
            </a:r>
            <a:r>
              <a:rPr lang="en-PH" sz="2600" dirty="0"/>
              <a:t> </a:t>
            </a:r>
            <a:r>
              <a:rPr lang="en-PH" sz="2600" dirty="0" err="1"/>
              <a:t>pagkatapos</a:t>
            </a:r>
            <a:r>
              <a:rPr lang="en-PH" sz="2600" dirty="0"/>
              <a:t> </a:t>
            </a:r>
            <a:r>
              <a:rPr lang="en-PH" sz="2600" dirty="0" err="1"/>
              <a:t>nitong</a:t>
            </a:r>
            <a:r>
              <a:rPr lang="en-PH" sz="2600" dirty="0"/>
              <a:t> </a:t>
            </a:r>
            <a:r>
              <a:rPr lang="en-PH" sz="2600" dirty="0" err="1"/>
              <a:t>manganak</a:t>
            </a:r>
            <a:r>
              <a:rPr lang="en-PH" sz="26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76654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</p:spPr>
        <p:txBody>
          <a:bodyPr/>
          <a:lstStyle/>
          <a:p>
            <a:r>
              <a:rPr lang="it-IT" dirty="0"/>
              <a:t>Noli Me Tangere Buod Kabanata 6: Si Kapitan Tiyago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2015732"/>
            <a:ext cx="11328934" cy="34506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PH" sz="9600" dirty="0"/>
              <a:t>Maria Clara ang </a:t>
            </a:r>
            <a:r>
              <a:rPr lang="en-PH" sz="9600" dirty="0" err="1"/>
              <a:t>ipinangalan</a:t>
            </a:r>
            <a:r>
              <a:rPr lang="en-PH" sz="9600" dirty="0"/>
              <a:t> </a:t>
            </a:r>
            <a:r>
              <a:rPr lang="en-PH" sz="9600" dirty="0" err="1"/>
              <a:t>sa</a:t>
            </a:r>
            <a:r>
              <a:rPr lang="en-PH" sz="9600" dirty="0"/>
              <a:t> </a:t>
            </a:r>
            <a:r>
              <a:rPr lang="en-PH" sz="9600" dirty="0" err="1"/>
              <a:t>bata</a:t>
            </a:r>
            <a:r>
              <a:rPr lang="en-PH" sz="9600" dirty="0"/>
              <a:t> </a:t>
            </a:r>
            <a:r>
              <a:rPr lang="en-PH" sz="9600" dirty="0" err="1"/>
              <a:t>na</a:t>
            </a:r>
            <a:r>
              <a:rPr lang="en-PH" sz="9600" dirty="0"/>
              <a:t> </a:t>
            </a:r>
            <a:r>
              <a:rPr lang="en-PH" sz="9600" dirty="0" err="1"/>
              <a:t>inalagaan</a:t>
            </a:r>
            <a:r>
              <a:rPr lang="en-PH" sz="9600" dirty="0"/>
              <a:t> </a:t>
            </a:r>
            <a:r>
              <a:rPr lang="en-PH" sz="9600" dirty="0" err="1"/>
              <a:t>ni</a:t>
            </a:r>
            <a:r>
              <a:rPr lang="en-PH" sz="9600" dirty="0"/>
              <a:t> </a:t>
            </a:r>
            <a:r>
              <a:rPr lang="en-PH" sz="9600" dirty="0" err="1"/>
              <a:t>Tiya</a:t>
            </a:r>
            <a:r>
              <a:rPr lang="en-PH" sz="9600" dirty="0"/>
              <a:t> Isabel. </a:t>
            </a:r>
            <a:r>
              <a:rPr lang="en-PH" sz="9600" dirty="0" err="1"/>
              <a:t>Siya’y</a:t>
            </a:r>
            <a:r>
              <a:rPr lang="en-PH" sz="9600" dirty="0"/>
              <a:t> </a:t>
            </a:r>
            <a:r>
              <a:rPr lang="en-PH" sz="9600" dirty="0" err="1"/>
              <a:t>busog</a:t>
            </a:r>
            <a:r>
              <a:rPr lang="en-PH" sz="9600" dirty="0"/>
              <a:t> din </a:t>
            </a:r>
            <a:r>
              <a:rPr lang="en-PH" sz="9600" dirty="0" err="1"/>
              <a:t>sa</a:t>
            </a:r>
            <a:r>
              <a:rPr lang="en-PH" sz="9600" dirty="0"/>
              <a:t> </a:t>
            </a:r>
            <a:r>
              <a:rPr lang="en-PH" sz="9600" dirty="0" err="1"/>
              <a:t>pagmamahal</a:t>
            </a:r>
            <a:r>
              <a:rPr lang="en-PH" sz="9600" dirty="0"/>
              <a:t> </a:t>
            </a:r>
            <a:r>
              <a:rPr lang="en-PH" sz="9600" dirty="0" err="1"/>
              <a:t>nina</a:t>
            </a:r>
            <a:r>
              <a:rPr lang="en-PH" sz="9600" dirty="0"/>
              <a:t> </a:t>
            </a:r>
            <a:r>
              <a:rPr lang="en-PH" sz="9600" dirty="0" err="1"/>
              <a:t>Kapitan</a:t>
            </a:r>
            <a:r>
              <a:rPr lang="en-PH" sz="9600" dirty="0"/>
              <a:t> </a:t>
            </a:r>
            <a:r>
              <a:rPr lang="en-PH" sz="9600" dirty="0" err="1"/>
              <a:t>Tiyago</a:t>
            </a:r>
            <a:r>
              <a:rPr lang="en-PH" sz="9600" dirty="0"/>
              <a:t> at ng </a:t>
            </a:r>
            <a:r>
              <a:rPr lang="en-PH" sz="9600" dirty="0" err="1"/>
              <a:t>mga</a:t>
            </a:r>
            <a:r>
              <a:rPr lang="en-PH" sz="9600" dirty="0"/>
              <a:t> </a:t>
            </a:r>
            <a:r>
              <a:rPr lang="en-PH" sz="9600" dirty="0" err="1"/>
              <a:t>pari</a:t>
            </a:r>
            <a:r>
              <a:rPr lang="en-PH" sz="9600" dirty="0"/>
              <a:t>.</a:t>
            </a:r>
          </a:p>
          <a:p>
            <a:pPr marL="0" indent="0">
              <a:buNone/>
            </a:pPr>
            <a:r>
              <a:rPr lang="en-PH" sz="9600" dirty="0" err="1"/>
              <a:t>Sina</a:t>
            </a:r>
            <a:r>
              <a:rPr lang="en-PH" sz="9600" dirty="0"/>
              <a:t> Maria Clara at Crisostomo Ibarra ay </a:t>
            </a:r>
            <a:r>
              <a:rPr lang="en-PH" sz="9600" dirty="0" err="1"/>
              <a:t>lumaking</a:t>
            </a:r>
            <a:r>
              <a:rPr lang="en-PH" sz="9600" dirty="0"/>
              <a:t> </a:t>
            </a:r>
            <a:r>
              <a:rPr lang="en-PH" sz="9600" dirty="0" err="1"/>
              <a:t>magkababata</a:t>
            </a:r>
            <a:r>
              <a:rPr lang="en-PH" sz="9600" dirty="0"/>
              <a:t>. Sa </a:t>
            </a:r>
            <a:r>
              <a:rPr lang="en-PH" sz="9600" dirty="0" err="1"/>
              <a:t>udyok</a:t>
            </a:r>
            <a:r>
              <a:rPr lang="en-PH" sz="9600" dirty="0"/>
              <a:t> ng </a:t>
            </a:r>
            <a:r>
              <a:rPr lang="en-PH" sz="9600" dirty="0" err="1"/>
              <a:t>mga</a:t>
            </a:r>
            <a:r>
              <a:rPr lang="en-PH" sz="9600" dirty="0"/>
              <a:t> </a:t>
            </a:r>
            <a:r>
              <a:rPr lang="en-PH" sz="9600" dirty="0" err="1"/>
              <a:t>pari</a:t>
            </a:r>
            <a:r>
              <a:rPr lang="en-PH" sz="9600" dirty="0"/>
              <a:t> ay </a:t>
            </a:r>
            <a:r>
              <a:rPr lang="en-PH" sz="9600" dirty="0" err="1"/>
              <a:t>ipinasok</a:t>
            </a:r>
            <a:r>
              <a:rPr lang="en-PH" sz="9600" dirty="0"/>
              <a:t> ng </a:t>
            </a:r>
            <a:r>
              <a:rPr lang="en-PH" sz="9600" dirty="0" err="1"/>
              <a:t>kanyang</a:t>
            </a:r>
            <a:r>
              <a:rPr lang="en-PH" sz="9600" dirty="0"/>
              <a:t> ama </a:t>
            </a:r>
            <a:r>
              <a:rPr lang="en-PH" sz="9600" dirty="0" err="1"/>
              <a:t>si</a:t>
            </a:r>
            <a:r>
              <a:rPr lang="en-PH" sz="9600" dirty="0"/>
              <a:t> Maria Clara </a:t>
            </a:r>
            <a:r>
              <a:rPr lang="en-PH" sz="9600" dirty="0" err="1"/>
              <a:t>sa</a:t>
            </a:r>
            <a:r>
              <a:rPr lang="en-PH" sz="9600" dirty="0"/>
              <a:t> </a:t>
            </a:r>
            <a:r>
              <a:rPr lang="en-PH" sz="9600" dirty="0" err="1"/>
              <a:t>kumbento</a:t>
            </a:r>
            <a:r>
              <a:rPr lang="en-PH" sz="9600" dirty="0"/>
              <a:t> ng Sta. Catalina ng </a:t>
            </a:r>
            <a:r>
              <a:rPr lang="en-PH" sz="9600" dirty="0" err="1"/>
              <a:t>ito</a:t>
            </a:r>
            <a:r>
              <a:rPr lang="en-PH" sz="9600" dirty="0"/>
              <a:t> ay </a:t>
            </a:r>
            <a:r>
              <a:rPr lang="en-PH" sz="9600" dirty="0" err="1"/>
              <a:t>maging</a:t>
            </a:r>
            <a:r>
              <a:rPr lang="en-PH" sz="9600" dirty="0"/>
              <a:t> </a:t>
            </a:r>
            <a:r>
              <a:rPr lang="en-PH" sz="9600" dirty="0" err="1"/>
              <a:t>katorse</a:t>
            </a:r>
            <a:r>
              <a:rPr lang="en-PH" sz="9600" dirty="0"/>
              <a:t> </a:t>
            </a:r>
            <a:r>
              <a:rPr lang="en-PH" sz="9600" dirty="0" err="1"/>
              <a:t>anyos</a:t>
            </a:r>
            <a:r>
              <a:rPr lang="en-PH" sz="9600" dirty="0"/>
              <a:t> </a:t>
            </a:r>
            <a:r>
              <a:rPr lang="en-PH" sz="9600" dirty="0" err="1"/>
              <a:t>samantalang</a:t>
            </a:r>
            <a:r>
              <a:rPr lang="en-PH" sz="9600" dirty="0"/>
              <a:t> </a:t>
            </a:r>
            <a:r>
              <a:rPr lang="en-PH" sz="9600" dirty="0" err="1"/>
              <a:t>si</a:t>
            </a:r>
            <a:r>
              <a:rPr lang="en-PH" sz="9600" dirty="0"/>
              <a:t> Ibarra </a:t>
            </a:r>
            <a:r>
              <a:rPr lang="en-PH" sz="9600" dirty="0" err="1"/>
              <a:t>naman</a:t>
            </a:r>
            <a:r>
              <a:rPr lang="en-PH" sz="9600" dirty="0"/>
              <a:t> ay </a:t>
            </a:r>
            <a:r>
              <a:rPr lang="en-PH" sz="9600" dirty="0" err="1"/>
              <a:t>nagtungo</a:t>
            </a:r>
            <a:r>
              <a:rPr lang="en-PH" sz="9600" dirty="0"/>
              <a:t> </a:t>
            </a:r>
            <a:r>
              <a:rPr lang="en-PH" sz="9600" dirty="0" err="1"/>
              <a:t>sa</a:t>
            </a:r>
            <a:r>
              <a:rPr lang="en-PH" sz="9600" dirty="0"/>
              <a:t> Europa </a:t>
            </a:r>
            <a:r>
              <a:rPr lang="en-PH" sz="9600" dirty="0" err="1"/>
              <a:t>upang</a:t>
            </a:r>
            <a:r>
              <a:rPr lang="en-PH" sz="9600" dirty="0"/>
              <a:t> mag-</a:t>
            </a:r>
            <a:r>
              <a:rPr lang="en-PH" sz="9600" dirty="0" err="1"/>
              <a:t>aral</a:t>
            </a:r>
            <a:r>
              <a:rPr lang="en-PH" sz="9600" dirty="0"/>
              <a:t> ng </a:t>
            </a:r>
            <a:r>
              <a:rPr lang="en-PH" sz="9600" dirty="0" err="1"/>
              <a:t>medisina</a:t>
            </a:r>
            <a:r>
              <a:rPr lang="en-PH" sz="9600" dirty="0"/>
              <a:t>.</a:t>
            </a:r>
          </a:p>
          <a:p>
            <a:pPr marL="0" indent="0">
              <a:buNone/>
            </a:pPr>
            <a:r>
              <a:rPr lang="en-PH" sz="9600" dirty="0" err="1"/>
              <a:t>Sina</a:t>
            </a:r>
            <a:r>
              <a:rPr lang="en-PH" sz="9600" dirty="0"/>
              <a:t> </a:t>
            </a:r>
            <a:r>
              <a:rPr lang="en-PH" sz="9600" dirty="0" err="1"/>
              <a:t>Kapitan</a:t>
            </a:r>
            <a:r>
              <a:rPr lang="en-PH" sz="9600" dirty="0"/>
              <a:t> </a:t>
            </a:r>
            <a:r>
              <a:rPr lang="en-PH" sz="9600" dirty="0" err="1"/>
              <a:t>Tiyago</a:t>
            </a:r>
            <a:r>
              <a:rPr lang="en-PH" sz="9600" dirty="0"/>
              <a:t> </a:t>
            </a:r>
            <a:r>
              <a:rPr lang="en-PH" sz="9600" dirty="0" err="1"/>
              <a:t>naman</a:t>
            </a:r>
            <a:r>
              <a:rPr lang="en-PH" sz="9600" dirty="0"/>
              <a:t> at Don Rafael ay </a:t>
            </a:r>
            <a:r>
              <a:rPr lang="en-PH" sz="9600" dirty="0" err="1"/>
              <a:t>nagkasundong</a:t>
            </a:r>
            <a:r>
              <a:rPr lang="en-PH" sz="9600" dirty="0"/>
              <a:t> </a:t>
            </a:r>
            <a:r>
              <a:rPr lang="en-PH" sz="9600" dirty="0" err="1"/>
              <a:t>ipakasal</a:t>
            </a:r>
            <a:r>
              <a:rPr lang="en-PH" sz="9600" dirty="0"/>
              <a:t> </a:t>
            </a:r>
            <a:r>
              <a:rPr lang="en-PH" sz="9600" dirty="0" err="1"/>
              <a:t>sina</a:t>
            </a:r>
            <a:r>
              <a:rPr lang="en-PH" sz="9600" dirty="0"/>
              <a:t> Maria Clara at Ibarra </a:t>
            </a:r>
            <a:r>
              <a:rPr lang="en-PH" sz="9600" dirty="0" err="1"/>
              <a:t>sa</a:t>
            </a:r>
            <a:r>
              <a:rPr lang="en-PH" sz="9600" dirty="0"/>
              <a:t> </a:t>
            </a:r>
            <a:r>
              <a:rPr lang="en-PH" sz="9600" dirty="0" err="1"/>
              <a:t>takdang</a:t>
            </a:r>
            <a:r>
              <a:rPr lang="en-PH" sz="9600" dirty="0"/>
              <a:t> </a:t>
            </a:r>
            <a:r>
              <a:rPr lang="en-PH" sz="9600" dirty="0" err="1"/>
              <a:t>panahon</a:t>
            </a:r>
            <a:r>
              <a:rPr lang="en-PH" sz="9600" dirty="0"/>
              <a:t>. Hindi </a:t>
            </a:r>
            <a:r>
              <a:rPr lang="en-PH" sz="9600" dirty="0" err="1"/>
              <a:t>naman</a:t>
            </a:r>
            <a:r>
              <a:rPr lang="en-PH" sz="9600" dirty="0"/>
              <a:t> </a:t>
            </a:r>
            <a:r>
              <a:rPr lang="en-PH" sz="9600" dirty="0" err="1"/>
              <a:t>ito</a:t>
            </a:r>
            <a:r>
              <a:rPr lang="en-PH" sz="9600" dirty="0"/>
              <a:t> </a:t>
            </a:r>
            <a:r>
              <a:rPr lang="en-PH" sz="9600" dirty="0" err="1"/>
              <a:t>tinutulan</a:t>
            </a:r>
            <a:r>
              <a:rPr lang="en-PH" sz="9600" dirty="0"/>
              <a:t> ng </a:t>
            </a:r>
            <a:r>
              <a:rPr lang="en-PH" sz="9600" dirty="0" err="1"/>
              <a:t>dalawa</a:t>
            </a:r>
            <a:r>
              <a:rPr lang="en-PH" sz="9600" dirty="0"/>
              <a:t> </a:t>
            </a:r>
            <a:r>
              <a:rPr lang="en-PH" sz="9600" dirty="0" err="1"/>
              <a:t>sapagkat</a:t>
            </a:r>
            <a:r>
              <a:rPr lang="en-PH" sz="9600" dirty="0"/>
              <a:t> </a:t>
            </a:r>
            <a:r>
              <a:rPr lang="en-PH" sz="9600" dirty="0" err="1"/>
              <a:t>sila</a:t>
            </a:r>
            <a:r>
              <a:rPr lang="en-PH" sz="9600" dirty="0"/>
              <a:t> ay </a:t>
            </a:r>
            <a:r>
              <a:rPr lang="en-PH" sz="9600" dirty="0" err="1"/>
              <a:t>kapwa</a:t>
            </a:r>
            <a:r>
              <a:rPr lang="en-PH" sz="9600" dirty="0"/>
              <a:t> nag-</a:t>
            </a:r>
            <a:r>
              <a:rPr lang="en-PH" sz="9600" dirty="0" err="1"/>
              <a:t>iibigan</a:t>
            </a:r>
            <a:r>
              <a:rPr lang="en-PH" sz="96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13530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7: Suyuan sa Asotea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3200" dirty="0" err="1"/>
              <a:t>Sina</a:t>
            </a:r>
            <a:r>
              <a:rPr lang="en-PH" sz="3200" dirty="0"/>
              <a:t> Maria Clara at </a:t>
            </a:r>
            <a:r>
              <a:rPr lang="en-PH" sz="3200" dirty="0" err="1"/>
              <a:t>Tiya</a:t>
            </a:r>
            <a:r>
              <a:rPr lang="en-PH" sz="3200" dirty="0"/>
              <a:t> Isabel ay </a:t>
            </a:r>
            <a:r>
              <a:rPr lang="en-PH" sz="3200" dirty="0" err="1"/>
              <a:t>maagang</a:t>
            </a:r>
            <a:r>
              <a:rPr lang="en-PH" sz="3200" dirty="0"/>
              <a:t> </a:t>
            </a:r>
            <a:r>
              <a:rPr lang="en-PH" sz="3200" dirty="0" err="1"/>
              <a:t>nakapagsimba</a:t>
            </a:r>
            <a:r>
              <a:rPr lang="en-PH" sz="3200" dirty="0"/>
              <a:t> ng </a:t>
            </a:r>
            <a:r>
              <a:rPr lang="en-PH" sz="3200" dirty="0" err="1"/>
              <a:t>araw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iyon</a:t>
            </a:r>
            <a:r>
              <a:rPr lang="en-PH" sz="3200" dirty="0"/>
              <a:t>. </a:t>
            </a:r>
            <a:r>
              <a:rPr lang="en-PH" sz="3200" dirty="0" err="1"/>
              <a:t>Makatapos</a:t>
            </a:r>
            <a:r>
              <a:rPr lang="en-PH" sz="3200" dirty="0"/>
              <a:t> mag-</a:t>
            </a:r>
            <a:r>
              <a:rPr lang="en-PH" sz="3200" dirty="0" err="1"/>
              <a:t>almusal</a:t>
            </a:r>
            <a:r>
              <a:rPr lang="en-PH" sz="3200" dirty="0"/>
              <a:t> ay </a:t>
            </a:r>
            <a:r>
              <a:rPr lang="en-PH" sz="3200" dirty="0" err="1"/>
              <a:t>nagkanya-kanya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sila</a:t>
            </a:r>
            <a:r>
              <a:rPr lang="en-PH" sz="3200" dirty="0"/>
              <a:t> ng </a:t>
            </a:r>
            <a:r>
              <a:rPr lang="en-PH" sz="3200" dirty="0" err="1"/>
              <a:t>gawain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r>
              <a:rPr lang="en-PH" sz="3200" dirty="0" err="1"/>
              <a:t>Naglinis</a:t>
            </a:r>
            <a:r>
              <a:rPr lang="en-PH" sz="3200" dirty="0"/>
              <a:t> ng </a:t>
            </a:r>
            <a:r>
              <a:rPr lang="en-PH" sz="3200" dirty="0" err="1"/>
              <a:t>bahay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</a:t>
            </a:r>
            <a:r>
              <a:rPr lang="en-PH" sz="3200" dirty="0" err="1"/>
              <a:t>Tiya</a:t>
            </a:r>
            <a:r>
              <a:rPr lang="en-PH" sz="3200" dirty="0"/>
              <a:t> Isabel </a:t>
            </a:r>
            <a:r>
              <a:rPr lang="en-PH" sz="3200" dirty="0" err="1"/>
              <a:t>dahil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kalat</a:t>
            </a:r>
            <a:r>
              <a:rPr lang="en-PH" sz="3200" dirty="0"/>
              <a:t> </a:t>
            </a:r>
            <a:r>
              <a:rPr lang="en-PH" sz="3200" dirty="0" err="1"/>
              <a:t>bunga</a:t>
            </a:r>
            <a:r>
              <a:rPr lang="en-PH" sz="3200" dirty="0"/>
              <a:t> ng </a:t>
            </a:r>
            <a:r>
              <a:rPr lang="en-PH" sz="3200" dirty="0" err="1"/>
              <a:t>hapunan</a:t>
            </a:r>
            <a:r>
              <a:rPr lang="en-PH" sz="3200" dirty="0"/>
              <a:t> ng </a:t>
            </a:r>
            <a:r>
              <a:rPr lang="en-PH" sz="3200" dirty="0" err="1"/>
              <a:t>nakaraang</a:t>
            </a:r>
            <a:r>
              <a:rPr lang="en-PH" sz="3200" dirty="0"/>
              <a:t> </a:t>
            </a:r>
            <a:r>
              <a:rPr lang="en-PH" sz="3200" dirty="0" err="1"/>
              <a:t>gabi</a:t>
            </a:r>
            <a:r>
              <a:rPr lang="en-PH" sz="3200" dirty="0"/>
              <a:t>. Si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Tiyago</a:t>
            </a:r>
            <a:r>
              <a:rPr lang="en-PH" sz="3200" dirty="0"/>
              <a:t> ay </a:t>
            </a:r>
            <a:r>
              <a:rPr lang="en-PH" sz="3200" dirty="0" err="1"/>
              <a:t>nagbuklat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kasulatan</a:t>
            </a:r>
            <a:r>
              <a:rPr lang="en-PH" sz="3200" dirty="0"/>
              <a:t> </a:t>
            </a:r>
            <a:r>
              <a:rPr lang="en-PH" sz="3200" dirty="0" err="1"/>
              <a:t>tungkol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kabuhayan</a:t>
            </a:r>
            <a:r>
              <a:rPr lang="en-PH" sz="3200" dirty="0"/>
              <a:t> </a:t>
            </a:r>
            <a:r>
              <a:rPr lang="en-PH" sz="3200" dirty="0" err="1"/>
              <a:t>samantalang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Maria Clara ay </a:t>
            </a:r>
            <a:r>
              <a:rPr lang="en-PH" sz="3200" dirty="0" err="1"/>
              <a:t>nanahi</a:t>
            </a:r>
            <a:r>
              <a:rPr lang="en-PH" sz="3200" dirty="0"/>
              <a:t> </a:t>
            </a:r>
            <a:r>
              <a:rPr lang="en-PH" sz="3200" dirty="0" err="1"/>
              <a:t>habang</a:t>
            </a:r>
            <a:r>
              <a:rPr lang="en-PH" sz="3200" dirty="0"/>
              <a:t> </a:t>
            </a:r>
            <a:r>
              <a:rPr lang="en-PH" sz="3200" dirty="0" err="1"/>
              <a:t>kausap</a:t>
            </a:r>
            <a:r>
              <a:rPr lang="en-PH" sz="3200" dirty="0"/>
              <a:t> ang ama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malibang</a:t>
            </a:r>
            <a:r>
              <a:rPr lang="en-PH" sz="3200" dirty="0"/>
              <a:t> ang </a:t>
            </a:r>
            <a:r>
              <a:rPr lang="en-PH" sz="3200" dirty="0" err="1"/>
              <a:t>sarili</a:t>
            </a:r>
            <a:r>
              <a:rPr lang="en-PH" sz="3200" dirty="0"/>
              <a:t> </a:t>
            </a:r>
            <a:r>
              <a:rPr lang="en-PH" sz="3200" dirty="0" err="1"/>
              <a:t>sapagkat</a:t>
            </a:r>
            <a:r>
              <a:rPr lang="en-PH" sz="3200" dirty="0"/>
              <a:t> </a:t>
            </a:r>
            <a:r>
              <a:rPr lang="en-PH" sz="3200" dirty="0" err="1"/>
              <a:t>ngayong</a:t>
            </a:r>
            <a:r>
              <a:rPr lang="en-PH" sz="3200" dirty="0"/>
              <a:t> </a:t>
            </a:r>
            <a:r>
              <a:rPr lang="en-PH" sz="3200" dirty="0" err="1"/>
              <a:t>araw</a:t>
            </a:r>
            <a:r>
              <a:rPr lang="en-PH" sz="3200" dirty="0"/>
              <a:t> ang </a:t>
            </a:r>
            <a:r>
              <a:rPr lang="en-PH" sz="3200" dirty="0" err="1"/>
              <a:t>nakatakdang</a:t>
            </a:r>
            <a:r>
              <a:rPr lang="en-PH" sz="3200" dirty="0"/>
              <a:t> </a:t>
            </a:r>
            <a:r>
              <a:rPr lang="en-PH" sz="3200" dirty="0" err="1"/>
              <a:t>pagkikita</a:t>
            </a:r>
            <a:r>
              <a:rPr lang="en-PH" sz="3200" dirty="0"/>
              <a:t> </a:t>
            </a:r>
            <a:r>
              <a:rPr lang="en-PH" sz="3200" dirty="0" err="1"/>
              <a:t>nila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Ibarra. Hindi </a:t>
            </a:r>
            <a:r>
              <a:rPr lang="en-PH" sz="3200" dirty="0" err="1"/>
              <a:t>mapakali</a:t>
            </a:r>
            <a:r>
              <a:rPr lang="en-PH" sz="3200" dirty="0"/>
              <a:t> ang </a:t>
            </a:r>
            <a:r>
              <a:rPr lang="en-PH" sz="3200" dirty="0" err="1"/>
              <a:t>dalaga</a:t>
            </a:r>
            <a:r>
              <a:rPr lang="en-PH" sz="3200" dirty="0"/>
              <a:t> </a:t>
            </a:r>
            <a:r>
              <a:rPr lang="en-PH" sz="3200" dirty="0" err="1"/>
              <a:t>dahil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pananabik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masilayan</a:t>
            </a:r>
            <a:r>
              <a:rPr lang="en-PH" sz="3200" dirty="0"/>
              <a:t>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sinisinta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855761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7: Suyuan sa Asotea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Napagpasyahan</a:t>
            </a:r>
            <a:r>
              <a:rPr lang="en-PH" sz="3600" dirty="0"/>
              <a:t> </a:t>
            </a:r>
            <a:r>
              <a:rPr lang="en-PH" sz="3600" dirty="0" err="1"/>
              <a:t>nilang</a:t>
            </a:r>
            <a:r>
              <a:rPr lang="en-PH" sz="3600" dirty="0"/>
              <a:t> </a:t>
            </a:r>
            <a:r>
              <a:rPr lang="en-PH" sz="3600" dirty="0" err="1"/>
              <a:t>magbakasyon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San Diego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nalalapit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pista</a:t>
            </a:r>
            <a:r>
              <a:rPr lang="en-PH" sz="3600" dirty="0"/>
              <a:t> doon. Maya-maya </a:t>
            </a:r>
            <a:r>
              <a:rPr lang="en-PH" sz="3600" dirty="0" err="1"/>
              <a:t>pa’y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at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maikakailang</a:t>
            </a:r>
            <a:r>
              <a:rPr lang="en-PH" sz="3600" dirty="0"/>
              <a:t> </a:t>
            </a:r>
            <a:r>
              <a:rPr lang="en-PH" sz="3600" dirty="0" err="1"/>
              <a:t>nataranta</a:t>
            </a:r>
            <a:r>
              <a:rPr lang="en-PH" sz="3600" dirty="0"/>
              <a:t> ang </a:t>
            </a:r>
            <a:r>
              <a:rPr lang="en-PH" sz="3600" dirty="0" err="1"/>
              <a:t>dalaga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Pumasok</a:t>
            </a:r>
            <a:r>
              <a:rPr lang="en-PH" sz="3600" dirty="0"/>
              <a:t> pa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silid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Maria Clara at </a:t>
            </a:r>
            <a:r>
              <a:rPr lang="en-PH" sz="3600" dirty="0" err="1"/>
              <a:t>tinulungan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Tiya</a:t>
            </a:r>
            <a:r>
              <a:rPr lang="en-PH" sz="3600" dirty="0"/>
              <a:t> Isabel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ayusin</a:t>
            </a:r>
            <a:r>
              <a:rPr lang="en-PH" sz="3600" dirty="0"/>
              <a:t> ang </a:t>
            </a:r>
            <a:r>
              <a:rPr lang="en-PH" sz="3600" dirty="0" err="1"/>
              <a:t>sarili</a:t>
            </a:r>
            <a:r>
              <a:rPr lang="en-PH" sz="3600" dirty="0"/>
              <a:t>. </a:t>
            </a:r>
            <a:r>
              <a:rPr lang="en-PH" sz="3600" dirty="0" err="1"/>
              <a:t>Lumabas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at </a:t>
            </a:r>
            <a:r>
              <a:rPr lang="en-PH" sz="3600" dirty="0" err="1"/>
              <a:t>nagkita</a:t>
            </a:r>
            <a:r>
              <a:rPr lang="en-PH" sz="3600" dirty="0"/>
              <a:t> ang </a:t>
            </a:r>
            <a:r>
              <a:rPr lang="en-PH" sz="3600" dirty="0" err="1"/>
              <a:t>dalawa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bulwagan</a:t>
            </a:r>
            <a:r>
              <a:rPr lang="en-PH" sz="3600" dirty="0"/>
              <a:t>. </a:t>
            </a:r>
            <a:r>
              <a:rPr lang="en-PH" sz="3600" dirty="0" err="1"/>
              <a:t>Kapwa</a:t>
            </a:r>
            <a:r>
              <a:rPr lang="en-PH" sz="3600" dirty="0"/>
              <a:t> </a:t>
            </a:r>
            <a:r>
              <a:rPr lang="en-PH" sz="3600" dirty="0" err="1"/>
              <a:t>nagkaroon</a:t>
            </a:r>
            <a:r>
              <a:rPr lang="en-PH" sz="3600" dirty="0"/>
              <a:t> ng </a:t>
            </a:r>
            <a:r>
              <a:rPr lang="en-PH" sz="3600" dirty="0" err="1"/>
              <a:t>kaligayahan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mata</a:t>
            </a:r>
            <a:r>
              <a:rPr lang="en-PH" sz="3600" dirty="0"/>
              <a:t> ng </a:t>
            </a:r>
            <a:r>
              <a:rPr lang="en-PH" sz="3600" dirty="0" err="1"/>
              <a:t>dalawa</a:t>
            </a:r>
            <a:r>
              <a:rPr lang="en-PH" sz="3600" dirty="0"/>
              <a:t> ng </a:t>
            </a:r>
            <a:r>
              <a:rPr lang="en-PH" sz="3600" dirty="0" err="1"/>
              <a:t>magtama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paningin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isa’t</a:t>
            </a:r>
            <a:r>
              <a:rPr lang="en-PH" sz="3600" dirty="0"/>
              <a:t> </a:t>
            </a:r>
            <a:r>
              <a:rPr lang="en-PH" sz="3600" dirty="0" err="1"/>
              <a:t>isa.</a:t>
            </a:r>
            <a:endParaRPr lang="en-PH" sz="3600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545191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7: Suyuan sa Asotea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makapag-sarili</a:t>
            </a:r>
            <a:r>
              <a:rPr lang="en-PH" sz="4000" dirty="0"/>
              <a:t> at </a:t>
            </a:r>
            <a:r>
              <a:rPr lang="en-PH" sz="4000" dirty="0" err="1"/>
              <a:t>makaiwas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rin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alikabok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likha</a:t>
            </a:r>
            <a:r>
              <a:rPr lang="en-PH" sz="4000" dirty="0"/>
              <a:t> ng </a:t>
            </a:r>
            <a:r>
              <a:rPr lang="en-PH" sz="4000" dirty="0" err="1"/>
              <a:t>pagwawalis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</a:t>
            </a:r>
            <a:r>
              <a:rPr lang="en-PH" sz="4000" dirty="0" err="1"/>
              <a:t>Tiya</a:t>
            </a:r>
            <a:r>
              <a:rPr lang="en-PH" sz="4000" dirty="0"/>
              <a:t> Isabel ay </a:t>
            </a:r>
            <a:r>
              <a:rPr lang="en-PH" sz="4000" dirty="0" err="1"/>
              <a:t>nagtungo</a:t>
            </a:r>
            <a:r>
              <a:rPr lang="en-PH" sz="4000" dirty="0"/>
              <a:t> ang </a:t>
            </a:r>
            <a:r>
              <a:rPr lang="en-PH" sz="4000" dirty="0" err="1"/>
              <a:t>dalawa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Asotea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r>
              <a:rPr lang="en-PH" sz="4000" dirty="0"/>
              <a:t>Doon ay </a:t>
            </a:r>
            <a:r>
              <a:rPr lang="en-PH" sz="4000" dirty="0" err="1"/>
              <a:t>masinsinan</a:t>
            </a:r>
            <a:r>
              <a:rPr lang="en-PH" sz="4000" dirty="0"/>
              <a:t> </a:t>
            </a:r>
            <a:r>
              <a:rPr lang="en-PH" sz="4000" dirty="0" err="1"/>
              <a:t>silang</a:t>
            </a:r>
            <a:r>
              <a:rPr lang="en-PH" sz="4000" dirty="0"/>
              <a:t> nag-</a:t>
            </a:r>
            <a:r>
              <a:rPr lang="en-PH" sz="4000" dirty="0" err="1"/>
              <a:t>usap</a:t>
            </a:r>
            <a:r>
              <a:rPr lang="en-PH" sz="4000" dirty="0"/>
              <a:t> </a:t>
            </a:r>
            <a:r>
              <a:rPr lang="en-PH" sz="4000" dirty="0" err="1"/>
              <a:t>tungkol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nararamdaman</a:t>
            </a:r>
            <a:r>
              <a:rPr lang="en-PH" sz="4000" dirty="0"/>
              <a:t> at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sinumpaan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isa’t-isa</a:t>
            </a:r>
            <a:r>
              <a:rPr lang="en-PH" sz="4000" dirty="0"/>
              <a:t>. </a:t>
            </a:r>
            <a:r>
              <a:rPr lang="en-PH" sz="4000" dirty="0" err="1"/>
              <a:t>Binalikan</a:t>
            </a:r>
            <a:r>
              <a:rPr lang="en-PH" sz="4000" dirty="0"/>
              <a:t> </a:t>
            </a:r>
            <a:r>
              <a:rPr lang="en-PH" sz="4000" dirty="0" err="1"/>
              <a:t>nila</a:t>
            </a:r>
            <a:r>
              <a:rPr lang="en-PH" sz="4000" dirty="0"/>
              <a:t> ang ala-ala ng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kamusmusan</a:t>
            </a:r>
            <a:r>
              <a:rPr lang="en-PH" sz="4000" dirty="0"/>
              <a:t>, ang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naging</a:t>
            </a:r>
            <a:r>
              <a:rPr lang="en-PH" sz="4000" dirty="0"/>
              <a:t> </a:t>
            </a:r>
            <a:r>
              <a:rPr lang="en-PH" sz="4000" dirty="0" err="1"/>
              <a:t>tampuhan</a:t>
            </a:r>
            <a:r>
              <a:rPr lang="en-PH" sz="4000" dirty="0"/>
              <a:t> at </a:t>
            </a:r>
            <a:r>
              <a:rPr lang="en-PH" sz="4000" dirty="0" err="1"/>
              <a:t>mabilis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pagbabati</a:t>
            </a:r>
            <a:r>
              <a:rPr lang="en-PH" sz="40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39084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7: Suyuan sa Asotea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2800" dirty="0" err="1"/>
              <a:t>Pareho</a:t>
            </a:r>
            <a:r>
              <a:rPr lang="en-PH" sz="2800" dirty="0"/>
              <a:t> din </a:t>
            </a:r>
            <a:r>
              <a:rPr lang="en-PH" sz="2800" dirty="0" err="1"/>
              <a:t>nilang</a:t>
            </a:r>
            <a:r>
              <a:rPr lang="en-PH" sz="2800" dirty="0"/>
              <a:t> </a:t>
            </a:r>
            <a:r>
              <a:rPr lang="en-PH" sz="2800" dirty="0" err="1"/>
              <a:t>itinago</a:t>
            </a:r>
            <a:r>
              <a:rPr lang="en-PH" sz="2800" dirty="0"/>
              <a:t> ang </a:t>
            </a:r>
            <a:r>
              <a:rPr lang="en-PH" sz="2800" dirty="0" err="1"/>
              <a:t>mga</a:t>
            </a:r>
            <a:r>
              <a:rPr lang="en-PH" sz="2800" dirty="0"/>
              <a:t> ala-ala at </a:t>
            </a:r>
            <a:r>
              <a:rPr lang="en-PH" sz="2800" dirty="0" err="1"/>
              <a:t>bagay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ibinigay</a:t>
            </a:r>
            <a:r>
              <a:rPr lang="en-PH" sz="2800" dirty="0"/>
              <a:t> </a:t>
            </a:r>
            <a:r>
              <a:rPr lang="en-PH" sz="2800" dirty="0" err="1"/>
              <a:t>nila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isa’t-isa</a:t>
            </a:r>
            <a:r>
              <a:rPr lang="en-PH" sz="2800" dirty="0"/>
              <a:t>.</a:t>
            </a:r>
          </a:p>
          <a:p>
            <a:pPr marL="0" indent="0" algn="just">
              <a:buNone/>
            </a:pPr>
            <a:r>
              <a:rPr lang="en-PH" sz="2800" dirty="0" err="1"/>
              <a:t>Kabilang</a:t>
            </a:r>
            <a:r>
              <a:rPr lang="en-PH" sz="2800" dirty="0"/>
              <a:t> </a:t>
            </a:r>
            <a:r>
              <a:rPr lang="en-PH" sz="2800" dirty="0" err="1"/>
              <a:t>dito</a:t>
            </a:r>
            <a:r>
              <a:rPr lang="en-PH" sz="2800" dirty="0"/>
              <a:t> ang </a:t>
            </a:r>
            <a:r>
              <a:rPr lang="en-PH" sz="2800" dirty="0" err="1"/>
              <a:t>dahon</a:t>
            </a:r>
            <a:r>
              <a:rPr lang="en-PH" sz="2800" dirty="0"/>
              <a:t> ng </a:t>
            </a:r>
            <a:r>
              <a:rPr lang="en-PH" sz="2800" dirty="0" err="1"/>
              <a:t>sambong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inilagay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Maria Clara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sumbrero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Ibarra </a:t>
            </a:r>
            <a:r>
              <a:rPr lang="en-PH" sz="2800" dirty="0" err="1"/>
              <a:t>upang</a:t>
            </a:r>
            <a:r>
              <a:rPr lang="en-PH" sz="2800" dirty="0"/>
              <a:t> </a:t>
            </a:r>
            <a:r>
              <a:rPr lang="en-PH" sz="2800" dirty="0" err="1"/>
              <a:t>hindi</a:t>
            </a:r>
            <a:r>
              <a:rPr lang="en-PH" sz="2800" dirty="0"/>
              <a:t> </a:t>
            </a:r>
            <a:r>
              <a:rPr lang="en-PH" sz="2800" dirty="0" err="1"/>
              <a:t>ito</a:t>
            </a:r>
            <a:r>
              <a:rPr lang="en-PH" sz="2800" dirty="0"/>
              <a:t> </a:t>
            </a:r>
            <a:r>
              <a:rPr lang="en-PH" sz="2800" dirty="0" err="1"/>
              <a:t>mainitan</a:t>
            </a:r>
            <a:r>
              <a:rPr lang="en-PH" sz="2800" dirty="0"/>
              <a:t>, at ang </a:t>
            </a:r>
            <a:r>
              <a:rPr lang="en-PH" sz="2800" dirty="0" err="1"/>
              <a:t>sulat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Ibarra kay Maria Clara </a:t>
            </a:r>
            <a:r>
              <a:rPr lang="en-PH" sz="2800" dirty="0" err="1"/>
              <a:t>bago</a:t>
            </a:r>
            <a:r>
              <a:rPr lang="en-PH" sz="2800" dirty="0"/>
              <a:t> </a:t>
            </a:r>
            <a:r>
              <a:rPr lang="en-PH" sz="2800" dirty="0" err="1"/>
              <a:t>ito</a:t>
            </a:r>
            <a:r>
              <a:rPr lang="en-PH" sz="2800" dirty="0"/>
              <a:t> </a:t>
            </a:r>
            <a:r>
              <a:rPr lang="en-PH" sz="2800" dirty="0" err="1"/>
              <a:t>umalis</a:t>
            </a:r>
            <a:r>
              <a:rPr lang="en-PH" sz="2800" dirty="0"/>
              <a:t> </a:t>
            </a:r>
            <a:r>
              <a:rPr lang="en-PH" sz="2800" dirty="0" err="1"/>
              <a:t>papuntang</a:t>
            </a:r>
            <a:r>
              <a:rPr lang="en-PH" sz="2800" dirty="0"/>
              <a:t> Europa.</a:t>
            </a:r>
          </a:p>
          <a:p>
            <a:pPr marL="0" indent="0" algn="just">
              <a:buNone/>
            </a:pPr>
            <a:r>
              <a:rPr lang="en-PH" sz="2800" dirty="0" err="1"/>
              <a:t>Binasa</a:t>
            </a:r>
            <a:r>
              <a:rPr lang="en-PH" sz="2800" dirty="0"/>
              <a:t> </a:t>
            </a:r>
            <a:r>
              <a:rPr lang="en-PH" sz="2800" dirty="0" err="1"/>
              <a:t>naman</a:t>
            </a:r>
            <a:r>
              <a:rPr lang="en-PH" sz="2800" dirty="0"/>
              <a:t> ng </a:t>
            </a:r>
            <a:r>
              <a:rPr lang="en-PH" sz="2800" dirty="0" err="1"/>
              <a:t>dalaga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katipan</a:t>
            </a:r>
            <a:r>
              <a:rPr lang="en-PH" sz="2800" dirty="0"/>
              <a:t> ang </a:t>
            </a:r>
            <a:r>
              <a:rPr lang="en-PH" sz="2800" dirty="0" err="1"/>
              <a:t>laman</a:t>
            </a:r>
            <a:r>
              <a:rPr lang="en-PH" sz="2800" dirty="0"/>
              <a:t> ng </a:t>
            </a:r>
            <a:r>
              <a:rPr lang="en-PH" sz="2800" dirty="0" err="1"/>
              <a:t>sulat</a:t>
            </a:r>
            <a:r>
              <a:rPr lang="en-PH" sz="2800" dirty="0"/>
              <a:t>. Ayon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sulat</a:t>
            </a:r>
            <a:r>
              <a:rPr lang="en-PH" sz="2800" dirty="0"/>
              <a:t>, </a:t>
            </a:r>
            <a:r>
              <a:rPr lang="en-PH" sz="2800" dirty="0" err="1"/>
              <a:t>layunin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Don Rafael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pag-aralin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Ibarra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malayong</a:t>
            </a:r>
            <a:r>
              <a:rPr lang="en-PH" sz="2800" dirty="0"/>
              <a:t> </a:t>
            </a:r>
            <a:r>
              <a:rPr lang="en-PH" sz="2800" dirty="0" err="1"/>
              <a:t>lugar</a:t>
            </a:r>
            <a:r>
              <a:rPr lang="en-PH" sz="2800" dirty="0"/>
              <a:t> </a:t>
            </a:r>
            <a:r>
              <a:rPr lang="en-PH" sz="2800" dirty="0" err="1"/>
              <a:t>upang</a:t>
            </a:r>
            <a:r>
              <a:rPr lang="en-PH" sz="2800" dirty="0"/>
              <a:t> </a:t>
            </a:r>
            <a:r>
              <a:rPr lang="en-PH" sz="2800" dirty="0" err="1"/>
              <a:t>makapaglingkod</a:t>
            </a:r>
            <a:r>
              <a:rPr lang="en-PH" sz="2800" dirty="0"/>
              <a:t> ng </a:t>
            </a:r>
            <a:r>
              <a:rPr lang="en-PH" sz="2800" dirty="0" err="1"/>
              <a:t>mataas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kalidad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bayang</a:t>
            </a:r>
            <a:r>
              <a:rPr lang="en-PH" sz="2800" dirty="0"/>
              <a:t> </a:t>
            </a:r>
            <a:r>
              <a:rPr lang="en-PH" sz="2800" dirty="0" err="1"/>
              <a:t>sinilangan</a:t>
            </a:r>
            <a:r>
              <a:rPr lang="en-PH" sz="2800" dirty="0"/>
              <a:t>. </a:t>
            </a:r>
            <a:r>
              <a:rPr lang="en-PH" sz="2800" dirty="0" err="1"/>
              <a:t>Handa</a:t>
            </a:r>
            <a:r>
              <a:rPr lang="en-PH" sz="2800" dirty="0"/>
              <a:t> </a:t>
            </a:r>
            <a:r>
              <a:rPr lang="en-PH" sz="2800" dirty="0" err="1"/>
              <a:t>diumano</a:t>
            </a:r>
            <a:r>
              <a:rPr lang="en-PH" sz="2800" dirty="0"/>
              <a:t> </a:t>
            </a:r>
            <a:r>
              <a:rPr lang="en-PH" sz="2800" dirty="0" err="1"/>
              <a:t>itong</a:t>
            </a:r>
            <a:r>
              <a:rPr lang="en-PH" sz="2800" dirty="0"/>
              <a:t> </a:t>
            </a:r>
            <a:r>
              <a:rPr lang="en-PH" sz="2800" dirty="0" err="1"/>
              <a:t>magtiis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mawalay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anak</a:t>
            </a:r>
            <a:r>
              <a:rPr lang="en-PH" sz="2800" dirty="0"/>
              <a:t> </a:t>
            </a:r>
            <a:r>
              <a:rPr lang="en-PH" sz="2800" dirty="0" err="1"/>
              <a:t>upang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bandang</a:t>
            </a:r>
            <a:r>
              <a:rPr lang="en-PH" sz="2800" dirty="0"/>
              <a:t> </a:t>
            </a:r>
            <a:r>
              <a:rPr lang="en-PH" sz="2800" dirty="0" err="1"/>
              <a:t>huli</a:t>
            </a:r>
            <a:r>
              <a:rPr lang="en-PH" sz="2800" dirty="0"/>
              <a:t> ay </a:t>
            </a:r>
            <a:r>
              <a:rPr lang="en-PH" sz="2800" dirty="0" err="1"/>
              <a:t>maibigay</a:t>
            </a:r>
            <a:r>
              <a:rPr lang="en-PH" sz="2800" dirty="0"/>
              <a:t> </a:t>
            </a:r>
            <a:r>
              <a:rPr lang="en-PH" sz="2800" dirty="0" err="1"/>
              <a:t>nito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bayan ang </a:t>
            </a:r>
            <a:r>
              <a:rPr lang="en-PH" sz="2800" dirty="0" err="1"/>
              <a:t>kanyang</a:t>
            </a:r>
            <a:r>
              <a:rPr lang="en-PH" sz="2800" dirty="0"/>
              <a:t> </a:t>
            </a:r>
            <a:r>
              <a:rPr lang="en-PH" sz="2800" dirty="0" err="1"/>
              <a:t>hangarin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179517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7: Suyuan sa Asotea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Natigilan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naalala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bukas</a:t>
            </a:r>
            <a:r>
              <a:rPr lang="en-PH" sz="3600" dirty="0"/>
              <a:t> ay </a:t>
            </a:r>
            <a:r>
              <a:rPr lang="en-PH" sz="3600" dirty="0" err="1"/>
              <a:t>undas</a:t>
            </a:r>
            <a:r>
              <a:rPr lang="en-PH" sz="3600" dirty="0"/>
              <a:t> at </a:t>
            </a:r>
            <a:r>
              <a:rPr lang="en-PH" sz="3600" dirty="0" err="1"/>
              <a:t>marami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kailangang</a:t>
            </a:r>
            <a:r>
              <a:rPr lang="en-PH" sz="3600" dirty="0"/>
              <a:t> </a:t>
            </a:r>
            <a:r>
              <a:rPr lang="en-PH" sz="3600" dirty="0" err="1"/>
              <a:t>gawain</a:t>
            </a:r>
            <a:r>
              <a:rPr lang="en-PH" sz="3600" dirty="0"/>
              <a:t>. </a:t>
            </a:r>
            <a:r>
              <a:rPr lang="en-PH" sz="3600" dirty="0" err="1"/>
              <a:t>Nagpaalam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binilinan</a:t>
            </a:r>
            <a:r>
              <a:rPr lang="en-PH" sz="3600" dirty="0"/>
              <a:t> 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sabihan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katiwala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ay </a:t>
            </a:r>
            <a:r>
              <a:rPr lang="en-PH" sz="3600" dirty="0" err="1"/>
              <a:t>magbabakasyon</a:t>
            </a:r>
            <a:r>
              <a:rPr lang="en-PH" sz="3600" dirty="0"/>
              <a:t> doon.</a:t>
            </a:r>
          </a:p>
          <a:p>
            <a:pPr marL="0" indent="0" algn="just">
              <a:buNone/>
            </a:pPr>
            <a:r>
              <a:rPr lang="en-PH" sz="3600" dirty="0"/>
              <a:t>Si Maria Clara </a:t>
            </a:r>
            <a:r>
              <a:rPr lang="en-PH" sz="3600" dirty="0" err="1"/>
              <a:t>naman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napigilang</a:t>
            </a:r>
            <a:r>
              <a:rPr lang="en-PH" sz="3600" dirty="0"/>
              <a:t> </a:t>
            </a:r>
            <a:r>
              <a:rPr lang="en-PH" sz="3600" dirty="0" err="1"/>
              <a:t>maluha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pangungulila</a:t>
            </a:r>
            <a:r>
              <a:rPr lang="en-PH" sz="3600" dirty="0"/>
              <a:t> kay Ibarra. </a:t>
            </a:r>
            <a:r>
              <a:rPr lang="en-PH" sz="3600" dirty="0" err="1"/>
              <a:t>Sinabihan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ipagtulos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kandila</a:t>
            </a:r>
            <a:r>
              <a:rPr lang="en-PH" sz="3600" dirty="0"/>
              <a:t> at </a:t>
            </a:r>
            <a:r>
              <a:rPr lang="en-PH" sz="3600" dirty="0" err="1"/>
              <a:t>ialay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santo ng </a:t>
            </a:r>
            <a:r>
              <a:rPr lang="en-PH" sz="3600" dirty="0" err="1"/>
              <a:t>manlalakbay</a:t>
            </a:r>
            <a:r>
              <a:rPr lang="en-PH" sz="36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90986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8: Mga Alaala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3200" dirty="0" err="1"/>
              <a:t>Maganda</a:t>
            </a:r>
            <a:r>
              <a:rPr lang="en-PH" sz="3200" dirty="0"/>
              <a:t> ang </a:t>
            </a:r>
            <a:r>
              <a:rPr lang="en-PH" sz="3200" dirty="0" err="1"/>
              <a:t>araw</a:t>
            </a:r>
            <a:r>
              <a:rPr lang="en-PH" sz="3200" dirty="0"/>
              <a:t> </a:t>
            </a:r>
            <a:r>
              <a:rPr lang="en-PH" sz="3200" dirty="0" err="1"/>
              <a:t>noong</a:t>
            </a:r>
            <a:r>
              <a:rPr lang="en-PH" sz="3200" dirty="0"/>
              <a:t> </a:t>
            </a:r>
            <a:r>
              <a:rPr lang="en-PH" sz="3200" dirty="0" err="1"/>
              <a:t>panahong</a:t>
            </a:r>
            <a:r>
              <a:rPr lang="en-PH" sz="3200" dirty="0"/>
              <a:t> </a:t>
            </a:r>
            <a:r>
              <a:rPr lang="en-PH" sz="3200" dirty="0" err="1"/>
              <a:t>iyon</a:t>
            </a:r>
            <a:r>
              <a:rPr lang="en-PH" sz="3200" dirty="0"/>
              <a:t>. </a:t>
            </a:r>
            <a:r>
              <a:rPr lang="en-PH" sz="3200" dirty="0" err="1"/>
              <a:t>Binabagtas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Ibarra ang </a:t>
            </a:r>
            <a:r>
              <a:rPr lang="en-PH" sz="3200" dirty="0" err="1"/>
              <a:t>kahabaan</a:t>
            </a:r>
            <a:r>
              <a:rPr lang="en-PH" sz="3200" dirty="0"/>
              <a:t> ng Maynila </a:t>
            </a:r>
            <a:r>
              <a:rPr lang="en-PH" sz="3200" dirty="0" err="1"/>
              <a:t>sakay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kalesa</a:t>
            </a:r>
            <a:r>
              <a:rPr lang="en-PH" sz="3200" dirty="0"/>
              <a:t> at ang </a:t>
            </a:r>
            <a:r>
              <a:rPr lang="en-PH" sz="3200" dirty="0" err="1"/>
              <a:t>tanawin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paligid</a:t>
            </a:r>
            <a:r>
              <a:rPr lang="en-PH" sz="3200" dirty="0"/>
              <a:t> ay </a:t>
            </a:r>
            <a:r>
              <a:rPr lang="en-PH" sz="3200" dirty="0" err="1"/>
              <a:t>nakapagpabalik</a:t>
            </a:r>
            <a:r>
              <a:rPr lang="en-PH" sz="3200" dirty="0"/>
              <a:t> 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alaala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r>
              <a:rPr lang="en-PH" sz="3200" dirty="0" err="1"/>
              <a:t>Katulad</a:t>
            </a:r>
            <a:r>
              <a:rPr lang="en-PH" sz="3200" dirty="0"/>
              <a:t> pa </a:t>
            </a:r>
            <a:r>
              <a:rPr lang="en-PH" sz="3200" dirty="0" err="1"/>
              <a:t>rin</a:t>
            </a:r>
            <a:r>
              <a:rPr lang="en-PH" sz="3200" dirty="0"/>
              <a:t> ng </a:t>
            </a:r>
            <a:r>
              <a:rPr lang="en-PH" sz="3200" dirty="0" err="1"/>
              <a:t>dati</a:t>
            </a:r>
            <a:r>
              <a:rPr lang="en-PH" sz="3200" dirty="0"/>
              <a:t>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namasdan</a:t>
            </a:r>
            <a:r>
              <a:rPr lang="en-PH" sz="3200" dirty="0"/>
              <a:t>.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kalesa</a:t>
            </a:r>
            <a:r>
              <a:rPr lang="en-PH" sz="3200" dirty="0"/>
              <a:t> at </a:t>
            </a:r>
            <a:r>
              <a:rPr lang="en-PH" sz="3200" dirty="0" err="1"/>
              <a:t>karumatang</a:t>
            </a:r>
            <a:r>
              <a:rPr lang="en-PH" sz="3200" dirty="0"/>
              <a:t> </a:t>
            </a:r>
            <a:r>
              <a:rPr lang="en-PH" sz="3200" dirty="0" err="1"/>
              <a:t>walang</a:t>
            </a:r>
            <a:r>
              <a:rPr lang="en-PH" sz="3200" dirty="0"/>
              <a:t> </a:t>
            </a:r>
            <a:r>
              <a:rPr lang="en-PH" sz="3200" dirty="0" err="1"/>
              <a:t>humpay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pagbyahe</a:t>
            </a:r>
            <a:r>
              <a:rPr lang="en-PH" sz="3200" dirty="0"/>
              <a:t>, </a:t>
            </a:r>
            <a:r>
              <a:rPr lang="en-PH" sz="3200" dirty="0" err="1"/>
              <a:t>salimbayan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taong</a:t>
            </a:r>
            <a:r>
              <a:rPr lang="en-PH" sz="3200" dirty="0"/>
              <a:t> </a:t>
            </a:r>
            <a:r>
              <a:rPr lang="en-PH" sz="3200" dirty="0" err="1"/>
              <a:t>abala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pangangalakal</a:t>
            </a:r>
            <a:r>
              <a:rPr lang="en-PH" sz="3200" dirty="0"/>
              <a:t> at </a:t>
            </a:r>
            <a:r>
              <a:rPr lang="en-PH" sz="3200" dirty="0" err="1"/>
              <a:t>kanya-kanyang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gawain</a:t>
            </a:r>
            <a:r>
              <a:rPr lang="en-PH" sz="3200" dirty="0"/>
              <a:t>: may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Europeo</a:t>
            </a:r>
            <a:r>
              <a:rPr lang="en-PH" sz="3200" dirty="0"/>
              <a:t>, </a:t>
            </a:r>
            <a:r>
              <a:rPr lang="en-PH" sz="3200" dirty="0" err="1"/>
              <a:t>Intsik</a:t>
            </a:r>
            <a:r>
              <a:rPr lang="en-PH" sz="3200" dirty="0"/>
              <a:t>, Pilipino; may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lalaking</a:t>
            </a:r>
            <a:r>
              <a:rPr lang="en-PH" sz="3200" dirty="0"/>
              <a:t> </a:t>
            </a:r>
            <a:r>
              <a:rPr lang="en-PH" sz="3200" dirty="0" err="1"/>
              <a:t>kargador</a:t>
            </a:r>
            <a:r>
              <a:rPr lang="en-PH" sz="3200" dirty="0"/>
              <a:t>, ang </a:t>
            </a:r>
            <a:r>
              <a:rPr lang="en-PH" sz="3200" dirty="0" err="1"/>
              <a:t>iba</a:t>
            </a:r>
            <a:r>
              <a:rPr lang="en-PH" sz="3200" dirty="0"/>
              <a:t> ay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kababaihang</a:t>
            </a:r>
            <a:r>
              <a:rPr lang="en-PH" sz="3200" dirty="0"/>
              <a:t> </a:t>
            </a:r>
            <a:r>
              <a:rPr lang="en-PH" sz="3200" dirty="0" err="1"/>
              <a:t>nagtitinda</a:t>
            </a:r>
            <a:r>
              <a:rPr lang="en-PH" sz="3200" dirty="0"/>
              <a:t> ng </a:t>
            </a:r>
            <a:r>
              <a:rPr lang="en-PH" sz="3200" dirty="0" err="1"/>
              <a:t>prutas</a:t>
            </a:r>
            <a:r>
              <a:rPr lang="en-PH" sz="3200" dirty="0"/>
              <a:t>.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tindahan</a:t>
            </a:r>
            <a:r>
              <a:rPr lang="en-PH" sz="3200" dirty="0"/>
              <a:t> at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hayop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kasama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paghahanapbuhay</a:t>
            </a:r>
            <a:r>
              <a:rPr lang="en-PH" sz="3200" dirty="0"/>
              <a:t> ay </a:t>
            </a:r>
            <a:r>
              <a:rPr lang="en-PH" sz="3200" dirty="0" err="1"/>
              <a:t>nandoon</a:t>
            </a:r>
            <a:r>
              <a:rPr lang="en-PH" sz="3200" dirty="0"/>
              <a:t> din.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64759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8: Mga Alaala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sz="3200" dirty="0" err="1"/>
              <a:t>Walang</a:t>
            </a:r>
            <a:r>
              <a:rPr lang="en-PH" sz="3200" dirty="0"/>
              <a:t> </a:t>
            </a:r>
            <a:r>
              <a:rPr lang="en-PH" sz="3200" dirty="0" err="1"/>
              <a:t>pinagbago</a:t>
            </a:r>
            <a:r>
              <a:rPr lang="en-PH" sz="3200" dirty="0"/>
              <a:t> ang </a:t>
            </a:r>
            <a:r>
              <a:rPr lang="en-PH" sz="3200" dirty="0" err="1"/>
              <a:t>puno</a:t>
            </a:r>
            <a:r>
              <a:rPr lang="en-PH" sz="3200" dirty="0"/>
              <a:t> ng </a:t>
            </a:r>
            <a:r>
              <a:rPr lang="en-PH" sz="3200" dirty="0" err="1"/>
              <a:t>talisay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San Gabriel </a:t>
            </a:r>
            <a:r>
              <a:rPr lang="en-PH" sz="3200" dirty="0" err="1"/>
              <a:t>samantalang</a:t>
            </a:r>
            <a:r>
              <a:rPr lang="en-PH" sz="3200" dirty="0"/>
              <a:t> </a:t>
            </a:r>
            <a:r>
              <a:rPr lang="en-PH" sz="3200" dirty="0" err="1"/>
              <a:t>imbes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umunlad</a:t>
            </a:r>
            <a:r>
              <a:rPr lang="en-PH" sz="3200" dirty="0"/>
              <a:t> ay </a:t>
            </a:r>
            <a:r>
              <a:rPr lang="en-PH" sz="3200" dirty="0" err="1"/>
              <a:t>pumangit</a:t>
            </a:r>
            <a:r>
              <a:rPr lang="en-PH" sz="3200" dirty="0"/>
              <a:t> </a:t>
            </a:r>
            <a:r>
              <a:rPr lang="en-PH" sz="3200" dirty="0" err="1"/>
              <a:t>naman</a:t>
            </a:r>
            <a:r>
              <a:rPr lang="en-PH" sz="3200" dirty="0"/>
              <a:t> ang </a:t>
            </a:r>
            <a:r>
              <a:rPr lang="en-PH" sz="3200" dirty="0" err="1"/>
              <a:t>Escolta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r>
              <a:rPr lang="en-PH" sz="3200" dirty="0" err="1"/>
              <a:t>Nagmamadali</a:t>
            </a:r>
            <a:r>
              <a:rPr lang="en-PH" sz="3200" dirty="0"/>
              <a:t> </a:t>
            </a:r>
            <a:r>
              <a:rPr lang="en-PH" sz="3200" dirty="0" err="1"/>
              <a:t>namang</a:t>
            </a:r>
            <a:r>
              <a:rPr lang="en-PH" sz="3200" dirty="0"/>
              <a:t> </a:t>
            </a:r>
            <a:r>
              <a:rPr lang="en-PH" sz="3200" dirty="0" err="1"/>
              <a:t>ihatid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karwahe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kawani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tanggapan</a:t>
            </a:r>
            <a:r>
              <a:rPr lang="en-PH" sz="3200" dirty="0"/>
              <a:t> at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pari</a:t>
            </a:r>
            <a:r>
              <a:rPr lang="en-PH" sz="3200" dirty="0"/>
              <a:t>, </a:t>
            </a:r>
            <a:r>
              <a:rPr lang="en-PH" sz="3200" dirty="0" err="1"/>
              <a:t>kabilang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Padre </a:t>
            </a:r>
            <a:r>
              <a:rPr lang="en-PH" sz="3200" dirty="0" err="1"/>
              <a:t>Damaso</a:t>
            </a:r>
            <a:r>
              <a:rPr lang="en-PH" sz="3200" dirty="0"/>
              <a:t>. </a:t>
            </a:r>
            <a:r>
              <a:rPr lang="en-PH" sz="3200" dirty="0" err="1"/>
              <a:t>Siya’y</a:t>
            </a:r>
            <a:r>
              <a:rPr lang="en-PH" sz="3200" dirty="0"/>
              <a:t> </a:t>
            </a:r>
            <a:r>
              <a:rPr lang="en-PH" sz="3200" dirty="0" err="1"/>
              <a:t>nakita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Tinong</a:t>
            </a:r>
            <a:r>
              <a:rPr lang="en-PH" sz="3200" dirty="0"/>
              <a:t> kaya </a:t>
            </a:r>
            <a:r>
              <a:rPr lang="en-PH" sz="3200" dirty="0" err="1"/>
              <a:t>binati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r>
              <a:rPr lang="en-PH" sz="3200" dirty="0"/>
              <a:t>Sa </a:t>
            </a:r>
            <a:r>
              <a:rPr lang="en-PH" sz="3200" dirty="0" err="1"/>
              <a:t>kalye</a:t>
            </a:r>
            <a:r>
              <a:rPr lang="en-PH" sz="3200" dirty="0"/>
              <a:t> ng </a:t>
            </a:r>
            <a:r>
              <a:rPr lang="en-PH" sz="3200" dirty="0" err="1"/>
              <a:t>Arroceros</a:t>
            </a:r>
            <a:r>
              <a:rPr lang="en-PH" sz="3200" dirty="0"/>
              <a:t> ay </a:t>
            </a:r>
            <a:r>
              <a:rPr lang="en-PH" sz="3200" dirty="0" err="1"/>
              <a:t>napadako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Ibarra at </a:t>
            </a:r>
            <a:r>
              <a:rPr lang="en-PH" sz="3200" dirty="0" err="1"/>
              <a:t>naalalang</a:t>
            </a:r>
            <a:r>
              <a:rPr lang="en-PH" sz="3200" dirty="0"/>
              <a:t> </a:t>
            </a:r>
            <a:r>
              <a:rPr lang="en-PH" sz="3200" dirty="0" err="1"/>
              <a:t>minsan</a:t>
            </a:r>
            <a:r>
              <a:rPr lang="en-PH" sz="3200" dirty="0"/>
              <a:t> ay </a:t>
            </a:r>
            <a:r>
              <a:rPr lang="en-PH" sz="3200" dirty="0" err="1"/>
              <a:t>nahilo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napakasamang</a:t>
            </a:r>
            <a:r>
              <a:rPr lang="en-PH" sz="3200" dirty="0"/>
              <a:t> </a:t>
            </a:r>
            <a:r>
              <a:rPr lang="en-PH" sz="3200" dirty="0" err="1"/>
              <a:t>amoy</a:t>
            </a:r>
            <a:r>
              <a:rPr lang="en-PH" sz="3200" dirty="0"/>
              <a:t> ng </a:t>
            </a:r>
            <a:r>
              <a:rPr lang="en-PH" sz="3200" dirty="0" err="1"/>
              <a:t>tabako</a:t>
            </a:r>
            <a:r>
              <a:rPr lang="en-PH" sz="3200" dirty="0"/>
              <a:t> doon. </a:t>
            </a:r>
            <a:r>
              <a:rPr lang="en-PH" sz="3200" dirty="0" err="1"/>
              <a:t>Naikumpara</a:t>
            </a:r>
            <a:r>
              <a:rPr lang="en-PH" sz="3200" dirty="0"/>
              <a:t> din </a:t>
            </a:r>
            <a:r>
              <a:rPr lang="en-PH" sz="3200" dirty="0" err="1"/>
              <a:t>niya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hardin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Europa ng </a:t>
            </a:r>
            <a:r>
              <a:rPr lang="en-PH" sz="3200" dirty="0" err="1"/>
              <a:t>mapadaan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Hardin ng </a:t>
            </a:r>
            <a:r>
              <a:rPr lang="en-PH" sz="3200" dirty="0" err="1"/>
              <a:t>Botaniko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20731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8: Mga Alaala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2800" dirty="0"/>
              <a:t>Ang </a:t>
            </a:r>
            <a:r>
              <a:rPr lang="en-PH" sz="2800" dirty="0" err="1"/>
              <a:t>buong</a:t>
            </a:r>
            <a:r>
              <a:rPr lang="en-PH" sz="2800" dirty="0"/>
              <a:t> Maynila para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kanya</a:t>
            </a:r>
            <a:r>
              <a:rPr lang="en-PH" sz="2800" dirty="0"/>
              <a:t> ay </a:t>
            </a:r>
            <a:r>
              <a:rPr lang="en-PH" sz="2800" dirty="0" err="1"/>
              <a:t>walang</a:t>
            </a:r>
            <a:r>
              <a:rPr lang="en-PH" sz="2800" dirty="0"/>
              <a:t> </a:t>
            </a:r>
            <a:r>
              <a:rPr lang="en-PH" sz="2800" dirty="0" err="1"/>
              <a:t>pinag-unlad</a:t>
            </a:r>
            <a:r>
              <a:rPr lang="en-PH" sz="2800" dirty="0"/>
              <a:t>, </a:t>
            </a:r>
            <a:r>
              <a:rPr lang="en-PH" sz="2800" dirty="0" err="1"/>
              <a:t>bagkus</a:t>
            </a:r>
            <a:r>
              <a:rPr lang="en-PH" sz="2800" dirty="0"/>
              <a:t> ang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gusali</a:t>
            </a:r>
            <a:r>
              <a:rPr lang="en-PH" sz="2800" dirty="0"/>
              <a:t> ay </a:t>
            </a:r>
            <a:r>
              <a:rPr lang="en-PH" sz="2800" dirty="0" err="1"/>
              <a:t>nilulumot</a:t>
            </a:r>
            <a:r>
              <a:rPr lang="en-PH" sz="2800" dirty="0"/>
              <a:t> </a:t>
            </a:r>
            <a:r>
              <a:rPr lang="en-PH" sz="2800" dirty="0" err="1"/>
              <a:t>lamang</a:t>
            </a:r>
            <a:r>
              <a:rPr lang="en-PH" sz="2800" dirty="0"/>
              <a:t> ng </a:t>
            </a:r>
            <a:r>
              <a:rPr lang="en-PH" sz="2800" dirty="0" err="1"/>
              <a:t>panahon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r>
              <a:rPr lang="en-PH" sz="2800" dirty="0"/>
              <a:t>Dahil </a:t>
            </a:r>
            <a:r>
              <a:rPr lang="en-PH" sz="2800" dirty="0" err="1"/>
              <a:t>dito</a:t>
            </a:r>
            <a:r>
              <a:rPr lang="en-PH" sz="2800" dirty="0"/>
              <a:t>, </a:t>
            </a:r>
            <a:r>
              <a:rPr lang="en-PH" sz="2800" dirty="0" err="1"/>
              <a:t>sumagi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isipan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Ibarra ang </a:t>
            </a:r>
            <a:r>
              <a:rPr lang="en-PH" sz="2800" dirty="0" err="1"/>
              <a:t>sinabi</a:t>
            </a:r>
            <a:r>
              <a:rPr lang="en-PH" sz="2800" dirty="0"/>
              <a:t> ng </a:t>
            </a:r>
            <a:r>
              <a:rPr lang="en-PH" sz="2800" dirty="0" err="1"/>
              <a:t>kanyang</a:t>
            </a:r>
            <a:r>
              <a:rPr lang="en-PH" sz="2800" dirty="0"/>
              <a:t> </a:t>
            </a:r>
            <a:r>
              <a:rPr lang="en-PH" sz="2800" dirty="0" err="1"/>
              <a:t>gurong</a:t>
            </a:r>
            <a:r>
              <a:rPr lang="en-PH" sz="2800" dirty="0"/>
              <a:t> </a:t>
            </a:r>
            <a:r>
              <a:rPr lang="en-PH" sz="2800" dirty="0" err="1"/>
              <a:t>pari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r>
              <a:rPr lang="en-PH" sz="2800" dirty="0"/>
              <a:t>Una: Ang </a:t>
            </a:r>
            <a:r>
              <a:rPr lang="en-PH" sz="2800" dirty="0" err="1"/>
              <a:t>karunungan</a:t>
            </a:r>
            <a:r>
              <a:rPr lang="en-PH" sz="2800" dirty="0"/>
              <a:t> ay </a:t>
            </a:r>
            <a:r>
              <a:rPr lang="en-PH" sz="2800" dirty="0" err="1"/>
              <a:t>matatamo</a:t>
            </a:r>
            <a:r>
              <a:rPr lang="en-PH" sz="2800" dirty="0"/>
              <a:t> </a:t>
            </a:r>
            <a:r>
              <a:rPr lang="en-PH" sz="2800" dirty="0" err="1"/>
              <a:t>kapag</a:t>
            </a:r>
            <a:r>
              <a:rPr lang="en-PH" sz="2800" dirty="0"/>
              <a:t> </a:t>
            </a:r>
            <a:r>
              <a:rPr lang="en-PH" sz="2800" dirty="0" err="1"/>
              <a:t>hinangad</a:t>
            </a:r>
            <a:r>
              <a:rPr lang="en-PH" sz="2800" dirty="0"/>
              <a:t> ng </a:t>
            </a:r>
            <a:r>
              <a:rPr lang="en-PH" sz="2800" dirty="0" err="1"/>
              <a:t>puso</a:t>
            </a:r>
            <a:r>
              <a:rPr lang="en-PH" sz="2800" dirty="0"/>
              <a:t>. </a:t>
            </a:r>
          </a:p>
          <a:p>
            <a:pPr marL="0" indent="0">
              <a:buNone/>
            </a:pPr>
            <a:r>
              <a:rPr lang="en-PH" sz="2800" dirty="0" err="1"/>
              <a:t>Pangalawa</a:t>
            </a:r>
            <a:r>
              <a:rPr lang="en-PH" sz="2800" dirty="0"/>
              <a:t>: Ang </a:t>
            </a:r>
            <a:r>
              <a:rPr lang="en-PH" sz="2800" dirty="0" err="1"/>
              <a:t>karunungan</a:t>
            </a:r>
            <a:r>
              <a:rPr lang="en-PH" sz="2800" dirty="0"/>
              <a:t> ay </a:t>
            </a:r>
            <a:r>
              <a:rPr lang="en-PH" sz="2800" dirty="0" err="1"/>
              <a:t>dapat</a:t>
            </a:r>
            <a:r>
              <a:rPr lang="en-PH" sz="2800" dirty="0"/>
              <a:t> </a:t>
            </a:r>
            <a:r>
              <a:rPr lang="en-PH" sz="2800" dirty="0" err="1"/>
              <a:t>linangin</a:t>
            </a:r>
            <a:r>
              <a:rPr lang="en-PH" sz="2800" dirty="0"/>
              <a:t> at </a:t>
            </a:r>
            <a:r>
              <a:rPr lang="en-PH" sz="2800" dirty="0" err="1"/>
              <a:t>isalin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susunod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henerasyon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r>
              <a:rPr lang="en-PH" sz="2800" dirty="0"/>
              <a:t>  </a:t>
            </a:r>
            <a:r>
              <a:rPr lang="en-PH" sz="2800" dirty="0" err="1"/>
              <a:t>Pangatlo</a:t>
            </a:r>
            <a:r>
              <a:rPr lang="en-PH" sz="2800" dirty="0"/>
              <a:t>: </a:t>
            </a:r>
            <a:r>
              <a:rPr lang="en-PH" sz="2800" dirty="0" err="1"/>
              <a:t>Dapat</a:t>
            </a:r>
            <a:r>
              <a:rPr lang="en-PH" sz="2800" dirty="0"/>
              <a:t> </a:t>
            </a:r>
            <a:r>
              <a:rPr lang="en-PH" sz="2800" dirty="0" err="1"/>
              <a:t>lamang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magkaroon</a:t>
            </a:r>
            <a:r>
              <a:rPr lang="en-PH" sz="2800" dirty="0"/>
              <a:t> ng </a:t>
            </a:r>
            <a:r>
              <a:rPr lang="en-PH" sz="2800" dirty="0" err="1"/>
              <a:t>pakinabangan</a:t>
            </a:r>
            <a:r>
              <a:rPr lang="en-PH" sz="2800" dirty="0"/>
              <a:t> – kung ang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kastila</a:t>
            </a:r>
            <a:r>
              <a:rPr lang="en-PH" sz="2800" dirty="0"/>
              <a:t> ay </a:t>
            </a:r>
            <a:r>
              <a:rPr lang="en-PH" sz="2800" dirty="0" err="1"/>
              <a:t>nanatili</a:t>
            </a:r>
            <a:r>
              <a:rPr lang="en-PH" sz="2800" dirty="0"/>
              <a:t> </a:t>
            </a:r>
            <a:r>
              <a:rPr lang="en-PH" sz="2800" dirty="0" err="1"/>
              <a:t>dito</a:t>
            </a:r>
            <a:r>
              <a:rPr lang="en-PH" sz="2800" dirty="0"/>
              <a:t> </a:t>
            </a:r>
            <a:r>
              <a:rPr lang="en-PH" sz="2800" dirty="0" err="1"/>
              <a:t>upang</a:t>
            </a:r>
            <a:r>
              <a:rPr lang="en-PH" sz="2800" dirty="0"/>
              <a:t> </a:t>
            </a:r>
            <a:r>
              <a:rPr lang="en-PH" sz="2800" dirty="0" err="1"/>
              <a:t>kuhanin</a:t>
            </a:r>
            <a:r>
              <a:rPr lang="en-PH" sz="2800" dirty="0"/>
              <a:t> ang </a:t>
            </a:r>
            <a:r>
              <a:rPr lang="en-PH" sz="2800" dirty="0" err="1"/>
              <a:t>yaman</a:t>
            </a:r>
            <a:r>
              <a:rPr lang="en-PH" sz="2800" dirty="0"/>
              <a:t> ng </a:t>
            </a:r>
            <a:r>
              <a:rPr lang="en-PH" sz="2800" dirty="0" err="1"/>
              <a:t>bansa</a:t>
            </a:r>
            <a:r>
              <a:rPr lang="en-PH" sz="2800" dirty="0"/>
              <a:t>, </a:t>
            </a:r>
            <a:r>
              <a:rPr lang="en-PH" sz="2800" dirty="0" err="1"/>
              <a:t>marapat</a:t>
            </a:r>
            <a:r>
              <a:rPr lang="en-PH" sz="2800" dirty="0"/>
              <a:t> </a:t>
            </a:r>
            <a:r>
              <a:rPr lang="en-PH" sz="2800" dirty="0" err="1"/>
              <a:t>lamang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ibigay</a:t>
            </a:r>
            <a:r>
              <a:rPr lang="en-PH" sz="2800" dirty="0"/>
              <a:t> </a:t>
            </a:r>
            <a:r>
              <a:rPr lang="en-PH" sz="2800" dirty="0" err="1"/>
              <a:t>naman</a:t>
            </a:r>
            <a:r>
              <a:rPr lang="en-PH" sz="2800" dirty="0"/>
              <a:t> ng </a:t>
            </a:r>
            <a:r>
              <a:rPr lang="en-PH" sz="2800" dirty="0" err="1"/>
              <a:t>bansang</a:t>
            </a:r>
            <a:r>
              <a:rPr lang="en-PH" sz="2800" dirty="0"/>
              <a:t> </a:t>
            </a:r>
            <a:r>
              <a:rPr lang="en-PH" sz="2800" dirty="0" err="1"/>
              <a:t>dayuhan</a:t>
            </a:r>
            <a:r>
              <a:rPr lang="en-PH" sz="2800" dirty="0"/>
              <a:t> ang </a:t>
            </a:r>
            <a:r>
              <a:rPr lang="en-PH" sz="2800" dirty="0" err="1"/>
              <a:t>karunungan</a:t>
            </a:r>
            <a:r>
              <a:rPr lang="en-PH" sz="2800" dirty="0"/>
              <a:t> at </a:t>
            </a:r>
            <a:r>
              <a:rPr lang="en-PH" sz="2800" dirty="0" err="1"/>
              <a:t>edukasyon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46080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9: Mga Suliranin Tungkol sa Bayan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200" dirty="0"/>
              <a:t>Nang </a:t>
            </a:r>
            <a:r>
              <a:rPr lang="en-PH" sz="3200" dirty="0" err="1"/>
              <a:t>araw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iyon</a:t>
            </a:r>
            <a:r>
              <a:rPr lang="en-PH" sz="3200" dirty="0"/>
              <a:t> ay </a:t>
            </a:r>
            <a:r>
              <a:rPr lang="en-PH" sz="3200" dirty="0" err="1"/>
              <a:t>nakatakdang</a:t>
            </a:r>
            <a:r>
              <a:rPr lang="en-PH" sz="3200" dirty="0"/>
              <a:t> </a:t>
            </a:r>
            <a:r>
              <a:rPr lang="en-PH" sz="3200" dirty="0" err="1"/>
              <a:t>kuhanin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Maria Clara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kagamitan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kumbento</a:t>
            </a:r>
            <a:r>
              <a:rPr lang="en-PH" sz="3200" dirty="0"/>
              <a:t>.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Tiya</a:t>
            </a:r>
            <a:r>
              <a:rPr lang="en-PH" sz="3200" dirty="0"/>
              <a:t> Isabel ay </a:t>
            </a:r>
            <a:r>
              <a:rPr lang="en-PH" sz="3200" dirty="0" err="1"/>
              <a:t>naghihintay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karawahe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tuluyan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silang</a:t>
            </a:r>
            <a:r>
              <a:rPr lang="en-PH" sz="3200" dirty="0"/>
              <a:t> </a:t>
            </a:r>
            <a:r>
              <a:rPr lang="en-PH" sz="3200" dirty="0" err="1"/>
              <a:t>makaalis</a:t>
            </a:r>
            <a:r>
              <a:rPr lang="en-PH" sz="3200" dirty="0"/>
              <a:t>.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namang</a:t>
            </a:r>
            <a:r>
              <a:rPr lang="en-PH" sz="3200" dirty="0"/>
              <a:t> </a:t>
            </a:r>
            <a:r>
              <a:rPr lang="en-PH" sz="3200" dirty="0" err="1"/>
              <a:t>pagdating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Padre </a:t>
            </a:r>
            <a:r>
              <a:rPr lang="en-PH" sz="3200" dirty="0" err="1"/>
              <a:t>Damaso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/>
              <a:t>Hindi </a:t>
            </a:r>
            <a:r>
              <a:rPr lang="en-PH" sz="3200" dirty="0" err="1"/>
              <a:t>minabuti</a:t>
            </a:r>
            <a:r>
              <a:rPr lang="en-PH" sz="3200" dirty="0"/>
              <a:t> ng </a:t>
            </a:r>
            <a:r>
              <a:rPr lang="en-PH" sz="3200" dirty="0" err="1"/>
              <a:t>pari</a:t>
            </a:r>
            <a:r>
              <a:rPr lang="en-PH" sz="3200" dirty="0"/>
              <a:t> ang </a:t>
            </a:r>
            <a:r>
              <a:rPr lang="en-PH" sz="3200" dirty="0" err="1"/>
              <a:t>kanilang</a:t>
            </a:r>
            <a:r>
              <a:rPr lang="en-PH" sz="3200" dirty="0"/>
              <a:t> </a:t>
            </a:r>
            <a:r>
              <a:rPr lang="en-PH" sz="3200" dirty="0" err="1"/>
              <a:t>pag-alis</a:t>
            </a:r>
            <a:r>
              <a:rPr lang="en-PH" sz="3200" dirty="0"/>
              <a:t> kaya </a:t>
            </a:r>
            <a:r>
              <a:rPr lang="en-PH" sz="3200" dirty="0" err="1"/>
              <a:t>bubulong-bulong</a:t>
            </a:r>
            <a:r>
              <a:rPr lang="en-PH" sz="3200" dirty="0"/>
              <a:t> </a:t>
            </a:r>
            <a:r>
              <a:rPr lang="en-PH" sz="3200" dirty="0" err="1"/>
              <a:t>itong</a:t>
            </a:r>
            <a:r>
              <a:rPr lang="en-PH" sz="3200" dirty="0"/>
              <a:t> </a:t>
            </a:r>
            <a:r>
              <a:rPr lang="en-PH" sz="3200" dirty="0" err="1"/>
              <a:t>umakyat</a:t>
            </a:r>
            <a:r>
              <a:rPr lang="en-PH" sz="3200" dirty="0"/>
              <a:t> </a:t>
            </a:r>
            <a:r>
              <a:rPr lang="en-PH" sz="3200" dirty="0" err="1"/>
              <a:t>papunta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bahay</a:t>
            </a:r>
            <a:r>
              <a:rPr lang="en-PH" sz="3200" dirty="0"/>
              <a:t> ng </a:t>
            </a:r>
            <a:r>
              <a:rPr lang="en-PH" sz="3200" dirty="0" err="1"/>
              <a:t>Kapitan</a:t>
            </a:r>
            <a:r>
              <a:rPr lang="en-PH" sz="3200" dirty="0"/>
              <a:t>. </a:t>
            </a:r>
            <a:r>
              <a:rPr lang="en-PH" sz="3200" dirty="0" err="1"/>
              <a:t>Agad</a:t>
            </a:r>
            <a:r>
              <a:rPr lang="en-PH" sz="3200" dirty="0"/>
              <a:t> </a:t>
            </a:r>
            <a:r>
              <a:rPr lang="en-PH" sz="3200" dirty="0" err="1"/>
              <a:t>naman</a:t>
            </a:r>
            <a:r>
              <a:rPr lang="en-PH" sz="3200" dirty="0"/>
              <a:t> </a:t>
            </a:r>
            <a:r>
              <a:rPr lang="en-PH" sz="3200" dirty="0" err="1"/>
              <a:t>siyang</a:t>
            </a:r>
            <a:r>
              <a:rPr lang="en-PH" sz="3200" dirty="0"/>
              <a:t> </a:t>
            </a:r>
            <a:r>
              <a:rPr lang="en-PH" sz="3200" dirty="0" err="1"/>
              <a:t>sinalubong</a:t>
            </a:r>
            <a:r>
              <a:rPr lang="en-PH" sz="3200" dirty="0"/>
              <a:t> ng </a:t>
            </a:r>
            <a:r>
              <a:rPr lang="en-PH" sz="3200" dirty="0" err="1"/>
              <a:t>Kapitan</a:t>
            </a:r>
            <a:r>
              <a:rPr lang="en-PH" sz="3200" dirty="0"/>
              <a:t> at </a:t>
            </a:r>
            <a:r>
              <a:rPr lang="en-PH" sz="3200" dirty="0" err="1"/>
              <a:t>akmang</a:t>
            </a:r>
            <a:r>
              <a:rPr lang="en-PH" sz="3200" dirty="0"/>
              <a:t> </a:t>
            </a:r>
            <a:r>
              <a:rPr lang="en-PH" sz="3200" dirty="0" err="1"/>
              <a:t>magmamano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kamay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</a:t>
            </a:r>
            <a:r>
              <a:rPr lang="en-PH" sz="3200" dirty="0" err="1"/>
              <a:t>ngunit</a:t>
            </a:r>
            <a:r>
              <a:rPr lang="en-PH" sz="3200" dirty="0"/>
              <a:t> </a:t>
            </a:r>
            <a:r>
              <a:rPr lang="en-PH" sz="3200" dirty="0" err="1"/>
              <a:t>tinanggihan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ng </a:t>
            </a:r>
            <a:r>
              <a:rPr lang="en-PH" sz="3200" dirty="0" err="1"/>
              <a:t>pari</a:t>
            </a:r>
            <a:r>
              <a:rPr lang="en-PH" sz="3200" dirty="0"/>
              <a:t>. Sa </a:t>
            </a:r>
            <a:r>
              <a:rPr lang="en-PH" sz="3200" dirty="0" err="1"/>
              <a:t>halip</a:t>
            </a:r>
            <a:r>
              <a:rPr lang="en-PH" sz="3200" dirty="0"/>
              <a:t> ay </a:t>
            </a:r>
            <a:r>
              <a:rPr lang="en-PH" sz="3200" dirty="0" err="1"/>
              <a:t>sinabi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agad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pakay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73523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9: Mga Suliranin Tungkol sa Bayan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200" dirty="0"/>
              <a:t>Ani Padre </a:t>
            </a:r>
            <a:r>
              <a:rPr lang="en-PH" sz="3200" dirty="0" err="1"/>
              <a:t>Damaso</a:t>
            </a:r>
            <a:r>
              <a:rPr lang="en-PH" sz="3200" dirty="0"/>
              <a:t>, </a:t>
            </a:r>
            <a:r>
              <a:rPr lang="en-PH" sz="3200" dirty="0" err="1"/>
              <a:t>hindi</a:t>
            </a:r>
            <a:r>
              <a:rPr lang="en-PH" sz="3200" dirty="0"/>
              <a:t> raw </a:t>
            </a:r>
            <a:r>
              <a:rPr lang="en-PH" sz="3200" dirty="0" err="1"/>
              <a:t>dapat</a:t>
            </a:r>
            <a:r>
              <a:rPr lang="en-PH" sz="3200" dirty="0"/>
              <a:t> </a:t>
            </a:r>
            <a:r>
              <a:rPr lang="en-PH" sz="3200" dirty="0" err="1"/>
              <a:t>maglihim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kanya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Tiyago</a:t>
            </a:r>
            <a:r>
              <a:rPr lang="en-PH" sz="3200" dirty="0"/>
              <a:t> </a:t>
            </a:r>
            <a:r>
              <a:rPr lang="en-PH" sz="3200" dirty="0" err="1"/>
              <a:t>dahil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ang </a:t>
            </a:r>
            <a:r>
              <a:rPr lang="en-PH" sz="3200" dirty="0" err="1"/>
              <a:t>pangalawang</a:t>
            </a:r>
            <a:r>
              <a:rPr lang="en-PH" sz="3200" dirty="0"/>
              <a:t> ama </a:t>
            </a:r>
            <a:r>
              <a:rPr lang="en-PH" sz="3200" dirty="0" err="1"/>
              <a:t>ni</a:t>
            </a:r>
            <a:r>
              <a:rPr lang="en-PH" sz="3200" dirty="0"/>
              <a:t> Maria Clara. </a:t>
            </a:r>
            <a:r>
              <a:rPr lang="en-PH" sz="3200" dirty="0" err="1"/>
              <a:t>Sinabi</a:t>
            </a:r>
            <a:r>
              <a:rPr lang="en-PH" sz="3200" dirty="0"/>
              <a:t> din </a:t>
            </a:r>
            <a:r>
              <a:rPr lang="en-PH" sz="3200" dirty="0" err="1"/>
              <a:t>niyang</a:t>
            </a:r>
            <a:r>
              <a:rPr lang="en-PH" sz="3200" dirty="0"/>
              <a:t> </a:t>
            </a:r>
            <a:r>
              <a:rPr lang="en-PH" sz="3200" dirty="0" err="1"/>
              <a:t>dapat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raw </a:t>
            </a:r>
            <a:r>
              <a:rPr lang="en-PH" sz="3200" dirty="0" err="1"/>
              <a:t>itigil</a:t>
            </a:r>
            <a:r>
              <a:rPr lang="en-PH" sz="3200" dirty="0"/>
              <a:t> ng </a:t>
            </a:r>
            <a:r>
              <a:rPr lang="en-PH" sz="3200" dirty="0" err="1"/>
              <a:t>dalaga</a:t>
            </a:r>
            <a:r>
              <a:rPr lang="en-PH" sz="3200" dirty="0"/>
              <a:t> ang </a:t>
            </a:r>
            <a:r>
              <a:rPr lang="en-PH" sz="3200" dirty="0" err="1"/>
              <a:t>pakikipag-mabutihan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kay Ibarra. </a:t>
            </a:r>
            <a:r>
              <a:rPr lang="en-PH" sz="3200" dirty="0" err="1"/>
              <a:t>Dagdag</a:t>
            </a:r>
            <a:r>
              <a:rPr lang="en-PH" sz="3200" dirty="0"/>
              <a:t> pa ng </a:t>
            </a:r>
            <a:r>
              <a:rPr lang="en-PH" sz="3200" dirty="0" err="1"/>
              <a:t>pari</a:t>
            </a:r>
            <a:r>
              <a:rPr lang="en-PH" sz="3200" dirty="0"/>
              <a:t>, </a:t>
            </a:r>
            <a:r>
              <a:rPr lang="en-PH" sz="3200" dirty="0" err="1"/>
              <a:t>hindi</a:t>
            </a:r>
            <a:r>
              <a:rPr lang="en-PH" sz="3200" dirty="0"/>
              <a:t> </a:t>
            </a:r>
            <a:r>
              <a:rPr lang="en-PH" sz="3200" dirty="0" err="1"/>
              <a:t>daw</a:t>
            </a:r>
            <a:r>
              <a:rPr lang="en-PH" sz="3200" dirty="0"/>
              <a:t> </a:t>
            </a:r>
            <a:r>
              <a:rPr lang="en-PH" sz="3200" dirty="0" err="1"/>
              <a:t>dapat</a:t>
            </a:r>
            <a:r>
              <a:rPr lang="en-PH" sz="3200" dirty="0"/>
              <a:t> </a:t>
            </a:r>
            <a:r>
              <a:rPr lang="en-PH" sz="3200" dirty="0" err="1"/>
              <a:t>maghangad</a:t>
            </a:r>
            <a:r>
              <a:rPr lang="en-PH" sz="3200" dirty="0"/>
              <a:t> ng </a:t>
            </a:r>
            <a:r>
              <a:rPr lang="en-PH" sz="3200" dirty="0" err="1"/>
              <a:t>kabutihan</a:t>
            </a:r>
            <a:r>
              <a:rPr lang="en-PH" sz="3200" dirty="0"/>
              <a:t> ang </a:t>
            </a:r>
            <a:r>
              <a:rPr lang="en-PH" sz="3200" dirty="0" err="1"/>
              <a:t>Kapitan</a:t>
            </a:r>
            <a:r>
              <a:rPr lang="en-PH" sz="3200" dirty="0"/>
              <a:t> para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kaaway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/>
              <a:t>Ang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naman</a:t>
            </a:r>
            <a:r>
              <a:rPr lang="en-PH" sz="3200" dirty="0"/>
              <a:t> ay </a:t>
            </a:r>
            <a:r>
              <a:rPr lang="en-PH" sz="3200" dirty="0" err="1"/>
              <a:t>nakumbinsi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sinabi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Padre </a:t>
            </a:r>
            <a:r>
              <a:rPr lang="en-PH" sz="3200" dirty="0" err="1"/>
              <a:t>Damaso</a:t>
            </a:r>
            <a:r>
              <a:rPr lang="en-PH" sz="3200" dirty="0"/>
              <a:t> kung kaya </a:t>
            </a:r>
            <a:r>
              <a:rPr lang="en-PH" sz="3200" dirty="0" err="1"/>
              <a:t>pag-alis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ay </a:t>
            </a:r>
            <a:r>
              <a:rPr lang="en-PH" sz="3200" dirty="0" err="1"/>
              <a:t>agad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pinatay</a:t>
            </a:r>
            <a:r>
              <a:rPr lang="en-PH" sz="3200" dirty="0"/>
              <a:t> ng </a:t>
            </a:r>
            <a:r>
              <a:rPr lang="en-PH" sz="3200" dirty="0" err="1"/>
              <a:t>Kapitan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kandilang</a:t>
            </a:r>
            <a:r>
              <a:rPr lang="en-PH" sz="3200" dirty="0"/>
              <a:t> </a:t>
            </a:r>
            <a:r>
              <a:rPr lang="en-PH" sz="3200" dirty="0" err="1"/>
              <a:t>itinulos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Maria Clara para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paglalakbay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Ibarra </a:t>
            </a:r>
            <a:r>
              <a:rPr lang="en-PH" sz="3200" dirty="0" err="1"/>
              <a:t>pauwi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bayan ng San Diego.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46933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9: Mga Suliranin Tungkol sa Bayan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200" dirty="0" err="1"/>
              <a:t>Samantala</a:t>
            </a:r>
            <a:r>
              <a:rPr lang="en-PH" sz="3200" dirty="0"/>
              <a:t>, </a:t>
            </a:r>
            <a:r>
              <a:rPr lang="en-PH" sz="3200" dirty="0" err="1"/>
              <a:t>si</a:t>
            </a:r>
            <a:r>
              <a:rPr lang="en-PH" sz="3200" dirty="0"/>
              <a:t> Padre </a:t>
            </a:r>
            <a:r>
              <a:rPr lang="en-PH" sz="3200" dirty="0" err="1"/>
              <a:t>Sybila</a:t>
            </a:r>
            <a:r>
              <a:rPr lang="en-PH" sz="3200" dirty="0"/>
              <a:t> ay </a:t>
            </a:r>
            <a:r>
              <a:rPr lang="en-PH" sz="3200" dirty="0" err="1"/>
              <a:t>nagtungo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kumbento</a:t>
            </a:r>
            <a:r>
              <a:rPr lang="en-PH" sz="3200" dirty="0"/>
              <a:t> ng </a:t>
            </a:r>
            <a:r>
              <a:rPr lang="en-PH" sz="3200" dirty="0" err="1"/>
              <a:t>Dominikano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Puerta de Isabel II. </a:t>
            </a:r>
            <a:r>
              <a:rPr lang="en-PH" sz="3200" dirty="0" err="1"/>
              <a:t>Dito</a:t>
            </a:r>
            <a:r>
              <a:rPr lang="en-PH" sz="3200" dirty="0"/>
              <a:t> ay </a:t>
            </a:r>
            <a:r>
              <a:rPr lang="en-PH" sz="3200" dirty="0" err="1"/>
              <a:t>dinalaw</a:t>
            </a:r>
            <a:r>
              <a:rPr lang="en-PH" sz="3200" dirty="0"/>
              <a:t> </a:t>
            </a:r>
            <a:r>
              <a:rPr lang="en-PH" sz="3200" dirty="0" err="1"/>
              <a:t>niya</a:t>
            </a:r>
            <a:r>
              <a:rPr lang="en-PH" sz="3200" dirty="0"/>
              <a:t> ang paring may </a:t>
            </a:r>
            <a:r>
              <a:rPr lang="en-PH" sz="3200" dirty="0" err="1"/>
              <a:t>matinding</a:t>
            </a:r>
            <a:r>
              <a:rPr lang="en-PH" sz="3200" dirty="0"/>
              <a:t> </a:t>
            </a:r>
            <a:r>
              <a:rPr lang="en-PH" sz="3200" dirty="0" err="1"/>
              <a:t>sakit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ibinalita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nakaraang</a:t>
            </a:r>
            <a:r>
              <a:rPr lang="en-PH" sz="3200" dirty="0"/>
              <a:t> </a:t>
            </a:r>
            <a:r>
              <a:rPr lang="en-PH" sz="3200" dirty="0" err="1"/>
              <a:t>kaganapan</a:t>
            </a:r>
            <a:r>
              <a:rPr lang="en-PH" sz="3200" dirty="0"/>
              <a:t> </a:t>
            </a:r>
            <a:r>
              <a:rPr lang="en-PH" sz="3200" dirty="0" err="1"/>
              <a:t>kagaya</a:t>
            </a:r>
            <a:r>
              <a:rPr lang="en-PH" sz="3200" dirty="0"/>
              <a:t> ng pang-</a:t>
            </a:r>
            <a:r>
              <a:rPr lang="en-PH" sz="3200" dirty="0" err="1"/>
              <a:t>aaway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ginawa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Padre </a:t>
            </a:r>
            <a:r>
              <a:rPr lang="en-PH" sz="3200" dirty="0" err="1"/>
              <a:t>Damaso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bahay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Tiyago</a:t>
            </a:r>
            <a:r>
              <a:rPr lang="en-PH" sz="3200" dirty="0"/>
              <a:t>, ang </a:t>
            </a:r>
            <a:r>
              <a:rPr lang="en-PH" sz="3200" dirty="0" err="1"/>
              <a:t>pagpanig</a:t>
            </a:r>
            <a:r>
              <a:rPr lang="en-PH" sz="3200" dirty="0"/>
              <a:t> </a:t>
            </a:r>
            <a:r>
              <a:rPr lang="en-PH" sz="3200" dirty="0" err="1"/>
              <a:t>diumano</a:t>
            </a:r>
            <a:r>
              <a:rPr lang="en-PH" sz="3200" dirty="0"/>
              <a:t> ng </a:t>
            </a:r>
            <a:r>
              <a:rPr lang="en-PH" sz="3200" dirty="0" err="1"/>
              <a:t>Tinyente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Heneral</a:t>
            </a:r>
            <a:r>
              <a:rPr lang="en-PH" sz="3200" dirty="0"/>
              <a:t>, at </a:t>
            </a:r>
            <a:r>
              <a:rPr lang="en-PH" sz="3200" dirty="0" err="1"/>
              <a:t>pakikipag-alyansa</a:t>
            </a:r>
            <a:r>
              <a:rPr lang="en-PH" sz="3200" dirty="0"/>
              <a:t> kay Padre </a:t>
            </a:r>
            <a:r>
              <a:rPr lang="en-PH" sz="3200" dirty="0" err="1"/>
              <a:t>Damaso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/>
              <a:t>Ang </a:t>
            </a:r>
            <a:r>
              <a:rPr lang="en-PH" sz="3200" dirty="0" err="1"/>
              <a:t>matandang</a:t>
            </a:r>
            <a:r>
              <a:rPr lang="en-PH" sz="3200" dirty="0"/>
              <a:t> may </a:t>
            </a:r>
            <a:r>
              <a:rPr lang="en-PH" sz="3200" dirty="0" err="1"/>
              <a:t>sakit</a:t>
            </a:r>
            <a:r>
              <a:rPr lang="en-PH" sz="3200" dirty="0"/>
              <a:t> ay </a:t>
            </a:r>
            <a:r>
              <a:rPr lang="en-PH" sz="3200" dirty="0" err="1"/>
              <a:t>nakipagpalitan</a:t>
            </a:r>
            <a:r>
              <a:rPr lang="en-PH" sz="3200" dirty="0"/>
              <a:t> din ng </a:t>
            </a:r>
            <a:r>
              <a:rPr lang="en-PH" sz="3200" dirty="0" err="1"/>
              <a:t>saloobin</a:t>
            </a:r>
            <a:r>
              <a:rPr lang="en-PH" sz="3200" dirty="0"/>
              <a:t> at </a:t>
            </a:r>
            <a:r>
              <a:rPr lang="en-PH" sz="3200" dirty="0" err="1"/>
              <a:t>sinabing</a:t>
            </a:r>
            <a:r>
              <a:rPr lang="en-PH" sz="3200" dirty="0"/>
              <a:t> ang </a:t>
            </a:r>
            <a:r>
              <a:rPr lang="en-PH" sz="3200" dirty="0" err="1"/>
              <a:t>pagtaas</a:t>
            </a:r>
            <a:r>
              <a:rPr lang="en-PH" sz="3200" dirty="0"/>
              <a:t> ng </a:t>
            </a:r>
            <a:r>
              <a:rPr lang="en-PH" sz="3200" dirty="0" err="1"/>
              <a:t>buwis</a:t>
            </a:r>
            <a:r>
              <a:rPr lang="en-PH" sz="3200" dirty="0"/>
              <a:t> ang </a:t>
            </a:r>
            <a:r>
              <a:rPr lang="en-PH" sz="3200" dirty="0" err="1"/>
              <a:t>dahilan</a:t>
            </a:r>
            <a:r>
              <a:rPr lang="en-PH" sz="3200" dirty="0"/>
              <a:t> ng </a:t>
            </a:r>
            <a:r>
              <a:rPr lang="en-PH" sz="3200" dirty="0" err="1"/>
              <a:t>pagkaubos</a:t>
            </a:r>
            <a:r>
              <a:rPr lang="en-PH" sz="3200" dirty="0"/>
              <a:t> </a:t>
            </a:r>
            <a:r>
              <a:rPr lang="en-PH" sz="3200" dirty="0" err="1"/>
              <a:t>nang</a:t>
            </a:r>
            <a:r>
              <a:rPr lang="en-PH" sz="3200" dirty="0"/>
              <a:t> </a:t>
            </a:r>
            <a:r>
              <a:rPr lang="en-PH" sz="3200" dirty="0" err="1"/>
              <a:t>kanilang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kayamanan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/>
              <a:t>Aniya, </a:t>
            </a:r>
            <a:r>
              <a:rPr lang="en-PH" sz="3200" dirty="0" err="1"/>
              <a:t>natuto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Pilipino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paghawak</a:t>
            </a:r>
            <a:r>
              <a:rPr lang="en-PH" sz="3200" dirty="0"/>
              <a:t> ng </a:t>
            </a:r>
            <a:r>
              <a:rPr lang="en-PH" sz="3200" dirty="0" err="1"/>
              <a:t>ari-arian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35402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10:Ang San Diego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Ang San Diego ay </a:t>
            </a:r>
            <a:r>
              <a:rPr lang="en-PH" sz="3600" dirty="0" err="1"/>
              <a:t>matatagpuan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baybayin</a:t>
            </a:r>
            <a:r>
              <a:rPr lang="en-PH" sz="3600" dirty="0"/>
              <a:t> ng </a:t>
            </a:r>
            <a:r>
              <a:rPr lang="en-PH" sz="3600" dirty="0" err="1"/>
              <a:t>lawa</a:t>
            </a:r>
            <a:r>
              <a:rPr lang="en-PH" sz="3600" dirty="0"/>
              <a:t> at may </a:t>
            </a:r>
            <a:r>
              <a:rPr lang="en-PH" sz="3600" dirty="0" err="1"/>
              <a:t>malalawak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kabukiran</a:t>
            </a:r>
            <a:r>
              <a:rPr lang="en-PH" sz="3600" dirty="0"/>
              <a:t>. Isa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maalamat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bayan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Pilipinas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Pagsasaka</a:t>
            </a:r>
            <a:r>
              <a:rPr lang="en-PH" sz="3600" dirty="0"/>
              <a:t> ang </a:t>
            </a:r>
            <a:r>
              <a:rPr lang="en-PH" sz="3600" dirty="0" err="1"/>
              <a:t>ikinabubuhay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bayang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kulang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edukasyon</a:t>
            </a:r>
            <a:r>
              <a:rPr lang="en-PH" sz="3600" dirty="0"/>
              <a:t> at </a:t>
            </a:r>
            <a:r>
              <a:rPr lang="en-PH" sz="3600" dirty="0" err="1"/>
              <a:t>kaalaman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pagnenegosyo</a:t>
            </a:r>
            <a:r>
              <a:rPr lang="en-PH" sz="3600" dirty="0"/>
              <a:t>. Dahil </a:t>
            </a:r>
            <a:r>
              <a:rPr lang="en-PH" sz="3600" dirty="0" err="1"/>
              <a:t>dito’y</a:t>
            </a:r>
            <a:r>
              <a:rPr lang="en-PH" sz="3600" dirty="0"/>
              <a:t> </a:t>
            </a:r>
            <a:r>
              <a:rPr lang="en-PH" sz="3600" dirty="0" err="1"/>
              <a:t>napaglalamangan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dayuhang</a:t>
            </a:r>
            <a:r>
              <a:rPr lang="en-PH" sz="3600" dirty="0"/>
              <a:t> </a:t>
            </a:r>
            <a:r>
              <a:rPr lang="en-PH" sz="3600" dirty="0" err="1"/>
              <a:t>Tsino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Kapansin-pansin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tuktok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ang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gubat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kalagitnaan</a:t>
            </a:r>
            <a:r>
              <a:rPr lang="en-PH" sz="3600" dirty="0"/>
              <a:t> ng </a:t>
            </a:r>
            <a:r>
              <a:rPr lang="en-PH" sz="3600" dirty="0" err="1"/>
              <a:t>kabukiran</a:t>
            </a:r>
            <a:r>
              <a:rPr lang="en-PH" sz="36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977777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10:Ang San Diego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200" dirty="0"/>
              <a:t>Wala </a:t>
            </a:r>
            <a:r>
              <a:rPr lang="en-PH" sz="3200" dirty="0" err="1"/>
              <a:t>itong</a:t>
            </a:r>
            <a:r>
              <a:rPr lang="en-PH" sz="3200" dirty="0"/>
              <a:t> </a:t>
            </a:r>
            <a:r>
              <a:rPr lang="en-PH" sz="3200" dirty="0" err="1"/>
              <a:t>pinagkaiba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ibang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bayan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Pilipinas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pinamumunuan</a:t>
            </a:r>
            <a:r>
              <a:rPr lang="en-PH" sz="3200" dirty="0"/>
              <a:t> ng </a:t>
            </a:r>
            <a:r>
              <a:rPr lang="en-PH" sz="3200" dirty="0" err="1"/>
              <a:t>simbahan</a:t>
            </a:r>
            <a:r>
              <a:rPr lang="en-PH" sz="3200" dirty="0"/>
              <a:t> kung </a:t>
            </a:r>
            <a:r>
              <a:rPr lang="en-PH" sz="3200" dirty="0" err="1"/>
              <a:t>saan</a:t>
            </a:r>
            <a:r>
              <a:rPr lang="en-PH" sz="3200" dirty="0"/>
              <a:t> ang </a:t>
            </a:r>
            <a:r>
              <a:rPr lang="en-PH" sz="3200" dirty="0" err="1"/>
              <a:t>pamahalaan</a:t>
            </a:r>
            <a:r>
              <a:rPr lang="en-PH" sz="3200" dirty="0"/>
              <a:t> ay </a:t>
            </a:r>
            <a:r>
              <a:rPr lang="en-PH" sz="3200" dirty="0" err="1"/>
              <a:t>sunud-sunuran</a:t>
            </a:r>
            <a:r>
              <a:rPr lang="en-PH" sz="3200" dirty="0"/>
              <a:t> </a:t>
            </a:r>
            <a:r>
              <a:rPr lang="en-PH" sz="3200" dirty="0" err="1"/>
              <a:t>lamang</a:t>
            </a:r>
            <a:r>
              <a:rPr lang="en-PH" sz="3200" dirty="0"/>
              <a:t> </a:t>
            </a:r>
            <a:r>
              <a:rPr lang="en-PH" sz="3200" dirty="0" err="1"/>
              <a:t>dito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 err="1"/>
              <a:t>Bago</a:t>
            </a:r>
            <a:r>
              <a:rPr lang="en-PH" sz="3200" dirty="0"/>
              <a:t> </a:t>
            </a:r>
            <a:r>
              <a:rPr lang="en-PH" sz="3200" dirty="0" err="1"/>
              <a:t>mailipat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Padre </a:t>
            </a:r>
            <a:r>
              <a:rPr lang="en-PH" sz="3200" dirty="0" err="1"/>
              <a:t>Damaso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ibang</a:t>
            </a:r>
            <a:r>
              <a:rPr lang="en-PH" sz="3200" dirty="0"/>
              <a:t> bayan </a:t>
            </a:r>
            <a:r>
              <a:rPr lang="en-PH" sz="3200" dirty="0" err="1"/>
              <a:t>dahil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ginawa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kay Don Rafael Ibarra ay </a:t>
            </a:r>
            <a:r>
              <a:rPr lang="en-PH" sz="3200" dirty="0" err="1"/>
              <a:t>siya</a:t>
            </a:r>
            <a:r>
              <a:rPr lang="en-PH" sz="3200" dirty="0"/>
              <a:t> ang </a:t>
            </a:r>
            <a:r>
              <a:rPr lang="en-PH" sz="3200" dirty="0" err="1"/>
              <a:t>tumatayong</a:t>
            </a:r>
            <a:r>
              <a:rPr lang="en-PH" sz="3200" dirty="0"/>
              <a:t> </a:t>
            </a:r>
            <a:r>
              <a:rPr lang="en-PH" sz="3200" dirty="0" err="1"/>
              <a:t>kura</a:t>
            </a:r>
            <a:r>
              <a:rPr lang="en-PH" sz="3200" dirty="0"/>
              <a:t> </a:t>
            </a:r>
            <a:r>
              <a:rPr lang="en-PH" sz="3200" dirty="0" err="1"/>
              <a:t>paroko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simbahan</a:t>
            </a:r>
            <a:r>
              <a:rPr lang="en-PH" sz="3200" dirty="0"/>
              <a:t> doon.</a:t>
            </a:r>
          </a:p>
          <a:p>
            <a:pPr marL="0" indent="0" algn="just">
              <a:buNone/>
            </a:pPr>
            <a:r>
              <a:rPr lang="en-PH" sz="3200" dirty="0" err="1"/>
              <a:t>Kabilang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 at </a:t>
            </a:r>
            <a:r>
              <a:rPr lang="en-PH" sz="3200" dirty="0" err="1"/>
              <a:t>ilang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mayayamang</a:t>
            </a:r>
            <a:r>
              <a:rPr lang="en-PH" sz="3200" dirty="0"/>
              <a:t> Pilipino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kinikilala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may </a:t>
            </a:r>
            <a:r>
              <a:rPr lang="en-PH" sz="3200" dirty="0" err="1"/>
              <a:t>mataas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tungkulin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bayang</a:t>
            </a:r>
            <a:r>
              <a:rPr lang="en-PH" sz="3200" dirty="0"/>
              <a:t> </a:t>
            </a:r>
            <a:r>
              <a:rPr lang="en-PH" sz="3200" dirty="0" err="1"/>
              <a:t>iyon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880852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10:Ang San Diego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200" dirty="0"/>
              <a:t>May </a:t>
            </a:r>
            <a:r>
              <a:rPr lang="en-PH" sz="3200" dirty="0" err="1"/>
              <a:t>isa</a:t>
            </a:r>
            <a:r>
              <a:rPr lang="en-PH" sz="3200" dirty="0"/>
              <a:t> </a:t>
            </a:r>
            <a:r>
              <a:rPr lang="en-PH" sz="3200" dirty="0" err="1"/>
              <a:t>umanong</a:t>
            </a:r>
            <a:r>
              <a:rPr lang="en-PH" sz="3200" dirty="0"/>
              <a:t> </a:t>
            </a:r>
            <a:r>
              <a:rPr lang="en-PH" sz="3200" dirty="0" err="1"/>
              <a:t>matandang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 ang </a:t>
            </a:r>
            <a:r>
              <a:rPr lang="en-PH" sz="3200" dirty="0" err="1"/>
              <a:t>dumating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bayan ng San Diego </a:t>
            </a:r>
            <a:r>
              <a:rPr lang="en-PH" sz="3200" dirty="0" err="1"/>
              <a:t>ayon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alamat</a:t>
            </a:r>
            <a:r>
              <a:rPr lang="en-PH" sz="3200" dirty="0"/>
              <a:t>. Ito raw ay </a:t>
            </a:r>
            <a:r>
              <a:rPr lang="en-PH" sz="3200" dirty="0" err="1"/>
              <a:t>matatas</a:t>
            </a:r>
            <a:r>
              <a:rPr lang="en-PH" sz="3200" dirty="0"/>
              <a:t> </a:t>
            </a:r>
            <a:r>
              <a:rPr lang="en-PH" sz="3200" dirty="0" err="1"/>
              <a:t>magtagalog</a:t>
            </a:r>
            <a:r>
              <a:rPr lang="en-PH" sz="3200" dirty="0"/>
              <a:t> at </a:t>
            </a:r>
            <a:r>
              <a:rPr lang="en-PH" sz="3200" dirty="0" err="1"/>
              <a:t>malalalim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mata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/>
              <a:t>Ito </a:t>
            </a:r>
            <a:r>
              <a:rPr lang="en-PH" sz="3200" dirty="0" err="1"/>
              <a:t>diumano</a:t>
            </a:r>
            <a:r>
              <a:rPr lang="en-PH" sz="3200" dirty="0"/>
              <a:t> ay </a:t>
            </a:r>
            <a:r>
              <a:rPr lang="en-PH" sz="3200" dirty="0" err="1"/>
              <a:t>bumili</a:t>
            </a:r>
            <a:r>
              <a:rPr lang="en-PH" sz="3200" dirty="0"/>
              <a:t> ng </a:t>
            </a:r>
            <a:r>
              <a:rPr lang="en-PH" sz="3200" dirty="0" err="1"/>
              <a:t>gubat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pook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iyon</a:t>
            </a:r>
            <a:r>
              <a:rPr lang="en-PH" sz="3200" dirty="0"/>
              <a:t> kung </a:t>
            </a:r>
            <a:r>
              <a:rPr lang="en-PH" sz="3200" dirty="0" err="1"/>
              <a:t>saan</a:t>
            </a:r>
            <a:r>
              <a:rPr lang="en-PH" sz="3200" dirty="0"/>
              <a:t>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ipinambayad</a:t>
            </a:r>
            <a:r>
              <a:rPr lang="en-PH" sz="3200" dirty="0"/>
              <a:t> ay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ari-arian</a:t>
            </a:r>
            <a:r>
              <a:rPr lang="en-PH" sz="3200" dirty="0"/>
              <a:t> </a:t>
            </a:r>
            <a:r>
              <a:rPr lang="en-PH" sz="3200" dirty="0" err="1"/>
              <a:t>tulad</a:t>
            </a:r>
            <a:r>
              <a:rPr lang="en-PH" sz="3200" dirty="0"/>
              <a:t> ng </a:t>
            </a:r>
            <a:r>
              <a:rPr lang="en-PH" sz="3200" dirty="0" err="1"/>
              <a:t>damit</a:t>
            </a:r>
            <a:r>
              <a:rPr lang="en-PH" sz="3200" dirty="0"/>
              <a:t>, </a:t>
            </a:r>
            <a:r>
              <a:rPr lang="en-PH" sz="3200" dirty="0" err="1"/>
              <a:t>alahas</a:t>
            </a:r>
            <a:r>
              <a:rPr lang="en-PH" sz="3200" dirty="0"/>
              <a:t> at </a:t>
            </a:r>
            <a:r>
              <a:rPr lang="en-PH" sz="3200" dirty="0" err="1"/>
              <a:t>salapi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 err="1"/>
              <a:t>Kinalaunan</a:t>
            </a:r>
            <a:r>
              <a:rPr lang="en-PH" sz="3200" dirty="0"/>
              <a:t> ay </a:t>
            </a:r>
            <a:r>
              <a:rPr lang="en-PH" sz="3200" dirty="0" err="1"/>
              <a:t>natagpuan</a:t>
            </a:r>
            <a:r>
              <a:rPr lang="en-PH" sz="3200" dirty="0"/>
              <a:t> ang </a:t>
            </a:r>
            <a:r>
              <a:rPr lang="en-PH" sz="3200" dirty="0" err="1"/>
              <a:t>matanda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nakabitin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puno</a:t>
            </a:r>
            <a:r>
              <a:rPr lang="en-PH" sz="3200" dirty="0"/>
              <a:t> ng </a:t>
            </a:r>
            <a:r>
              <a:rPr lang="en-PH" sz="3200" dirty="0" err="1"/>
              <a:t>isang</a:t>
            </a:r>
            <a:r>
              <a:rPr lang="en-PH" sz="3200" dirty="0"/>
              <a:t> balete. Ito ay </a:t>
            </a:r>
            <a:r>
              <a:rPr lang="en-PH" sz="3200" dirty="0" err="1"/>
              <a:t>naging</a:t>
            </a:r>
            <a:r>
              <a:rPr lang="en-PH" sz="3200" dirty="0"/>
              <a:t> </a:t>
            </a:r>
            <a:r>
              <a:rPr lang="en-PH" sz="3200" dirty="0" err="1"/>
              <a:t>sanhi</a:t>
            </a:r>
            <a:r>
              <a:rPr lang="en-PH" sz="3200" dirty="0"/>
              <a:t> ng </a:t>
            </a:r>
            <a:r>
              <a:rPr lang="en-PH" sz="3200" dirty="0" err="1"/>
              <a:t>pagkatakot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tao</a:t>
            </a:r>
            <a:r>
              <a:rPr lang="en-PH" sz="3200" dirty="0"/>
              <a:t> doon </a:t>
            </a:r>
            <a:r>
              <a:rPr lang="en-PH" sz="3200" dirty="0" err="1"/>
              <a:t>kaya’t</a:t>
            </a:r>
            <a:r>
              <a:rPr lang="en-PH" sz="3200" dirty="0"/>
              <a:t> </a:t>
            </a:r>
            <a:r>
              <a:rPr lang="en-PH" sz="3200" dirty="0" err="1"/>
              <a:t>sinunog</a:t>
            </a:r>
            <a:r>
              <a:rPr lang="en-PH" sz="3200" dirty="0"/>
              <a:t> ng </a:t>
            </a:r>
            <a:r>
              <a:rPr lang="en-PH" sz="3200" dirty="0" err="1"/>
              <a:t>ilan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damit</a:t>
            </a:r>
            <a:r>
              <a:rPr lang="en-PH" sz="3200" dirty="0"/>
              <a:t> ng </a:t>
            </a:r>
            <a:r>
              <a:rPr lang="en-PH" sz="3200" dirty="0" err="1"/>
              <a:t>matanda</a:t>
            </a:r>
            <a:r>
              <a:rPr lang="en-PH" sz="3200" dirty="0"/>
              <a:t> at </a:t>
            </a:r>
            <a:r>
              <a:rPr lang="en-PH" sz="3200" dirty="0" err="1"/>
              <a:t>itinapon</a:t>
            </a:r>
            <a:r>
              <a:rPr lang="en-PH" sz="3200" dirty="0"/>
              <a:t> </a:t>
            </a:r>
            <a:r>
              <a:rPr lang="en-PH" sz="3200" dirty="0" err="1"/>
              <a:t>naman</a:t>
            </a:r>
            <a:r>
              <a:rPr lang="en-PH" sz="3200" dirty="0"/>
              <a:t> ang </a:t>
            </a:r>
            <a:r>
              <a:rPr lang="en-PH" sz="3200" dirty="0" err="1"/>
              <a:t>kanyang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alahas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ilog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55067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10:Ang San Diego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2800" dirty="0"/>
              <a:t>Di </a:t>
            </a:r>
            <a:r>
              <a:rPr lang="en-PH" sz="2800" dirty="0" err="1"/>
              <a:t>nagtagal</a:t>
            </a:r>
            <a:r>
              <a:rPr lang="en-PH" sz="2800" dirty="0"/>
              <a:t> ay </a:t>
            </a:r>
            <a:r>
              <a:rPr lang="en-PH" sz="2800" dirty="0" err="1"/>
              <a:t>dumating</a:t>
            </a:r>
            <a:r>
              <a:rPr lang="en-PH" sz="2800" dirty="0"/>
              <a:t> ang </a:t>
            </a:r>
            <a:r>
              <a:rPr lang="en-PH" sz="2800" dirty="0" err="1"/>
              <a:t>anak</a:t>
            </a:r>
            <a:r>
              <a:rPr lang="en-PH" sz="2800" dirty="0"/>
              <a:t> ng </a:t>
            </a:r>
            <a:r>
              <a:rPr lang="en-PH" sz="2800" dirty="0" err="1"/>
              <a:t>matanda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nagngangalang</a:t>
            </a:r>
            <a:r>
              <a:rPr lang="en-PH" sz="2800" dirty="0"/>
              <a:t> </a:t>
            </a:r>
            <a:r>
              <a:rPr lang="en-PH" sz="2800" dirty="0" err="1"/>
              <a:t>Saturnino</a:t>
            </a:r>
            <a:r>
              <a:rPr lang="en-PH" sz="2800" dirty="0"/>
              <a:t>. </a:t>
            </a:r>
            <a:r>
              <a:rPr lang="en-PH" sz="2800" dirty="0" err="1"/>
              <a:t>Sinikap</a:t>
            </a:r>
            <a:r>
              <a:rPr lang="en-PH" sz="2800" dirty="0"/>
              <a:t> </a:t>
            </a:r>
            <a:r>
              <a:rPr lang="en-PH" sz="2800" dirty="0" err="1"/>
              <a:t>niyang</a:t>
            </a:r>
            <a:r>
              <a:rPr lang="en-PH" sz="2800" dirty="0"/>
              <a:t> </a:t>
            </a:r>
            <a:r>
              <a:rPr lang="en-PH" sz="2800" dirty="0" err="1"/>
              <a:t>sinupin</a:t>
            </a:r>
            <a:r>
              <a:rPr lang="en-PH" sz="2800" dirty="0"/>
              <a:t> ang </a:t>
            </a:r>
            <a:r>
              <a:rPr lang="en-PH" sz="2800" dirty="0" err="1"/>
              <a:t>naiwang</a:t>
            </a:r>
            <a:r>
              <a:rPr lang="en-PH" sz="2800" dirty="0"/>
              <a:t> </a:t>
            </a:r>
            <a:r>
              <a:rPr lang="en-PH" sz="2800" dirty="0" err="1"/>
              <a:t>ari-arian</a:t>
            </a:r>
            <a:r>
              <a:rPr lang="en-PH" sz="2800" dirty="0"/>
              <a:t> ng ama. </a:t>
            </a:r>
            <a:r>
              <a:rPr lang="en-PH" sz="2800" dirty="0" err="1"/>
              <a:t>Siya</a:t>
            </a:r>
            <a:r>
              <a:rPr lang="en-PH" sz="2800" dirty="0"/>
              <a:t> ay </a:t>
            </a:r>
            <a:r>
              <a:rPr lang="en-PH" sz="2800" dirty="0" err="1"/>
              <a:t>nakapag-asawa</a:t>
            </a:r>
            <a:r>
              <a:rPr lang="en-PH" sz="2800" dirty="0"/>
              <a:t> ng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taga</a:t>
            </a:r>
            <a:r>
              <a:rPr lang="en-PH" sz="2800" dirty="0"/>
              <a:t>-Maynila at </a:t>
            </a:r>
            <a:r>
              <a:rPr lang="en-PH" sz="2800" dirty="0" err="1"/>
              <a:t>nanirahan</a:t>
            </a:r>
            <a:r>
              <a:rPr lang="en-PH" sz="2800" dirty="0"/>
              <a:t> </a:t>
            </a:r>
            <a:r>
              <a:rPr lang="en-PH" sz="2800" dirty="0" err="1"/>
              <a:t>sila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San Diego.</a:t>
            </a:r>
          </a:p>
          <a:p>
            <a:pPr marL="0" indent="0" algn="just">
              <a:buNone/>
            </a:pPr>
            <a:r>
              <a:rPr lang="en-PH" sz="2800" dirty="0" err="1"/>
              <a:t>Nagkaroon</a:t>
            </a:r>
            <a:r>
              <a:rPr lang="en-PH" sz="2800" dirty="0"/>
              <a:t> </a:t>
            </a:r>
            <a:r>
              <a:rPr lang="en-PH" sz="2800" dirty="0" err="1"/>
              <a:t>sila</a:t>
            </a:r>
            <a:r>
              <a:rPr lang="en-PH" sz="2800" dirty="0"/>
              <a:t> ng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supling</a:t>
            </a:r>
            <a:r>
              <a:rPr lang="en-PH" sz="2800" dirty="0"/>
              <a:t> at </a:t>
            </a:r>
            <a:r>
              <a:rPr lang="en-PH" sz="2800" dirty="0" err="1"/>
              <a:t>ito</a:t>
            </a:r>
            <a:r>
              <a:rPr lang="en-PH" sz="2800" dirty="0"/>
              <a:t> ay </a:t>
            </a:r>
            <a:r>
              <a:rPr lang="en-PH" sz="2800" dirty="0" err="1"/>
              <a:t>si</a:t>
            </a:r>
            <a:r>
              <a:rPr lang="en-PH" sz="2800" dirty="0"/>
              <a:t> Don Rafael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siya</a:t>
            </a:r>
            <a:r>
              <a:rPr lang="en-PH" sz="2800" dirty="0"/>
              <a:t> </a:t>
            </a:r>
            <a:r>
              <a:rPr lang="en-PH" sz="2800" dirty="0" err="1"/>
              <a:t>namang</a:t>
            </a:r>
            <a:r>
              <a:rPr lang="en-PH" sz="2800" dirty="0"/>
              <a:t> ama </a:t>
            </a:r>
            <a:r>
              <a:rPr lang="en-PH" sz="2800" dirty="0" err="1"/>
              <a:t>ni</a:t>
            </a:r>
            <a:r>
              <a:rPr lang="en-PH" sz="2800" dirty="0"/>
              <a:t> Ibarra.</a:t>
            </a:r>
          </a:p>
          <a:p>
            <a:pPr marL="0" indent="0" algn="just">
              <a:buNone/>
            </a:pPr>
            <a:r>
              <a:rPr lang="en-PH" sz="2800" dirty="0" err="1"/>
              <a:t>Kinagiliwan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magsasaka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Don Rafael at </a:t>
            </a:r>
            <a:r>
              <a:rPr lang="en-PH" sz="2800" dirty="0" err="1"/>
              <a:t>dahil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pagsusumikap</a:t>
            </a:r>
            <a:r>
              <a:rPr lang="en-PH" sz="2800" dirty="0"/>
              <a:t> </a:t>
            </a:r>
            <a:r>
              <a:rPr lang="en-PH" sz="2800" dirty="0" err="1"/>
              <a:t>nito</a:t>
            </a:r>
            <a:r>
              <a:rPr lang="en-PH" sz="2800" dirty="0"/>
              <a:t> ay </a:t>
            </a:r>
            <a:r>
              <a:rPr lang="en-PH" sz="2800" dirty="0" err="1"/>
              <a:t>naging</a:t>
            </a:r>
            <a:r>
              <a:rPr lang="en-PH" sz="2800" dirty="0"/>
              <a:t> bayan </a:t>
            </a:r>
            <a:r>
              <a:rPr lang="en-PH" sz="2800" dirty="0" err="1"/>
              <a:t>mula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pagiging</a:t>
            </a:r>
            <a:r>
              <a:rPr lang="en-PH" sz="2800" dirty="0"/>
              <a:t> </a:t>
            </a:r>
            <a:r>
              <a:rPr lang="en-PH" sz="2800" dirty="0" err="1"/>
              <a:t>nayon</a:t>
            </a:r>
            <a:r>
              <a:rPr lang="en-PH" sz="2800" dirty="0"/>
              <a:t> ang San Diego.</a:t>
            </a:r>
          </a:p>
          <a:p>
            <a:pPr marL="0" indent="0" algn="just">
              <a:buNone/>
            </a:pPr>
            <a:r>
              <a:rPr lang="en-PH" sz="2800" dirty="0"/>
              <a:t>Ang </a:t>
            </a:r>
            <a:r>
              <a:rPr lang="en-PH" sz="2800" dirty="0" err="1"/>
              <a:t>pamumunong</a:t>
            </a:r>
            <a:r>
              <a:rPr lang="en-PH" sz="2800" dirty="0"/>
              <a:t> </a:t>
            </a:r>
            <a:r>
              <a:rPr lang="en-PH" sz="2800" dirty="0" err="1"/>
              <a:t>ito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Don Rafael ang </a:t>
            </a:r>
            <a:r>
              <a:rPr lang="en-PH" sz="2800" dirty="0" err="1"/>
              <a:t>sinasabing</a:t>
            </a:r>
            <a:r>
              <a:rPr lang="en-PH" sz="2800" dirty="0"/>
              <a:t> </a:t>
            </a:r>
            <a:r>
              <a:rPr lang="en-PH" sz="2800" dirty="0" err="1"/>
              <a:t>naging</a:t>
            </a:r>
            <a:r>
              <a:rPr lang="en-PH" sz="2800" dirty="0"/>
              <a:t> </a:t>
            </a:r>
            <a:r>
              <a:rPr lang="en-PH" sz="2800" dirty="0" err="1"/>
              <a:t>ugat</a:t>
            </a:r>
            <a:r>
              <a:rPr lang="en-PH" sz="2800" dirty="0"/>
              <a:t> ng </a:t>
            </a:r>
            <a:r>
              <a:rPr lang="en-PH" sz="2800" dirty="0" err="1"/>
              <a:t>inggit</a:t>
            </a:r>
            <a:r>
              <a:rPr lang="en-PH" sz="2800" dirty="0"/>
              <a:t> at </a:t>
            </a:r>
            <a:r>
              <a:rPr lang="en-PH" sz="2800" dirty="0" err="1"/>
              <a:t>galit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ilan</a:t>
            </a:r>
            <a:r>
              <a:rPr lang="en-PH" sz="2800" dirty="0"/>
              <a:t> </a:t>
            </a:r>
            <a:r>
              <a:rPr lang="en-PH" sz="2800" dirty="0" err="1"/>
              <a:t>niyang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kaibigan</a:t>
            </a:r>
            <a:r>
              <a:rPr lang="en-PH" sz="2800" dirty="0"/>
              <a:t> </a:t>
            </a:r>
            <a:r>
              <a:rPr lang="en-PH" sz="2800" dirty="0" err="1"/>
              <a:t>kalaunan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408424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11:Ang mga Makapangyarihan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200" dirty="0"/>
              <a:t>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tao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kinikilalang</a:t>
            </a:r>
            <a:r>
              <a:rPr lang="en-PH" sz="3200" dirty="0"/>
              <a:t> </a:t>
            </a:r>
            <a:r>
              <a:rPr lang="en-PH" sz="3200" dirty="0" err="1"/>
              <a:t>makapangyarihan</a:t>
            </a:r>
            <a:r>
              <a:rPr lang="en-PH" sz="3200" dirty="0"/>
              <a:t> o </a:t>
            </a:r>
            <a:r>
              <a:rPr lang="en-PH" sz="3200" dirty="0" err="1"/>
              <a:t>casique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bayan ng San Diego ay </a:t>
            </a:r>
            <a:r>
              <a:rPr lang="en-PH" sz="3200" dirty="0" err="1"/>
              <a:t>mabibilang</a:t>
            </a:r>
            <a:r>
              <a:rPr lang="en-PH" sz="3200" dirty="0"/>
              <a:t> </a:t>
            </a:r>
            <a:r>
              <a:rPr lang="en-PH" sz="3200" dirty="0" err="1"/>
              <a:t>lamang</a:t>
            </a:r>
            <a:r>
              <a:rPr lang="en-PH" sz="3200" dirty="0"/>
              <a:t>. Ito </a:t>
            </a:r>
            <a:r>
              <a:rPr lang="en-PH" sz="3200" dirty="0" err="1"/>
              <a:t>diumano</a:t>
            </a:r>
            <a:r>
              <a:rPr lang="en-PH" sz="3200" dirty="0"/>
              <a:t> ay </a:t>
            </a:r>
            <a:r>
              <a:rPr lang="en-PH" sz="3200" dirty="0" err="1"/>
              <a:t>katulad</a:t>
            </a:r>
            <a:r>
              <a:rPr lang="en-PH" sz="3200" dirty="0"/>
              <a:t> ng Roma at </a:t>
            </a:r>
            <a:r>
              <a:rPr lang="en-PH" sz="3200" dirty="0" err="1"/>
              <a:t>Italya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mahigpit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agawan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kapangyarihan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pamumuno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bayan.</a:t>
            </a:r>
          </a:p>
          <a:p>
            <a:pPr marL="0" indent="0" algn="just">
              <a:buNone/>
            </a:pPr>
            <a:r>
              <a:rPr lang="en-PH" sz="3200" dirty="0"/>
              <a:t>Hindi </a:t>
            </a:r>
            <a:r>
              <a:rPr lang="en-PH" sz="3200" dirty="0" err="1"/>
              <a:t>naman</a:t>
            </a:r>
            <a:r>
              <a:rPr lang="en-PH" sz="3200" dirty="0"/>
              <a:t> </a:t>
            </a:r>
            <a:r>
              <a:rPr lang="en-PH" sz="3200" dirty="0" err="1"/>
              <a:t>kabilang</a:t>
            </a:r>
            <a:r>
              <a:rPr lang="en-PH" sz="3200" dirty="0"/>
              <a:t> </a:t>
            </a:r>
            <a:r>
              <a:rPr lang="en-PH" sz="3200" dirty="0" err="1"/>
              <a:t>dito</a:t>
            </a:r>
            <a:r>
              <a:rPr lang="en-PH" sz="3200" dirty="0"/>
              <a:t> </a:t>
            </a:r>
            <a:r>
              <a:rPr lang="en-PH" sz="3200" dirty="0" err="1"/>
              <a:t>sina</a:t>
            </a:r>
            <a:r>
              <a:rPr lang="en-PH" sz="3200" dirty="0"/>
              <a:t> Don Rafael, </a:t>
            </a:r>
            <a:r>
              <a:rPr lang="en-PH" sz="3200" dirty="0" err="1"/>
              <a:t>Kapitan</a:t>
            </a:r>
            <a:r>
              <a:rPr lang="en-PH" sz="3200" dirty="0"/>
              <a:t> </a:t>
            </a:r>
            <a:r>
              <a:rPr lang="en-PH" sz="3200" dirty="0" err="1"/>
              <a:t>Tiyago</a:t>
            </a:r>
            <a:r>
              <a:rPr lang="en-PH" sz="3200" dirty="0"/>
              <a:t>, at </a:t>
            </a:r>
            <a:r>
              <a:rPr lang="en-PH" sz="3200" dirty="0" err="1"/>
              <a:t>ilang</a:t>
            </a:r>
            <a:r>
              <a:rPr lang="en-PH" sz="3200" dirty="0"/>
              <a:t> </a:t>
            </a:r>
            <a:r>
              <a:rPr lang="en-PH" sz="3200" dirty="0" err="1"/>
              <a:t>namumuno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pamahalaan</a:t>
            </a:r>
            <a:r>
              <a:rPr lang="en-PH" sz="3200" dirty="0"/>
              <a:t>.</a:t>
            </a:r>
          </a:p>
          <a:p>
            <a:pPr marL="0" indent="0" algn="just">
              <a:buNone/>
            </a:pPr>
            <a:r>
              <a:rPr lang="en-PH" sz="3200" dirty="0"/>
              <a:t>Kahit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Don Rafael ang </a:t>
            </a:r>
            <a:r>
              <a:rPr lang="en-PH" sz="3200" dirty="0" err="1"/>
              <a:t>pinakamayaman</a:t>
            </a:r>
            <a:r>
              <a:rPr lang="en-PH" sz="3200" dirty="0"/>
              <a:t>, </a:t>
            </a:r>
            <a:r>
              <a:rPr lang="en-PH" sz="3200" dirty="0" err="1"/>
              <a:t>iginagalang</a:t>
            </a:r>
            <a:r>
              <a:rPr lang="en-PH" sz="3200" dirty="0"/>
              <a:t> ng </a:t>
            </a:r>
            <a:r>
              <a:rPr lang="en-PH" sz="3200" dirty="0" err="1"/>
              <a:t>lahat</a:t>
            </a:r>
            <a:r>
              <a:rPr lang="en-PH" sz="3200" dirty="0"/>
              <a:t>, at </a:t>
            </a:r>
            <a:r>
              <a:rPr lang="en-PH" sz="3200" dirty="0" err="1"/>
              <a:t>pinagkakautangan</a:t>
            </a:r>
            <a:r>
              <a:rPr lang="en-PH" sz="3200" dirty="0"/>
              <a:t> ng </a:t>
            </a:r>
            <a:r>
              <a:rPr lang="en-PH" sz="3200" dirty="0" err="1"/>
              <a:t>marami</a:t>
            </a:r>
            <a:r>
              <a:rPr lang="en-PH" sz="3200" dirty="0"/>
              <a:t> ay </a:t>
            </a:r>
            <a:r>
              <a:rPr lang="en-PH" sz="3200" dirty="0" err="1"/>
              <a:t>hindi</a:t>
            </a:r>
            <a:r>
              <a:rPr lang="en-PH" sz="3200" dirty="0"/>
              <a:t> pa </a:t>
            </a:r>
            <a:r>
              <a:rPr lang="en-PH" sz="3200" dirty="0" err="1"/>
              <a:t>rin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ang </a:t>
            </a:r>
            <a:r>
              <a:rPr lang="en-PH" sz="3200" dirty="0" err="1"/>
              <a:t>nagmamay-ari</a:t>
            </a:r>
            <a:r>
              <a:rPr lang="en-PH" sz="3200" dirty="0"/>
              <a:t> ng </a:t>
            </a:r>
            <a:r>
              <a:rPr lang="en-PH" sz="3200" dirty="0" err="1"/>
              <a:t>kapangyarihan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bayang</a:t>
            </a:r>
            <a:r>
              <a:rPr lang="en-PH" sz="3200" dirty="0"/>
              <a:t> </a:t>
            </a:r>
            <a:r>
              <a:rPr lang="en-PH" sz="3200" dirty="0" err="1"/>
              <a:t>iyon</a:t>
            </a:r>
            <a:r>
              <a:rPr lang="en-PH" sz="32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99771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11:Ang mga Makapangyarihan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2800" dirty="0"/>
              <a:t>Wala </a:t>
            </a:r>
            <a:r>
              <a:rPr lang="en-PH" sz="2800" dirty="0" err="1"/>
              <a:t>namang</a:t>
            </a:r>
            <a:r>
              <a:rPr lang="en-PH" sz="2800" dirty="0"/>
              <a:t> </a:t>
            </a:r>
            <a:r>
              <a:rPr lang="en-PH" sz="2800" dirty="0" err="1"/>
              <a:t>posisyon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lipon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makapangyarihan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</a:t>
            </a:r>
            <a:r>
              <a:rPr lang="en-PH" sz="2800" dirty="0" err="1"/>
              <a:t>Kapitan</a:t>
            </a:r>
            <a:r>
              <a:rPr lang="en-PH" sz="2800" dirty="0"/>
              <a:t> </a:t>
            </a:r>
            <a:r>
              <a:rPr lang="en-PH" sz="2800" dirty="0" err="1"/>
              <a:t>Tiyago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may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ari-arian</a:t>
            </a:r>
            <a:r>
              <a:rPr lang="en-PH" sz="2800" dirty="0"/>
              <a:t> din, </a:t>
            </a:r>
            <a:r>
              <a:rPr lang="en-PH" sz="2800" dirty="0" err="1"/>
              <a:t>kabilang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mataas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antas</a:t>
            </a:r>
            <a:r>
              <a:rPr lang="en-PH" sz="2800" dirty="0"/>
              <a:t> ng </a:t>
            </a:r>
            <a:r>
              <a:rPr lang="en-PH" sz="2800" dirty="0" err="1"/>
              <a:t>lipunan</a:t>
            </a:r>
            <a:r>
              <a:rPr lang="en-PH" sz="2800" dirty="0"/>
              <a:t>, </a:t>
            </a:r>
            <a:r>
              <a:rPr lang="en-PH" sz="2800" dirty="0" err="1"/>
              <a:t>sinasalubong</a:t>
            </a:r>
            <a:r>
              <a:rPr lang="en-PH" sz="2800" dirty="0"/>
              <a:t> ng </a:t>
            </a:r>
            <a:r>
              <a:rPr lang="en-PH" sz="2800" dirty="0" err="1"/>
              <a:t>banda</a:t>
            </a:r>
            <a:r>
              <a:rPr lang="en-PH" sz="2800" dirty="0"/>
              <a:t> ng </a:t>
            </a:r>
            <a:r>
              <a:rPr lang="en-PH" sz="2800" dirty="0" err="1"/>
              <a:t>musiko</a:t>
            </a:r>
            <a:r>
              <a:rPr lang="en-PH" sz="2800" dirty="0"/>
              <a:t>, at </a:t>
            </a:r>
            <a:r>
              <a:rPr lang="en-PH" sz="2800" dirty="0" err="1"/>
              <a:t>pinagsisilbihan</a:t>
            </a:r>
            <a:r>
              <a:rPr lang="en-PH" sz="2800" dirty="0"/>
              <a:t> ng </a:t>
            </a:r>
            <a:r>
              <a:rPr lang="en-PH" sz="2800" dirty="0" err="1"/>
              <a:t>masasarap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pagkain</a:t>
            </a:r>
            <a:r>
              <a:rPr lang="en-PH" sz="2800" dirty="0"/>
              <a:t>.</a:t>
            </a:r>
          </a:p>
          <a:p>
            <a:pPr marL="0" indent="0" algn="just">
              <a:buNone/>
            </a:pPr>
            <a:r>
              <a:rPr lang="en-PH" sz="2800" dirty="0"/>
              <a:t>Ang </a:t>
            </a:r>
            <a:r>
              <a:rPr lang="en-PH" sz="2800" dirty="0" err="1"/>
              <a:t>posisyon</a:t>
            </a:r>
            <a:r>
              <a:rPr lang="en-PH" sz="2800" dirty="0"/>
              <a:t> </a:t>
            </a:r>
            <a:r>
              <a:rPr lang="en-PH" sz="2800" dirty="0" err="1"/>
              <a:t>diumano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pamahalaan</a:t>
            </a:r>
            <a:r>
              <a:rPr lang="en-PH" sz="2800" dirty="0"/>
              <a:t> </a:t>
            </a:r>
            <a:r>
              <a:rPr lang="en-PH" sz="2800" dirty="0" err="1"/>
              <a:t>tulad</a:t>
            </a:r>
            <a:r>
              <a:rPr lang="en-PH" sz="2800" dirty="0"/>
              <a:t> ng </a:t>
            </a:r>
            <a:r>
              <a:rPr lang="en-PH" sz="2800" dirty="0" err="1"/>
              <a:t>gobernadorcillo</a:t>
            </a:r>
            <a:r>
              <a:rPr lang="en-PH" sz="2800" dirty="0"/>
              <a:t> o </a:t>
            </a:r>
            <a:r>
              <a:rPr lang="en-PH" sz="2800" dirty="0" err="1"/>
              <a:t>kapitan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bayan ay </a:t>
            </a:r>
            <a:r>
              <a:rPr lang="en-PH" sz="2800" dirty="0" err="1"/>
              <a:t>mabibili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halagang</a:t>
            </a:r>
            <a:r>
              <a:rPr lang="en-PH" sz="2800" dirty="0"/>
              <a:t> P5,000 at </a:t>
            </a:r>
            <a:r>
              <a:rPr lang="en-PH" sz="2800" dirty="0" err="1"/>
              <a:t>madalas</a:t>
            </a:r>
            <a:r>
              <a:rPr lang="en-PH" sz="2800" dirty="0"/>
              <a:t> pa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kagalitan</a:t>
            </a:r>
            <a:r>
              <a:rPr lang="en-PH" sz="2800" dirty="0"/>
              <a:t> ng </a:t>
            </a:r>
            <a:r>
              <a:rPr lang="en-PH" sz="2800" dirty="0" err="1"/>
              <a:t>alkalde</a:t>
            </a:r>
            <a:r>
              <a:rPr lang="en-PH" sz="2800" dirty="0"/>
              <a:t> mayor.</a:t>
            </a:r>
          </a:p>
          <a:p>
            <a:pPr marL="0" indent="0" algn="just">
              <a:buNone/>
            </a:pPr>
            <a:r>
              <a:rPr lang="en-PH" sz="2800" dirty="0"/>
              <a:t>Kung </a:t>
            </a:r>
            <a:r>
              <a:rPr lang="en-PH" sz="2800" dirty="0" err="1"/>
              <a:t>tatanungin</a:t>
            </a:r>
            <a:r>
              <a:rPr lang="en-PH" sz="2800" dirty="0"/>
              <a:t> kung </a:t>
            </a:r>
            <a:r>
              <a:rPr lang="en-PH" sz="2800" dirty="0" err="1"/>
              <a:t>sino</a:t>
            </a:r>
            <a:r>
              <a:rPr lang="en-PH" sz="2800" dirty="0"/>
              <a:t> </a:t>
            </a:r>
            <a:r>
              <a:rPr lang="en-PH" sz="2800" dirty="0" err="1"/>
              <a:t>ba</a:t>
            </a:r>
            <a:r>
              <a:rPr lang="en-PH" sz="2800" dirty="0"/>
              <a:t> </a:t>
            </a:r>
            <a:r>
              <a:rPr lang="en-PH" sz="2800" dirty="0" err="1"/>
              <a:t>talaga</a:t>
            </a:r>
            <a:r>
              <a:rPr lang="en-PH" sz="2800" dirty="0"/>
              <a:t> ang </a:t>
            </a:r>
            <a:r>
              <a:rPr lang="en-PH" sz="2800" dirty="0" err="1"/>
              <a:t>makapangyarihan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bayan ng San Diego, </a:t>
            </a:r>
            <a:r>
              <a:rPr lang="en-PH" sz="2800" dirty="0" err="1"/>
              <a:t>ito</a:t>
            </a:r>
            <a:r>
              <a:rPr lang="en-PH" sz="2800" dirty="0"/>
              <a:t> ay </a:t>
            </a:r>
            <a:r>
              <a:rPr lang="en-PH" sz="2800" dirty="0" err="1"/>
              <a:t>walang</a:t>
            </a:r>
            <a:r>
              <a:rPr lang="en-PH" sz="2800" dirty="0"/>
              <a:t> </a:t>
            </a:r>
            <a:r>
              <a:rPr lang="en-PH" sz="2800" dirty="0" err="1"/>
              <a:t>iba</a:t>
            </a:r>
            <a:r>
              <a:rPr lang="en-PH" sz="2800" dirty="0"/>
              <a:t> </a:t>
            </a:r>
            <a:r>
              <a:rPr lang="en-PH" sz="2800" dirty="0" err="1"/>
              <a:t>kundi</a:t>
            </a:r>
            <a:r>
              <a:rPr lang="en-PH" sz="2800" dirty="0"/>
              <a:t> ang </a:t>
            </a:r>
            <a:r>
              <a:rPr lang="en-PH" sz="2800" dirty="0" err="1"/>
              <a:t>kura</a:t>
            </a:r>
            <a:r>
              <a:rPr lang="en-PH" sz="2800" dirty="0"/>
              <a:t> </a:t>
            </a:r>
            <a:r>
              <a:rPr lang="en-PH" sz="2800" dirty="0" err="1"/>
              <a:t>paroko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simbahan</a:t>
            </a:r>
            <a:r>
              <a:rPr lang="en-PH" sz="2800" dirty="0"/>
              <a:t> at ang </a:t>
            </a:r>
            <a:r>
              <a:rPr lang="en-PH" sz="2800" dirty="0" err="1"/>
              <a:t>Alperes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siyang</a:t>
            </a:r>
            <a:r>
              <a:rPr lang="en-PH" sz="2800" dirty="0"/>
              <a:t> </a:t>
            </a:r>
            <a:r>
              <a:rPr lang="en-PH" sz="2800" dirty="0" err="1"/>
              <a:t>puno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gwardya</a:t>
            </a:r>
            <a:r>
              <a:rPr lang="en-PH" sz="2800" dirty="0"/>
              <a:t> </a:t>
            </a:r>
            <a:r>
              <a:rPr lang="en-PH" sz="2800" dirty="0" err="1"/>
              <a:t>sibil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096198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11:Ang mga Makapangyarihan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2800" dirty="0"/>
              <a:t>Si Padre Bernardo Salvi ang </a:t>
            </a:r>
            <a:r>
              <a:rPr lang="en-PH" sz="2800" dirty="0" err="1"/>
              <a:t>kura</a:t>
            </a:r>
            <a:r>
              <a:rPr lang="en-PH" sz="2800" dirty="0"/>
              <a:t> </a:t>
            </a:r>
            <a:r>
              <a:rPr lang="en-PH" sz="2800" dirty="0" err="1"/>
              <a:t>paroko</a:t>
            </a:r>
            <a:r>
              <a:rPr lang="en-PH" sz="2800" dirty="0"/>
              <a:t> at </a:t>
            </a:r>
            <a:r>
              <a:rPr lang="en-PH" sz="2800" dirty="0" err="1"/>
              <a:t>batang</a:t>
            </a:r>
            <a:r>
              <a:rPr lang="en-PH" sz="2800" dirty="0"/>
              <a:t> </a:t>
            </a:r>
            <a:r>
              <a:rPr lang="en-PH" sz="2800" dirty="0" err="1"/>
              <a:t>pransiskano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mukhang</a:t>
            </a:r>
            <a:r>
              <a:rPr lang="en-PH" sz="2800" dirty="0"/>
              <a:t> </a:t>
            </a:r>
            <a:r>
              <a:rPr lang="en-PH" sz="2800" dirty="0" err="1"/>
              <a:t>masasakitin</a:t>
            </a:r>
            <a:r>
              <a:rPr lang="en-PH" sz="2800" dirty="0"/>
              <a:t> ang </a:t>
            </a:r>
            <a:r>
              <a:rPr lang="en-PH" sz="2800" dirty="0" err="1"/>
              <a:t>siyang</a:t>
            </a:r>
            <a:r>
              <a:rPr lang="en-PH" sz="2800" dirty="0"/>
              <a:t> </a:t>
            </a:r>
            <a:r>
              <a:rPr lang="en-PH" sz="2800" dirty="0" err="1"/>
              <a:t>pumalit</a:t>
            </a:r>
            <a:r>
              <a:rPr lang="en-PH" sz="2800" dirty="0"/>
              <a:t> kay Padre </a:t>
            </a:r>
            <a:r>
              <a:rPr lang="en-PH" sz="2800" dirty="0" err="1"/>
              <a:t>Damaso</a:t>
            </a:r>
            <a:r>
              <a:rPr lang="en-PH" sz="2800" dirty="0"/>
              <a:t>. </a:t>
            </a:r>
            <a:r>
              <a:rPr lang="en-PH" sz="2800" dirty="0" err="1"/>
              <a:t>Higit</a:t>
            </a:r>
            <a:r>
              <a:rPr lang="en-PH" sz="2800" dirty="0"/>
              <a:t> </a:t>
            </a:r>
            <a:r>
              <a:rPr lang="en-PH" sz="2800" dirty="0" err="1"/>
              <a:t>siyang</a:t>
            </a:r>
            <a:r>
              <a:rPr lang="en-PH" sz="2800" dirty="0"/>
              <a:t> may </a:t>
            </a:r>
            <a:r>
              <a:rPr lang="en-PH" sz="2800" dirty="0" err="1"/>
              <a:t>kabaitan</a:t>
            </a:r>
            <a:r>
              <a:rPr lang="en-PH" sz="2800" dirty="0"/>
              <a:t> </a:t>
            </a:r>
            <a:r>
              <a:rPr lang="en-PH" sz="2800" dirty="0" err="1"/>
              <a:t>kumpara</a:t>
            </a:r>
            <a:r>
              <a:rPr lang="en-PH" sz="2800" dirty="0"/>
              <a:t> kay Padre </a:t>
            </a:r>
            <a:r>
              <a:rPr lang="en-PH" sz="2800" dirty="0" err="1"/>
              <a:t>Damaso</a:t>
            </a:r>
            <a:r>
              <a:rPr lang="en-PH" sz="2800" dirty="0"/>
              <a:t>.</a:t>
            </a:r>
          </a:p>
          <a:p>
            <a:pPr marL="0" indent="0" algn="just">
              <a:buNone/>
            </a:pPr>
            <a:r>
              <a:rPr lang="en-PH" sz="2800" dirty="0" err="1"/>
              <a:t>Lasinggero</a:t>
            </a:r>
            <a:r>
              <a:rPr lang="en-PH" sz="2800" dirty="0"/>
              <a:t>, </a:t>
            </a:r>
            <a:r>
              <a:rPr lang="en-PH" sz="2800" dirty="0" err="1"/>
              <a:t>mapambugbog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asawa</a:t>
            </a:r>
            <a:r>
              <a:rPr lang="en-PH" sz="2800" dirty="0"/>
              <a:t> at </a:t>
            </a:r>
            <a:r>
              <a:rPr lang="en-PH" sz="2800" dirty="0" err="1"/>
              <a:t>malupit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kanyang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tauhan</a:t>
            </a:r>
            <a:r>
              <a:rPr lang="en-PH" sz="2800" dirty="0"/>
              <a:t> ang </a:t>
            </a:r>
            <a:r>
              <a:rPr lang="en-PH" sz="2800" dirty="0" err="1"/>
              <a:t>Alperes</a:t>
            </a:r>
            <a:r>
              <a:rPr lang="en-PH" sz="2800" dirty="0"/>
              <a:t>. </a:t>
            </a:r>
            <a:r>
              <a:rPr lang="en-PH" sz="2800" dirty="0" err="1"/>
              <a:t>Siya</a:t>
            </a:r>
            <a:r>
              <a:rPr lang="en-PH" sz="2800" dirty="0"/>
              <a:t> ay </a:t>
            </a:r>
            <a:r>
              <a:rPr lang="en-PH" sz="2800" dirty="0" err="1"/>
              <a:t>nakapag-asawa</a:t>
            </a:r>
            <a:r>
              <a:rPr lang="en-PH" sz="2800" dirty="0"/>
              <a:t> ng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Pilipina</a:t>
            </a:r>
            <a:r>
              <a:rPr lang="en-PH" sz="2800" dirty="0"/>
              <a:t> at </a:t>
            </a:r>
            <a:r>
              <a:rPr lang="en-PH" sz="2800" dirty="0" err="1"/>
              <a:t>ito</a:t>
            </a:r>
            <a:r>
              <a:rPr lang="en-PH" sz="2800" dirty="0"/>
              <a:t> ay </a:t>
            </a:r>
            <a:r>
              <a:rPr lang="en-PH" sz="2800" dirty="0" err="1"/>
              <a:t>si</a:t>
            </a:r>
            <a:r>
              <a:rPr lang="en-PH" sz="2800" dirty="0"/>
              <a:t> Donya </a:t>
            </a:r>
            <a:r>
              <a:rPr lang="en-PH" sz="2800" dirty="0" err="1"/>
              <a:t>Consolacion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mahilig</a:t>
            </a:r>
            <a:r>
              <a:rPr lang="en-PH" sz="2800" dirty="0"/>
              <a:t> </a:t>
            </a:r>
            <a:r>
              <a:rPr lang="en-PH" sz="2800" dirty="0" err="1"/>
              <a:t>magkolorete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mukha</a:t>
            </a:r>
            <a:r>
              <a:rPr lang="en-PH" sz="2800" dirty="0"/>
              <a:t>.</a:t>
            </a:r>
          </a:p>
          <a:p>
            <a:pPr marL="0" indent="0" algn="just">
              <a:buNone/>
            </a:pPr>
            <a:r>
              <a:rPr lang="en-PH" sz="2800" dirty="0"/>
              <a:t>Natural </a:t>
            </a:r>
            <a:r>
              <a:rPr lang="en-PH" sz="2800" dirty="0" err="1"/>
              <a:t>lamang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may </a:t>
            </a:r>
            <a:r>
              <a:rPr lang="en-PH" sz="2800" dirty="0" err="1"/>
              <a:t>palihim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hidwaang</a:t>
            </a:r>
            <a:r>
              <a:rPr lang="en-PH" sz="2800" dirty="0"/>
              <a:t> </a:t>
            </a:r>
            <a:r>
              <a:rPr lang="en-PH" sz="2800" dirty="0" err="1"/>
              <a:t>nagaganap</a:t>
            </a:r>
            <a:r>
              <a:rPr lang="en-PH" sz="2800" dirty="0"/>
              <a:t> </a:t>
            </a:r>
            <a:r>
              <a:rPr lang="en-PH" sz="2800" dirty="0" err="1"/>
              <a:t>dahil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agawan</a:t>
            </a:r>
            <a:r>
              <a:rPr lang="en-PH" sz="2800" dirty="0"/>
              <a:t> ng </a:t>
            </a:r>
            <a:r>
              <a:rPr lang="en-PH" sz="2800" dirty="0" err="1"/>
              <a:t>kapangyarihan</a:t>
            </a:r>
            <a:r>
              <a:rPr lang="en-PH" sz="2800" dirty="0"/>
              <a:t> ng </a:t>
            </a:r>
            <a:r>
              <a:rPr lang="en-PH" sz="2800" dirty="0" err="1"/>
              <a:t>dalawang</a:t>
            </a:r>
            <a:r>
              <a:rPr lang="en-PH" sz="2800" dirty="0"/>
              <a:t> </a:t>
            </a:r>
            <a:r>
              <a:rPr lang="en-PH" sz="2800" dirty="0" err="1"/>
              <a:t>Kastila</a:t>
            </a:r>
            <a:r>
              <a:rPr lang="en-PH" sz="2800" dirty="0"/>
              <a:t>. </a:t>
            </a:r>
            <a:r>
              <a:rPr lang="en-PH" sz="2800" dirty="0" err="1"/>
              <a:t>Ngunit</a:t>
            </a:r>
            <a:r>
              <a:rPr lang="en-PH" sz="2800" dirty="0"/>
              <a:t> </a:t>
            </a:r>
            <a:r>
              <a:rPr lang="en-PH" sz="2800" dirty="0" err="1"/>
              <a:t>kapag</a:t>
            </a:r>
            <a:r>
              <a:rPr lang="en-PH" sz="2800" dirty="0"/>
              <a:t> </a:t>
            </a:r>
            <a:r>
              <a:rPr lang="en-PH" sz="2800" dirty="0" err="1"/>
              <a:t>nasa</a:t>
            </a:r>
            <a:r>
              <a:rPr lang="en-PH" sz="2800" dirty="0"/>
              <a:t> </a:t>
            </a:r>
            <a:r>
              <a:rPr lang="en-PH" sz="2800" dirty="0" err="1"/>
              <a:t>pampublikong</a:t>
            </a:r>
            <a:r>
              <a:rPr lang="en-PH" sz="2800" dirty="0"/>
              <a:t> </a:t>
            </a:r>
            <a:r>
              <a:rPr lang="en-PH" sz="2800" dirty="0" err="1"/>
              <a:t>lugar</a:t>
            </a:r>
            <a:r>
              <a:rPr lang="en-PH" sz="2800" dirty="0"/>
              <a:t> ay </a:t>
            </a:r>
            <a:r>
              <a:rPr lang="en-PH" sz="2800" dirty="0" err="1"/>
              <a:t>ipinapakita</a:t>
            </a:r>
            <a:r>
              <a:rPr lang="en-PH" sz="2800" dirty="0"/>
              <a:t> </a:t>
            </a:r>
            <a:r>
              <a:rPr lang="en-PH" sz="2800" dirty="0" err="1"/>
              <a:t>nila</a:t>
            </a:r>
            <a:r>
              <a:rPr lang="en-PH" sz="2800" dirty="0"/>
              <a:t> ang </a:t>
            </a:r>
            <a:r>
              <a:rPr lang="en-PH" sz="2800" dirty="0" err="1"/>
              <a:t>kanilang</a:t>
            </a:r>
            <a:r>
              <a:rPr lang="en-PH" sz="2800" dirty="0"/>
              <a:t> </a:t>
            </a:r>
            <a:r>
              <a:rPr lang="en-PH" sz="2800" dirty="0" err="1"/>
              <a:t>pakunwaring</a:t>
            </a:r>
            <a:r>
              <a:rPr lang="en-PH" sz="2800" dirty="0"/>
              <a:t> </a:t>
            </a:r>
            <a:r>
              <a:rPr lang="en-PH" sz="2800" dirty="0" err="1"/>
              <a:t>pagkakasunduan</a:t>
            </a:r>
            <a:r>
              <a:rPr lang="en-PH" sz="2800" dirty="0"/>
              <a:t>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534412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12:Araw ng mga Patay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Matatagpuan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malawak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palayan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nababakuran</a:t>
            </a:r>
            <a:r>
              <a:rPr lang="en-PH" sz="3600" dirty="0"/>
              <a:t> ng </a:t>
            </a:r>
            <a:r>
              <a:rPr lang="en-PH" sz="3600" dirty="0" err="1"/>
              <a:t>lumang</a:t>
            </a:r>
            <a:r>
              <a:rPr lang="en-PH" sz="3600" dirty="0"/>
              <a:t> </a:t>
            </a:r>
            <a:r>
              <a:rPr lang="en-PH" sz="3600" dirty="0" err="1"/>
              <a:t>pader</a:t>
            </a:r>
            <a:r>
              <a:rPr lang="en-PH" sz="3600" dirty="0"/>
              <a:t> at </a:t>
            </a:r>
            <a:r>
              <a:rPr lang="en-PH" sz="3600" dirty="0" err="1"/>
              <a:t>kawayan</a:t>
            </a:r>
            <a:r>
              <a:rPr lang="en-PH" sz="3600" dirty="0"/>
              <a:t> ang </a:t>
            </a:r>
            <a:r>
              <a:rPr lang="en-PH" sz="3600" dirty="0" err="1"/>
              <a:t>sementeryo</a:t>
            </a:r>
            <a:r>
              <a:rPr lang="en-PH" sz="3600" dirty="0"/>
              <a:t> ng San Diego. May </a:t>
            </a:r>
            <a:r>
              <a:rPr lang="en-PH" sz="3600" dirty="0" err="1"/>
              <a:t>malaking</a:t>
            </a:r>
            <a:r>
              <a:rPr lang="en-PH" sz="3600" dirty="0"/>
              <a:t> </a:t>
            </a:r>
            <a:r>
              <a:rPr lang="en-PH" sz="3600" dirty="0" err="1"/>
              <a:t>krus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nakatirik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kalagitnaan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. </a:t>
            </a:r>
            <a:r>
              <a:rPr lang="en-PH" sz="3600" dirty="0" err="1"/>
              <a:t>Masukal</a:t>
            </a:r>
            <a:r>
              <a:rPr lang="en-PH" sz="3600" dirty="0"/>
              <a:t> ang </a:t>
            </a:r>
            <a:r>
              <a:rPr lang="en-PH" sz="3600" dirty="0" err="1"/>
              <a:t>libingan</a:t>
            </a:r>
            <a:r>
              <a:rPr lang="en-PH" sz="3600" dirty="0"/>
              <a:t> at </a:t>
            </a:r>
            <a:r>
              <a:rPr lang="en-PH" sz="3600" dirty="0" err="1"/>
              <a:t>makipot</a:t>
            </a:r>
            <a:r>
              <a:rPr lang="en-PH" sz="3600" dirty="0"/>
              <a:t> ang </a:t>
            </a:r>
            <a:r>
              <a:rPr lang="en-PH" sz="3600" dirty="0" err="1"/>
              <a:t>daan</a:t>
            </a:r>
            <a:r>
              <a:rPr lang="en-PH" sz="3600" dirty="0"/>
              <a:t> </a:t>
            </a:r>
            <a:r>
              <a:rPr lang="en-PH" sz="3600" dirty="0" err="1"/>
              <a:t>patungo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sementeryo</a:t>
            </a:r>
            <a:r>
              <a:rPr lang="en-PH" sz="3600" dirty="0"/>
              <a:t>. </a:t>
            </a:r>
            <a:r>
              <a:rPr lang="en-PH" sz="3600" dirty="0" err="1"/>
              <a:t>Maputik</a:t>
            </a:r>
            <a:r>
              <a:rPr lang="en-PH" sz="3600" dirty="0"/>
              <a:t> kung tag-</a:t>
            </a:r>
            <a:r>
              <a:rPr lang="en-PH" sz="3600" dirty="0" err="1"/>
              <a:t>ulan</a:t>
            </a:r>
            <a:r>
              <a:rPr lang="en-PH" sz="3600" dirty="0"/>
              <a:t> at </a:t>
            </a:r>
            <a:r>
              <a:rPr lang="en-PH" sz="3600" dirty="0" err="1"/>
              <a:t>maalikabok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kung tag-</a:t>
            </a:r>
            <a:r>
              <a:rPr lang="en-PH" sz="3600" dirty="0" err="1"/>
              <a:t>araw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Noong</a:t>
            </a:r>
            <a:r>
              <a:rPr lang="en-PH" sz="3600" dirty="0"/>
              <a:t> </a:t>
            </a:r>
            <a:r>
              <a:rPr lang="en-PH" sz="3600" dirty="0" err="1"/>
              <a:t>gabing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 ay </a:t>
            </a:r>
            <a:r>
              <a:rPr lang="en-PH" sz="3600" dirty="0" err="1"/>
              <a:t>napakalakas</a:t>
            </a:r>
            <a:r>
              <a:rPr lang="en-PH" sz="3600" dirty="0"/>
              <a:t> ng </a:t>
            </a:r>
            <a:r>
              <a:rPr lang="en-PH" sz="3600" dirty="0" err="1"/>
              <a:t>buhos</a:t>
            </a:r>
            <a:r>
              <a:rPr lang="en-PH" sz="3600" dirty="0"/>
              <a:t> ng </a:t>
            </a:r>
            <a:r>
              <a:rPr lang="en-PH" sz="3600" dirty="0" err="1"/>
              <a:t>ulan</a:t>
            </a:r>
            <a:r>
              <a:rPr lang="en-PH" sz="3600" dirty="0"/>
              <a:t>.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ang </a:t>
            </a:r>
            <a:r>
              <a:rPr lang="en-PH" sz="3600" dirty="0" err="1"/>
              <a:t>abala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paghuhukay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bahagi</a:t>
            </a:r>
            <a:r>
              <a:rPr lang="en-PH" sz="3600" dirty="0"/>
              <a:t> ng </a:t>
            </a:r>
            <a:r>
              <a:rPr lang="en-PH" sz="3600" dirty="0" err="1"/>
              <a:t>sementeryo</a:t>
            </a:r>
            <a:r>
              <a:rPr lang="en-PH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853639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12:Araw ng mga Patay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isa</a:t>
            </a:r>
            <a:r>
              <a:rPr lang="en-PH" sz="3600" dirty="0"/>
              <a:t> ay </a:t>
            </a:r>
            <a:r>
              <a:rPr lang="en-PH" sz="3600" dirty="0" err="1"/>
              <a:t>matagal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sepulturero</a:t>
            </a:r>
            <a:r>
              <a:rPr lang="en-PH" sz="3600" dirty="0"/>
              <a:t> </a:t>
            </a:r>
            <a:r>
              <a:rPr lang="en-PH" sz="3600" dirty="0" err="1"/>
              <a:t>samantalang</a:t>
            </a:r>
            <a:r>
              <a:rPr lang="en-PH" sz="3600" dirty="0"/>
              <a:t> ang </a:t>
            </a:r>
            <a:r>
              <a:rPr lang="en-PH" sz="3600" dirty="0" err="1"/>
              <a:t>katulong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ay </a:t>
            </a:r>
            <a:r>
              <a:rPr lang="en-PH" sz="3600" dirty="0" err="1"/>
              <a:t>bago</a:t>
            </a:r>
            <a:r>
              <a:rPr lang="en-PH" sz="3600" dirty="0"/>
              <a:t> pa at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mapakali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ginagawa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Iniahon</a:t>
            </a:r>
            <a:r>
              <a:rPr lang="en-PH" sz="3600" dirty="0"/>
              <a:t> ng </a:t>
            </a:r>
            <a:r>
              <a:rPr lang="en-PH" sz="3600" dirty="0" err="1"/>
              <a:t>dalawa</a:t>
            </a:r>
            <a:r>
              <a:rPr lang="en-PH" sz="3600" dirty="0"/>
              <a:t> ang </a:t>
            </a:r>
            <a:r>
              <a:rPr lang="en-PH" sz="3600" dirty="0" err="1"/>
              <a:t>bangkay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hinukay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dalawampung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pa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naililibing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ng </a:t>
            </a:r>
            <a:r>
              <a:rPr lang="en-PH" sz="3600" dirty="0" err="1"/>
              <a:t>mamatay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utos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paghukay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bangkay</a:t>
            </a:r>
            <a:r>
              <a:rPr lang="en-PH" sz="3600" dirty="0"/>
              <a:t> at </a:t>
            </a:r>
            <a:r>
              <a:rPr lang="en-PH" sz="3600" dirty="0" err="1"/>
              <a:t>paglipat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libingan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Intsik</a:t>
            </a:r>
            <a:r>
              <a:rPr lang="en-PH" sz="3600" dirty="0"/>
              <a:t> ay </a:t>
            </a:r>
            <a:r>
              <a:rPr lang="en-PH" sz="3600" dirty="0" err="1"/>
              <a:t>mula</a:t>
            </a:r>
            <a:r>
              <a:rPr lang="en-PH" sz="3600" dirty="0"/>
              <a:t> kay Padre Garrote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iba</a:t>
            </a:r>
            <a:r>
              <a:rPr lang="en-PH" sz="3600" dirty="0"/>
              <a:t> </a:t>
            </a:r>
            <a:r>
              <a:rPr lang="en-PH" sz="3600" dirty="0" err="1"/>
              <a:t>kundi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, ang </a:t>
            </a:r>
            <a:r>
              <a:rPr lang="en-PH" sz="3600" dirty="0" err="1"/>
              <a:t>kura</a:t>
            </a:r>
            <a:r>
              <a:rPr lang="en-PH" sz="3600" dirty="0"/>
              <a:t> </a:t>
            </a:r>
            <a:r>
              <a:rPr lang="en-PH" sz="3600" dirty="0" err="1"/>
              <a:t>paroko</a:t>
            </a:r>
            <a:r>
              <a:rPr lang="en-PH" sz="3600" dirty="0"/>
              <a:t> ng </a:t>
            </a:r>
            <a:r>
              <a:rPr lang="en-PH" sz="3600" dirty="0" err="1"/>
              <a:t>panahong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080008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13:Mga Babala ng Bagyo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Nagtungo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sementaryo</a:t>
            </a:r>
            <a:r>
              <a:rPr lang="en-PH" sz="3600" dirty="0"/>
              <a:t> ng San Diego </a:t>
            </a:r>
            <a:r>
              <a:rPr lang="en-PH" sz="3600" dirty="0" err="1"/>
              <a:t>kasama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matandang</a:t>
            </a:r>
            <a:r>
              <a:rPr lang="en-PH" sz="3600" dirty="0"/>
              <a:t> </a:t>
            </a:r>
            <a:r>
              <a:rPr lang="en-PH" sz="3600" dirty="0" err="1"/>
              <a:t>katiwala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hanapin</a:t>
            </a:r>
            <a:r>
              <a:rPr lang="en-PH" sz="3600" dirty="0"/>
              <a:t> ang </a:t>
            </a:r>
            <a:r>
              <a:rPr lang="en-PH" sz="3600" dirty="0" err="1"/>
              <a:t>puntod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Don Rafael.</a:t>
            </a:r>
          </a:p>
          <a:p>
            <a:pPr marL="0" indent="0" algn="just">
              <a:buNone/>
            </a:pPr>
            <a:r>
              <a:rPr lang="en-PH" sz="3600" dirty="0"/>
              <a:t>Ayon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katiwala</a:t>
            </a:r>
            <a:r>
              <a:rPr lang="en-PH" sz="3600" dirty="0"/>
              <a:t>,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tinaniman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bulaklak</a:t>
            </a:r>
            <a:r>
              <a:rPr lang="en-PH" sz="3600" dirty="0"/>
              <a:t> ng </a:t>
            </a:r>
            <a:r>
              <a:rPr lang="en-PH" sz="3600" dirty="0" err="1"/>
              <a:t>adelpa</a:t>
            </a:r>
            <a:r>
              <a:rPr lang="en-PH" sz="3600" dirty="0"/>
              <a:t> at </a:t>
            </a:r>
            <a:r>
              <a:rPr lang="en-PH" sz="3600" dirty="0" err="1"/>
              <a:t>sampaga</a:t>
            </a:r>
            <a:r>
              <a:rPr lang="en-PH" sz="3600" dirty="0"/>
              <a:t> ang </a:t>
            </a:r>
            <a:r>
              <a:rPr lang="en-PH" sz="3600" dirty="0" err="1"/>
              <a:t>libingan</a:t>
            </a:r>
            <a:r>
              <a:rPr lang="en-PH" sz="3600" dirty="0"/>
              <a:t> ng ama ng </a:t>
            </a:r>
            <a:r>
              <a:rPr lang="en-PH" sz="3600" dirty="0" err="1"/>
              <a:t>binata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daan</a:t>
            </a:r>
            <a:r>
              <a:rPr lang="en-PH" sz="3600" dirty="0"/>
              <a:t> ay </a:t>
            </a:r>
            <a:r>
              <a:rPr lang="en-PH" sz="3600" dirty="0" err="1"/>
              <a:t>nasalubong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ang </a:t>
            </a:r>
            <a:r>
              <a:rPr lang="en-PH" sz="3600" dirty="0" err="1"/>
              <a:t>sepulturero</a:t>
            </a:r>
            <a:r>
              <a:rPr lang="en-PH" sz="3600" dirty="0"/>
              <a:t> at </a:t>
            </a:r>
            <a:r>
              <a:rPr lang="en-PH" sz="3600" dirty="0" err="1"/>
              <a:t>tinanong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rito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</a:t>
            </a:r>
            <a:r>
              <a:rPr lang="en-PH" sz="3600" dirty="0" err="1"/>
              <a:t>naroroon</a:t>
            </a:r>
            <a:r>
              <a:rPr lang="en-PH" sz="3600" dirty="0"/>
              <a:t> ang </a:t>
            </a:r>
            <a:r>
              <a:rPr lang="en-PH" sz="3600" dirty="0" err="1"/>
              <a:t>libingan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085108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13:Mga Babala ng Bagyo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Ikinasindak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ang </a:t>
            </a:r>
            <a:r>
              <a:rPr lang="en-PH" sz="3600" dirty="0" err="1"/>
              <a:t>ipinagtapat</a:t>
            </a:r>
            <a:r>
              <a:rPr lang="en-PH" sz="3600" dirty="0"/>
              <a:t> ng </a:t>
            </a:r>
            <a:r>
              <a:rPr lang="en-PH" sz="3600" dirty="0" err="1"/>
              <a:t>sepulturero</a:t>
            </a:r>
            <a:r>
              <a:rPr lang="en-PH" sz="3600" dirty="0"/>
              <a:t>. Ayon </a:t>
            </a:r>
            <a:r>
              <a:rPr lang="en-PH" sz="3600" dirty="0" err="1"/>
              <a:t>dito</a:t>
            </a:r>
            <a:r>
              <a:rPr lang="en-PH" sz="3600" dirty="0"/>
              <a:t>, </a:t>
            </a:r>
            <a:r>
              <a:rPr lang="en-PH" sz="3600" dirty="0" err="1"/>
              <a:t>itinapon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ang </a:t>
            </a:r>
            <a:r>
              <a:rPr lang="en-PH" sz="3600" dirty="0" err="1"/>
              <a:t>bangkay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lawa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kabigatan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at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nailibing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libingan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Intsik</a:t>
            </a:r>
            <a:r>
              <a:rPr lang="en-PH" sz="3600" dirty="0"/>
              <a:t>. </a:t>
            </a:r>
            <a:r>
              <a:rPr lang="en-PH" sz="3600" dirty="0" err="1"/>
              <a:t>Dagdag</a:t>
            </a:r>
            <a:r>
              <a:rPr lang="en-PH" sz="3600" dirty="0"/>
              <a:t> pa ng </a:t>
            </a:r>
            <a:r>
              <a:rPr lang="en-PH" sz="3600" dirty="0" err="1"/>
              <a:t>sepulturero</a:t>
            </a:r>
            <a:r>
              <a:rPr lang="en-PH" sz="3600" dirty="0"/>
              <a:t>, ang </a:t>
            </a:r>
            <a:r>
              <a:rPr lang="en-PH" sz="3600" dirty="0" err="1"/>
              <a:t>utos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sinunod</a:t>
            </a:r>
            <a:r>
              <a:rPr lang="en-PH" sz="3600" dirty="0"/>
              <a:t> ay </a:t>
            </a:r>
            <a:r>
              <a:rPr lang="en-PH" sz="3600" dirty="0" err="1"/>
              <a:t>galing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kura</a:t>
            </a:r>
            <a:r>
              <a:rPr lang="en-PH" sz="3600" dirty="0"/>
              <a:t> </a:t>
            </a:r>
            <a:r>
              <a:rPr lang="en-PH" sz="3600" dirty="0" err="1"/>
              <a:t>paroko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Napaiyak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ang </a:t>
            </a:r>
            <a:r>
              <a:rPr lang="en-PH" sz="3600" dirty="0" err="1"/>
              <a:t>matandang</a:t>
            </a:r>
            <a:r>
              <a:rPr lang="en-PH" sz="3600" dirty="0"/>
              <a:t> </a:t>
            </a:r>
            <a:r>
              <a:rPr lang="en-PH" sz="3600" dirty="0" err="1"/>
              <a:t>katiwala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narinig</a:t>
            </a:r>
            <a:r>
              <a:rPr lang="en-PH" sz="3600" dirty="0"/>
              <a:t>. </a:t>
            </a:r>
            <a:r>
              <a:rPr lang="en-PH" sz="3600" dirty="0" err="1"/>
              <a:t>Matinding</a:t>
            </a:r>
            <a:r>
              <a:rPr lang="en-PH" sz="3600" dirty="0"/>
              <a:t> </a:t>
            </a:r>
            <a:r>
              <a:rPr lang="en-PH" sz="3600" dirty="0" err="1"/>
              <a:t>galit</a:t>
            </a:r>
            <a:r>
              <a:rPr lang="en-PH" sz="3600" dirty="0"/>
              <a:t> at poot </a:t>
            </a:r>
            <a:r>
              <a:rPr lang="en-PH" sz="3600" dirty="0" err="1"/>
              <a:t>naman</a:t>
            </a:r>
            <a:r>
              <a:rPr lang="en-PH" sz="3600" dirty="0"/>
              <a:t> ang </a:t>
            </a:r>
            <a:r>
              <a:rPr lang="en-PH" sz="3600" dirty="0" err="1"/>
              <a:t>naramdaman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kaya </a:t>
            </a:r>
            <a:r>
              <a:rPr lang="en-PH" sz="3600" dirty="0" err="1"/>
              <a:t>iniwan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kausap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682561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13:Mga Babala ng Bagyo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Nang </a:t>
            </a:r>
            <a:r>
              <a:rPr lang="en-PH" sz="3600" dirty="0" err="1"/>
              <a:t>makasalubong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Salvi ay </a:t>
            </a:r>
            <a:r>
              <a:rPr lang="en-PH" sz="3600" dirty="0" err="1"/>
              <a:t>humingi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paliwanag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 kung </a:t>
            </a:r>
            <a:r>
              <a:rPr lang="en-PH" sz="3600" dirty="0" err="1"/>
              <a:t>bakit</a:t>
            </a:r>
            <a:r>
              <a:rPr lang="en-PH" sz="3600" dirty="0"/>
              <a:t> </a:t>
            </a:r>
            <a:r>
              <a:rPr lang="en-PH" sz="3600" dirty="0" err="1"/>
              <a:t>nagawa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lapastanganin</a:t>
            </a:r>
            <a:r>
              <a:rPr lang="en-PH" sz="3600" dirty="0"/>
              <a:t> ang </a:t>
            </a:r>
            <a:r>
              <a:rPr lang="en-PH" sz="3600" dirty="0" err="1"/>
              <a:t>bangkay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ama.</a:t>
            </a:r>
          </a:p>
          <a:p>
            <a:pPr marL="0" indent="0" algn="just">
              <a:buNone/>
            </a:pPr>
            <a:r>
              <a:rPr lang="en-PH" sz="3600" dirty="0" err="1"/>
              <a:t>Nalaman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bandang</a:t>
            </a:r>
            <a:r>
              <a:rPr lang="en-PH" sz="3600" dirty="0"/>
              <a:t> </a:t>
            </a:r>
            <a:r>
              <a:rPr lang="en-PH" sz="3600" dirty="0" err="1"/>
              <a:t>huli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</a:t>
            </a:r>
            <a:r>
              <a:rPr lang="en-PH" sz="3600" dirty="0" err="1"/>
              <a:t>pala</a:t>
            </a:r>
            <a:r>
              <a:rPr lang="en-PH" sz="3600" dirty="0"/>
              <a:t> ang may </a:t>
            </a:r>
            <a:r>
              <a:rPr lang="en-PH" sz="3600" dirty="0" err="1"/>
              <a:t>kagagawan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iyon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9316691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14:Si Tasyo, ang Baliw o ang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Kasabay</a:t>
            </a:r>
            <a:r>
              <a:rPr lang="en-PH" sz="3600" dirty="0"/>
              <a:t> ng </a:t>
            </a:r>
            <a:r>
              <a:rPr lang="en-PH" sz="3600" dirty="0" err="1"/>
              <a:t>araw</a:t>
            </a:r>
            <a:r>
              <a:rPr lang="en-PH" sz="3600" dirty="0"/>
              <a:t> ng </a:t>
            </a:r>
            <a:r>
              <a:rPr lang="en-PH" sz="3600" dirty="0" err="1"/>
              <a:t>pagdalaw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puntod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 ay ang </a:t>
            </a:r>
            <a:r>
              <a:rPr lang="en-PH" sz="3600" dirty="0" err="1"/>
              <a:t>pagdalaw</a:t>
            </a:r>
            <a:r>
              <a:rPr lang="en-PH" sz="3600" dirty="0"/>
              <a:t> din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libingan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asawa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Dahil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kakaiba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personalidad</a:t>
            </a:r>
            <a:r>
              <a:rPr lang="en-PH" sz="3600" dirty="0"/>
              <a:t> ay </a:t>
            </a:r>
            <a:r>
              <a:rPr lang="en-PH" sz="3600" dirty="0" err="1"/>
              <a:t>kilala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San Diego </a:t>
            </a:r>
            <a:r>
              <a:rPr lang="en-PH" sz="3600" dirty="0" err="1"/>
              <a:t>si</a:t>
            </a:r>
            <a:r>
              <a:rPr lang="en-PH" sz="3600" dirty="0"/>
              <a:t> Don </a:t>
            </a:r>
            <a:r>
              <a:rPr lang="en-PH" sz="3600" dirty="0" err="1"/>
              <a:t>Anastacio</a:t>
            </a:r>
            <a:r>
              <a:rPr lang="en-PH" sz="3600" dirty="0"/>
              <a:t> o mas </a:t>
            </a:r>
            <a:r>
              <a:rPr lang="en-PH" sz="3600" dirty="0" err="1"/>
              <a:t>kilala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tawag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laman</a:t>
            </a:r>
            <a:r>
              <a:rPr lang="en-PH" sz="3600" dirty="0"/>
              <a:t> ng </a:t>
            </a:r>
            <a:r>
              <a:rPr lang="en-PH" sz="3600" dirty="0" err="1"/>
              <a:t>lansangan</a:t>
            </a:r>
            <a:r>
              <a:rPr lang="en-PH" sz="3600" dirty="0"/>
              <a:t> at </a:t>
            </a:r>
            <a:r>
              <a:rPr lang="en-PH" sz="3600" dirty="0" err="1"/>
              <a:t>lakad</a:t>
            </a:r>
            <a:r>
              <a:rPr lang="en-PH" sz="3600" dirty="0"/>
              <a:t> ng </a:t>
            </a:r>
            <a:r>
              <a:rPr lang="en-PH" sz="3600" dirty="0" err="1"/>
              <a:t>lakad</a:t>
            </a:r>
            <a:r>
              <a:rPr lang="en-PH" sz="3600" dirty="0"/>
              <a:t>. </a:t>
            </a:r>
            <a:r>
              <a:rPr lang="en-PH" sz="3600" dirty="0" err="1"/>
              <a:t>Marami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pulitika</a:t>
            </a:r>
            <a:r>
              <a:rPr lang="en-PH" sz="3600" dirty="0"/>
              <a:t> at </a:t>
            </a:r>
            <a:r>
              <a:rPr lang="en-PH" sz="3600" dirty="0" err="1"/>
              <a:t>lipunan</a:t>
            </a:r>
            <a:r>
              <a:rPr lang="en-PH" sz="3600" dirty="0"/>
              <a:t>. Dahil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nauunawaan</a:t>
            </a:r>
            <a:r>
              <a:rPr lang="en-PH" sz="3600" dirty="0"/>
              <a:t> ng </a:t>
            </a:r>
            <a:r>
              <a:rPr lang="en-PH" sz="3600" dirty="0" err="1"/>
              <a:t>karamihan</a:t>
            </a:r>
            <a:r>
              <a:rPr lang="en-PH" sz="3600" dirty="0"/>
              <a:t> ay </a:t>
            </a:r>
            <a:r>
              <a:rPr lang="en-PH" sz="3600" dirty="0" err="1"/>
              <a:t>tinawag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baliw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4839116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14:Si Tasyo, ang Baliw o ang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Galing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mayamang</a:t>
            </a:r>
            <a:r>
              <a:rPr lang="en-PH" sz="3600" dirty="0"/>
              <a:t> </a:t>
            </a:r>
            <a:r>
              <a:rPr lang="en-PH" sz="3600" dirty="0" err="1"/>
              <a:t>pamilya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matalino</a:t>
            </a:r>
            <a:r>
              <a:rPr lang="en-PH" sz="3600" dirty="0"/>
              <a:t> at </a:t>
            </a:r>
            <a:r>
              <a:rPr lang="en-PH" sz="3600" dirty="0" err="1"/>
              <a:t>matalinghaga</a:t>
            </a:r>
            <a:r>
              <a:rPr lang="en-PH" sz="3600" dirty="0"/>
              <a:t> kung </a:t>
            </a:r>
            <a:r>
              <a:rPr lang="en-PH" sz="3600" dirty="0" err="1"/>
              <a:t>magsalita</a:t>
            </a:r>
            <a:r>
              <a:rPr lang="en-PH" sz="3600" dirty="0"/>
              <a:t>. Sa </a:t>
            </a:r>
            <a:r>
              <a:rPr lang="en-PH" sz="3600" dirty="0" err="1"/>
              <a:t>unibersidad</a:t>
            </a:r>
            <a:r>
              <a:rPr lang="en-PH" sz="3600" dirty="0"/>
              <a:t> ng San Jose </a:t>
            </a:r>
            <a:r>
              <a:rPr lang="en-PH" sz="3600" dirty="0" err="1"/>
              <a:t>ito</a:t>
            </a:r>
            <a:r>
              <a:rPr lang="en-PH" sz="3600" dirty="0"/>
              <a:t> nag-</a:t>
            </a:r>
            <a:r>
              <a:rPr lang="en-PH" sz="3600" dirty="0" err="1"/>
              <a:t>aral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kalaunan</a:t>
            </a:r>
            <a:r>
              <a:rPr lang="en-PH" sz="3600" dirty="0"/>
              <a:t> ay </a:t>
            </a:r>
            <a:r>
              <a:rPr lang="en-PH" sz="3600" dirty="0" err="1"/>
              <a:t>pinahinto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paniniwalang</a:t>
            </a:r>
            <a:r>
              <a:rPr lang="en-PH" sz="3600" dirty="0"/>
              <a:t> ang </a:t>
            </a:r>
            <a:r>
              <a:rPr lang="en-PH" sz="3600" dirty="0" err="1"/>
              <a:t>katalinuhan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magiging</a:t>
            </a:r>
            <a:r>
              <a:rPr lang="en-PH" sz="3600" dirty="0"/>
              <a:t> </a:t>
            </a:r>
            <a:r>
              <a:rPr lang="en-PH" sz="3600" dirty="0" err="1"/>
              <a:t>dahilan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makalimutan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Diyos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Nais</a:t>
            </a:r>
            <a:r>
              <a:rPr lang="en-PH" sz="3600" dirty="0"/>
              <a:t> din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mag-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ang </a:t>
            </a:r>
            <a:r>
              <a:rPr lang="en-PH" sz="3600" dirty="0" err="1"/>
              <a:t>binatang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sinuway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at nag-</a:t>
            </a:r>
            <a:r>
              <a:rPr lang="en-PH" sz="3600" dirty="0" err="1"/>
              <a:t>asawa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. </a:t>
            </a:r>
            <a:r>
              <a:rPr lang="en-PH" sz="3600" dirty="0" err="1"/>
              <a:t>Pagkalipas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taon</a:t>
            </a:r>
            <a:r>
              <a:rPr lang="en-PH" sz="3600" dirty="0"/>
              <a:t> ay </a:t>
            </a:r>
            <a:r>
              <a:rPr lang="en-PH" sz="3600" dirty="0" err="1"/>
              <a:t>maagang</a:t>
            </a:r>
            <a:r>
              <a:rPr lang="en-PH" sz="3600" dirty="0"/>
              <a:t> </a:t>
            </a:r>
            <a:r>
              <a:rPr lang="en-PH" sz="3600" dirty="0" err="1"/>
              <a:t>nabyudo</a:t>
            </a:r>
            <a:r>
              <a:rPr lang="en-PH" sz="3600" dirty="0"/>
              <a:t> ang </a:t>
            </a:r>
            <a:r>
              <a:rPr lang="en-PH" sz="3600" dirty="0" err="1"/>
              <a:t>Pilosopo</a:t>
            </a:r>
            <a:r>
              <a:rPr lang="en-PH" sz="3600" dirty="0"/>
              <a:t> at </a:t>
            </a:r>
            <a:r>
              <a:rPr lang="en-PH" sz="3600" dirty="0" err="1"/>
              <a:t>imbes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mag-</a:t>
            </a:r>
            <a:r>
              <a:rPr lang="en-PH" sz="3600" dirty="0" err="1"/>
              <a:t>asawang</a:t>
            </a:r>
            <a:r>
              <a:rPr lang="en-PH" sz="3600" dirty="0"/>
              <a:t> </a:t>
            </a:r>
            <a:r>
              <a:rPr lang="en-PH" sz="3600" dirty="0" err="1"/>
              <a:t>muli</a:t>
            </a:r>
            <a:r>
              <a:rPr lang="en-PH" sz="3600" dirty="0"/>
              <a:t> ay </a:t>
            </a:r>
            <a:r>
              <a:rPr lang="en-PH" sz="3600" dirty="0" err="1"/>
              <a:t>inilaan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oras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pagbabasa</a:t>
            </a:r>
            <a:r>
              <a:rPr lang="en-PH" sz="3600" dirty="0"/>
              <a:t> ng </a:t>
            </a:r>
            <a:r>
              <a:rPr lang="en-PH" sz="3600" dirty="0" err="1"/>
              <a:t>libro</a:t>
            </a:r>
            <a:r>
              <a:rPr lang="en-PH" sz="3600" dirty="0"/>
              <a:t>. ‘Di </a:t>
            </a:r>
            <a:r>
              <a:rPr lang="en-PH" sz="3600" dirty="0" err="1"/>
              <a:t>nagtagal</a:t>
            </a:r>
            <a:r>
              <a:rPr lang="en-PH" sz="3600" dirty="0"/>
              <a:t> ay </a:t>
            </a:r>
            <a:r>
              <a:rPr lang="en-PH" sz="3600" dirty="0" err="1"/>
              <a:t>napabayaan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minanang</a:t>
            </a:r>
            <a:r>
              <a:rPr lang="en-PH" sz="3600" dirty="0"/>
              <a:t> </a:t>
            </a:r>
            <a:r>
              <a:rPr lang="en-PH" sz="3600" dirty="0" err="1"/>
              <a:t>kabuhayan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3418536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14:Si Tasyo, ang Baliw o ang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kabila</a:t>
            </a:r>
            <a:r>
              <a:rPr lang="en-PH" sz="3600" dirty="0"/>
              <a:t> ng </a:t>
            </a:r>
            <a:r>
              <a:rPr lang="en-PH" sz="3600" dirty="0" err="1"/>
              <a:t>paparating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unos</a:t>
            </a:r>
            <a:r>
              <a:rPr lang="en-PH" sz="3600" dirty="0"/>
              <a:t> at </a:t>
            </a:r>
            <a:r>
              <a:rPr lang="en-PH" sz="3600" dirty="0" err="1"/>
              <a:t>pagguhit</a:t>
            </a:r>
            <a:r>
              <a:rPr lang="en-PH" sz="3600" dirty="0"/>
              <a:t> ng </a:t>
            </a:r>
            <a:r>
              <a:rPr lang="en-PH" sz="3600" dirty="0" err="1"/>
              <a:t>matatalim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kidlat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kalangitan</a:t>
            </a:r>
            <a:r>
              <a:rPr lang="en-PH" sz="3600" dirty="0"/>
              <a:t> ay </a:t>
            </a:r>
            <a:r>
              <a:rPr lang="en-PH" sz="3600" dirty="0" err="1"/>
              <a:t>kapansin-pansin</a:t>
            </a:r>
            <a:r>
              <a:rPr lang="en-PH" sz="3600" dirty="0"/>
              <a:t> ang </a:t>
            </a:r>
            <a:r>
              <a:rPr lang="en-PH" sz="3600" dirty="0" err="1"/>
              <a:t>kakaibang</a:t>
            </a:r>
            <a:r>
              <a:rPr lang="en-PH" sz="3600" dirty="0"/>
              <a:t> </a:t>
            </a:r>
            <a:r>
              <a:rPr lang="en-PH" sz="3600" dirty="0" err="1"/>
              <a:t>kasiyahan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mukha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ay </a:t>
            </a:r>
            <a:r>
              <a:rPr lang="en-PH" sz="3600" dirty="0" err="1"/>
              <a:t>nagtataka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matalinghaga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sagot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reaksyon</a:t>
            </a:r>
            <a:r>
              <a:rPr lang="en-PH" sz="3600" dirty="0"/>
              <a:t>. Ayon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, ang </a:t>
            </a:r>
            <a:r>
              <a:rPr lang="en-PH" sz="3600" dirty="0" err="1"/>
              <a:t>bagyo</a:t>
            </a:r>
            <a:r>
              <a:rPr lang="en-PH" sz="3600" dirty="0"/>
              <a:t> ang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lilipol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at </a:t>
            </a:r>
            <a:r>
              <a:rPr lang="en-PH" sz="3600" dirty="0" err="1"/>
              <a:t>hangad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pagkakaroon</a:t>
            </a:r>
            <a:r>
              <a:rPr lang="en-PH" sz="3600" dirty="0"/>
              <a:t> ng </a:t>
            </a:r>
            <a:r>
              <a:rPr lang="en-PH" sz="3600" dirty="0" err="1"/>
              <a:t>delubyo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lilinis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sanlibutan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Iminungkahi</a:t>
            </a:r>
            <a:r>
              <a:rPr lang="en-PH" sz="3600" dirty="0"/>
              <a:t> din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ang </a:t>
            </a:r>
            <a:r>
              <a:rPr lang="en-PH" sz="3600" dirty="0" err="1"/>
              <a:t>pagbili</a:t>
            </a:r>
            <a:r>
              <a:rPr lang="en-PH" sz="3600" dirty="0"/>
              <a:t> ng </a:t>
            </a:r>
            <a:r>
              <a:rPr lang="en-PH" sz="3600" dirty="0" err="1"/>
              <a:t>tagahuli</a:t>
            </a:r>
            <a:r>
              <a:rPr lang="en-PH" sz="3600" dirty="0"/>
              <a:t> ng </a:t>
            </a:r>
            <a:r>
              <a:rPr lang="en-PH" sz="3600" dirty="0" err="1"/>
              <a:t>kidlat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halip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paputok</a:t>
            </a:r>
            <a:r>
              <a:rPr lang="en-PH" sz="3600" dirty="0"/>
              <a:t> at </a:t>
            </a:r>
            <a:r>
              <a:rPr lang="en-PH" sz="3600" dirty="0" err="1"/>
              <a:t>kwitis</a:t>
            </a:r>
            <a:r>
              <a:rPr lang="en-PH" sz="3600" dirty="0"/>
              <a:t>. </a:t>
            </a:r>
            <a:r>
              <a:rPr lang="en-PH" sz="3600" dirty="0" err="1"/>
              <a:t>Tutol</a:t>
            </a:r>
            <a:r>
              <a:rPr lang="en-PH" sz="3600" dirty="0"/>
              <a:t> din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pagpapatugtog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batingaw</a:t>
            </a:r>
            <a:r>
              <a:rPr lang="en-PH" sz="3600" dirty="0"/>
              <a:t> </a:t>
            </a:r>
            <a:r>
              <a:rPr lang="en-PH" sz="3600" dirty="0" err="1"/>
              <a:t>sapagkat</a:t>
            </a:r>
            <a:r>
              <a:rPr lang="en-PH" sz="3600" dirty="0"/>
              <a:t> </a:t>
            </a:r>
            <a:r>
              <a:rPr lang="en-PH" sz="3600" dirty="0" err="1"/>
              <a:t>mapanganib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kumukulog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6730930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14:Si Tasyo, ang Baliw o ang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Pinagtawanan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nakarinig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sinabi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Nagpunta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simbahan</a:t>
            </a:r>
            <a:r>
              <a:rPr lang="en-PH" sz="3600" dirty="0"/>
              <a:t> at </a:t>
            </a:r>
            <a:r>
              <a:rPr lang="en-PH" sz="3600" dirty="0" err="1"/>
              <a:t>nakita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doon ang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magkapatid</a:t>
            </a:r>
            <a:r>
              <a:rPr lang="en-PH" sz="3600" dirty="0"/>
              <a:t>. </a:t>
            </a:r>
            <a:r>
              <a:rPr lang="en-PH" sz="3600" dirty="0" err="1"/>
              <a:t>Sinabihan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kung </a:t>
            </a:r>
            <a:r>
              <a:rPr lang="en-PH" sz="3600" dirty="0" err="1"/>
              <a:t>maari</a:t>
            </a:r>
            <a:r>
              <a:rPr lang="en-PH" sz="3600" dirty="0"/>
              <a:t> ay </a:t>
            </a:r>
            <a:r>
              <a:rPr lang="en-PH" sz="3600" dirty="0" err="1"/>
              <a:t>umuwi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ay </a:t>
            </a:r>
            <a:r>
              <a:rPr lang="en-PH" sz="3600" dirty="0" err="1"/>
              <a:t>naghanda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espesyal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hapunan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Natuwa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narinig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huli</a:t>
            </a:r>
            <a:r>
              <a:rPr lang="en-PH" sz="3600" dirty="0"/>
              <a:t> ay </a:t>
            </a:r>
            <a:r>
              <a:rPr lang="en-PH" sz="3600" dirty="0" err="1"/>
              <a:t>tumanggi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tungkulin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simbahan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558426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14:Si Tasyo, ang Baliw o ang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PH" sz="3600" dirty="0" err="1"/>
              <a:t>Nagpatuloy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paglalakad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 </a:t>
            </a:r>
            <a:r>
              <a:rPr lang="en-PH" sz="3600" dirty="0" err="1"/>
              <a:t>hanggang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marating</a:t>
            </a:r>
            <a:r>
              <a:rPr lang="en-PH" sz="3600" dirty="0"/>
              <a:t> ang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Don </a:t>
            </a:r>
            <a:r>
              <a:rPr lang="en-PH" sz="3600" dirty="0" err="1"/>
              <a:t>Filipo</a:t>
            </a:r>
            <a:r>
              <a:rPr lang="en-PH" sz="3600" dirty="0"/>
              <a:t> at </a:t>
            </a:r>
            <a:r>
              <a:rPr lang="en-PH" sz="3600" dirty="0" err="1"/>
              <a:t>Aling</a:t>
            </a:r>
            <a:r>
              <a:rPr lang="en-PH" sz="3600" dirty="0"/>
              <a:t> </a:t>
            </a:r>
            <a:r>
              <a:rPr lang="en-PH" sz="3600" dirty="0" err="1"/>
              <a:t>Doray</a:t>
            </a:r>
            <a:r>
              <a:rPr lang="en-PH" sz="3600" dirty="0"/>
              <a:t>.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napag-usapan</a:t>
            </a:r>
            <a:r>
              <a:rPr lang="en-PH" sz="3600" dirty="0"/>
              <a:t> ang </a:t>
            </a:r>
            <a:r>
              <a:rPr lang="en-PH" sz="3600" dirty="0" err="1"/>
              <a:t>pagdating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bayan.</a:t>
            </a:r>
          </a:p>
          <a:p>
            <a:pPr marL="0" indent="0" algn="just">
              <a:buNone/>
            </a:pPr>
            <a:r>
              <a:rPr lang="en-PH" sz="3600" dirty="0" err="1"/>
              <a:t>Nabanggit</a:t>
            </a:r>
            <a:r>
              <a:rPr lang="en-PH" sz="3600" dirty="0"/>
              <a:t> din ng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nadarama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paghihinagpis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</a:t>
            </a:r>
            <a:r>
              <a:rPr lang="en-PH" sz="3600" dirty="0" err="1"/>
              <a:t>lalo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malaman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sinapit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ama. </a:t>
            </a:r>
            <a:r>
              <a:rPr lang="en-PH" sz="3600" dirty="0" err="1"/>
              <a:t>Dagdag</a:t>
            </a:r>
            <a:r>
              <a:rPr lang="en-PH" sz="3600" dirty="0"/>
              <a:t> pa </a:t>
            </a:r>
            <a:r>
              <a:rPr lang="en-PH" sz="3600" dirty="0" err="1"/>
              <a:t>niya</a:t>
            </a:r>
            <a:r>
              <a:rPr lang="en-PH" sz="3600" dirty="0"/>
              <a:t>, </a:t>
            </a:r>
            <a:r>
              <a:rPr lang="en-PH" sz="3600" dirty="0" err="1"/>
              <a:t>isa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anim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kataong</a:t>
            </a:r>
            <a:r>
              <a:rPr lang="en-PH" sz="3600" dirty="0"/>
              <a:t> </a:t>
            </a:r>
            <a:r>
              <a:rPr lang="en-PH" sz="3600" dirty="0" err="1"/>
              <a:t>nakipaglibing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ama </a:t>
            </a:r>
            <a:r>
              <a:rPr lang="en-PH" sz="3600" dirty="0" err="1"/>
              <a:t>ni</a:t>
            </a:r>
            <a:r>
              <a:rPr lang="en-PH" sz="3600" dirty="0"/>
              <a:t> Ibarra.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usapan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ay </a:t>
            </a:r>
            <a:r>
              <a:rPr lang="en-PH" sz="3600" dirty="0" err="1"/>
              <a:t>napadako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purgatoryo</a:t>
            </a:r>
            <a:r>
              <a:rPr lang="en-PH" sz="3600" dirty="0"/>
              <a:t>, </a:t>
            </a:r>
            <a:r>
              <a:rPr lang="en-PH" sz="3600" dirty="0" err="1"/>
              <a:t>bagay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pinaniniwalaan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pinaniniwalaan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nakararami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0166319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14:Si Tasyo, ang Baliw o ang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Bagamat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naniniwala</a:t>
            </a:r>
            <a:r>
              <a:rPr lang="en-PH" sz="3600" dirty="0"/>
              <a:t> ang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purgatoryo</a:t>
            </a:r>
            <a:r>
              <a:rPr lang="en-PH" sz="3600" dirty="0"/>
              <a:t> ay </a:t>
            </a:r>
            <a:r>
              <a:rPr lang="en-PH" sz="3600" dirty="0" err="1"/>
              <a:t>nirerespeto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pananaw</a:t>
            </a:r>
            <a:r>
              <a:rPr lang="en-PH" sz="3600" dirty="0"/>
              <a:t> ng </a:t>
            </a:r>
            <a:r>
              <a:rPr lang="en-PH" sz="3600" dirty="0" err="1"/>
              <a:t>relihiyon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. Aniya, </a:t>
            </a:r>
            <a:r>
              <a:rPr lang="en-PH" sz="3600" dirty="0" err="1"/>
              <a:t>ito</a:t>
            </a:r>
            <a:r>
              <a:rPr lang="en-PH" sz="3600" dirty="0"/>
              <a:t> raw ay </a:t>
            </a:r>
            <a:r>
              <a:rPr lang="en-PH" sz="3600" dirty="0" err="1"/>
              <a:t>gabay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ang </a:t>
            </a:r>
            <a:r>
              <a:rPr lang="en-PH" sz="3600" dirty="0" err="1"/>
              <a:t>tao</a:t>
            </a:r>
            <a:r>
              <a:rPr lang="en-PH" sz="3600" dirty="0"/>
              <a:t> ay mabuhay ng </a:t>
            </a:r>
            <a:r>
              <a:rPr lang="en-PH" sz="3600" dirty="0" err="1"/>
              <a:t>malinis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‘Di </a:t>
            </a:r>
            <a:r>
              <a:rPr lang="en-PH" sz="3600" dirty="0" err="1"/>
              <a:t>nagtagal</a:t>
            </a:r>
            <a:r>
              <a:rPr lang="en-PH" sz="3600" dirty="0"/>
              <a:t> ay </a:t>
            </a:r>
            <a:r>
              <a:rPr lang="en-PH" sz="3600" dirty="0" err="1"/>
              <a:t>nagpaalam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Pilosopo</a:t>
            </a:r>
            <a:r>
              <a:rPr lang="en-PH" sz="3600" dirty="0"/>
              <a:t> at </a:t>
            </a:r>
            <a:r>
              <a:rPr lang="en-PH" sz="3600" dirty="0" err="1"/>
              <a:t>lumakad</a:t>
            </a:r>
            <a:r>
              <a:rPr lang="en-PH" sz="3600" dirty="0"/>
              <a:t> </a:t>
            </a:r>
            <a:r>
              <a:rPr lang="en-PH" sz="3600" dirty="0" err="1"/>
              <a:t>palayo</a:t>
            </a:r>
            <a:r>
              <a:rPr lang="en-PH" sz="3600" dirty="0"/>
              <a:t> ng </a:t>
            </a:r>
            <a:r>
              <a:rPr lang="en-PH" sz="3600" dirty="0" err="1"/>
              <a:t>masiglang-masigla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gitna</a:t>
            </a:r>
            <a:r>
              <a:rPr lang="en-PH" sz="3600" dirty="0"/>
              <a:t> ng </a:t>
            </a:r>
            <a:r>
              <a:rPr lang="en-PH" sz="3600" dirty="0" err="1"/>
              <a:t>matatalim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kidlat</a:t>
            </a:r>
            <a:r>
              <a:rPr lang="en-PH" sz="3600" dirty="0"/>
              <a:t> at </a:t>
            </a:r>
            <a:r>
              <a:rPr lang="en-PH" sz="3600" dirty="0" err="1"/>
              <a:t>dumadagundong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kulog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8819571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kausap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simbahan</a:t>
            </a:r>
            <a:r>
              <a:rPr lang="en-PH" sz="3600" dirty="0"/>
              <a:t> ay ang </a:t>
            </a:r>
            <a:r>
              <a:rPr lang="en-PH" sz="3600" dirty="0" err="1"/>
              <a:t>magkapatid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sakristan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Crispin at Basilio,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May </a:t>
            </a:r>
            <a:r>
              <a:rPr lang="en-PH" sz="3600" dirty="0" err="1"/>
              <a:t>hinaharap</a:t>
            </a:r>
            <a:r>
              <a:rPr lang="en-PH" sz="3600" dirty="0"/>
              <a:t> </a:t>
            </a:r>
            <a:r>
              <a:rPr lang="en-PH" sz="3600" dirty="0" err="1"/>
              <a:t>palang</a:t>
            </a:r>
            <a:r>
              <a:rPr lang="en-PH" sz="3600" dirty="0"/>
              <a:t> </a:t>
            </a:r>
            <a:r>
              <a:rPr lang="en-PH" sz="3600" dirty="0" err="1"/>
              <a:t>matinding</a:t>
            </a:r>
            <a:r>
              <a:rPr lang="en-PH" sz="3600" dirty="0"/>
              <a:t> </a:t>
            </a:r>
            <a:r>
              <a:rPr lang="en-PH" sz="3600" dirty="0" err="1"/>
              <a:t>suliranin</a:t>
            </a:r>
            <a:r>
              <a:rPr lang="en-PH" sz="3600" dirty="0"/>
              <a:t> ang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. </a:t>
            </a:r>
            <a:r>
              <a:rPr lang="en-PH" sz="3600" dirty="0" err="1"/>
              <a:t>Nagbibigay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kawalang</a:t>
            </a:r>
            <a:r>
              <a:rPr lang="en-PH" sz="3600" dirty="0"/>
              <a:t> </a:t>
            </a:r>
            <a:r>
              <a:rPr lang="en-PH" sz="3600" dirty="0" err="1"/>
              <a:t>pag-asa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</a:t>
            </a:r>
            <a:r>
              <a:rPr lang="en-PH" sz="3600" dirty="0"/>
              <a:t> </a:t>
            </a:r>
            <a:r>
              <a:rPr lang="en-PH" sz="3600" dirty="0" err="1"/>
              <a:t>lalo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mas </a:t>
            </a:r>
            <a:r>
              <a:rPr lang="en-PH" sz="3600" dirty="0" err="1"/>
              <a:t>nakakabata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Crispin.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4330461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pinagbintangan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pagnanakaw</a:t>
            </a:r>
            <a:r>
              <a:rPr lang="en-PH" sz="3600" dirty="0"/>
              <a:t>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onsa</a:t>
            </a:r>
            <a:r>
              <a:rPr lang="en-PH" sz="3600" dirty="0"/>
              <a:t> o </a:t>
            </a:r>
            <a:r>
              <a:rPr lang="en-PH" sz="3600" dirty="0" err="1"/>
              <a:t>halagang</a:t>
            </a:r>
            <a:r>
              <a:rPr lang="en-PH" sz="3600" dirty="0"/>
              <a:t> </a:t>
            </a:r>
            <a:r>
              <a:rPr lang="en-PH" sz="3600" dirty="0" err="1"/>
              <a:t>tatlumpu’t</a:t>
            </a:r>
            <a:r>
              <a:rPr lang="en-PH" sz="3600" dirty="0"/>
              <a:t>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piso</a:t>
            </a:r>
            <a:r>
              <a:rPr lang="en-PH" sz="3600" dirty="0"/>
              <a:t>. Hindi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mababayaran</a:t>
            </a:r>
            <a:r>
              <a:rPr lang="en-PH" sz="3600" dirty="0"/>
              <a:t> ang </a:t>
            </a:r>
            <a:r>
              <a:rPr lang="en-PH" sz="3600" dirty="0" err="1"/>
              <a:t>nawawalang</a:t>
            </a:r>
            <a:r>
              <a:rPr lang="en-PH" sz="3600" dirty="0"/>
              <a:t> </a:t>
            </a:r>
            <a:r>
              <a:rPr lang="en-PH" sz="3600" dirty="0" err="1"/>
              <a:t>salapi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ang </a:t>
            </a:r>
            <a:r>
              <a:rPr lang="en-PH" sz="3600" dirty="0" err="1"/>
              <a:t>sahod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pagsasakristan</a:t>
            </a:r>
            <a:r>
              <a:rPr lang="en-PH" sz="3600" dirty="0"/>
              <a:t> ay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piso</a:t>
            </a:r>
            <a:r>
              <a:rPr lang="en-PH" sz="3600" dirty="0"/>
              <a:t> </a:t>
            </a:r>
            <a:r>
              <a:rPr lang="en-PH" sz="3600" dirty="0" err="1"/>
              <a:t>kada</a:t>
            </a:r>
            <a:r>
              <a:rPr lang="en-PH" sz="3600" dirty="0"/>
              <a:t> </a:t>
            </a:r>
            <a:r>
              <a:rPr lang="en-PH" sz="3600" dirty="0" err="1"/>
              <a:t>buwan</a:t>
            </a:r>
            <a:r>
              <a:rPr lang="en-PH" sz="3600" dirty="0"/>
              <a:t>. </a:t>
            </a:r>
            <a:r>
              <a:rPr lang="en-PH" sz="3600" dirty="0" err="1"/>
              <a:t>Tatlong</a:t>
            </a:r>
            <a:r>
              <a:rPr lang="en-PH" sz="3600" dirty="0"/>
              <a:t> </a:t>
            </a:r>
            <a:r>
              <a:rPr lang="en-PH" sz="3600" dirty="0" err="1"/>
              <a:t>beses</a:t>
            </a:r>
            <a:r>
              <a:rPr lang="en-PH" sz="3600" dirty="0"/>
              <a:t> pa </a:t>
            </a:r>
            <a:r>
              <a:rPr lang="en-PH" sz="3600" dirty="0" err="1"/>
              <a:t>naman</a:t>
            </a:r>
            <a:r>
              <a:rPr lang="en-PH" sz="3600" dirty="0"/>
              <a:t> ang </a:t>
            </a:r>
            <a:r>
              <a:rPr lang="en-PH" sz="3600" dirty="0" err="1"/>
              <a:t>pataw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multa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Hiningan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ng </a:t>
            </a:r>
            <a:r>
              <a:rPr lang="en-PH" sz="3600" dirty="0" err="1"/>
              <a:t>tulong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kuya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Basilio. </a:t>
            </a:r>
            <a:r>
              <a:rPr lang="en-PH" sz="3600" dirty="0" err="1"/>
              <a:t>Hiniling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kung </a:t>
            </a:r>
            <a:r>
              <a:rPr lang="en-PH" sz="3600" dirty="0" err="1"/>
              <a:t>maari</a:t>
            </a:r>
            <a:r>
              <a:rPr lang="en-PH" sz="3600" dirty="0"/>
              <a:t> ay </a:t>
            </a:r>
            <a:r>
              <a:rPr lang="en-PH" sz="3600" dirty="0" err="1"/>
              <a:t>tulungan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magbayad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ibinibintang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.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pumayag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kailangan</a:t>
            </a:r>
            <a:r>
              <a:rPr lang="en-PH" sz="3600" dirty="0"/>
              <a:t> din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ibigay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kita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may </a:t>
            </a:r>
            <a:r>
              <a:rPr lang="en-PH" sz="3600" dirty="0" err="1"/>
              <a:t>makain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0259424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Nahiling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lang </a:t>
            </a:r>
            <a:r>
              <a:rPr lang="en-PH" sz="3600" dirty="0" err="1"/>
              <a:t>tuloy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Crispin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mabuti</a:t>
            </a:r>
            <a:r>
              <a:rPr lang="en-PH" sz="3600" dirty="0"/>
              <a:t> pa </a:t>
            </a:r>
            <a:r>
              <a:rPr lang="en-PH" sz="3600" dirty="0" err="1"/>
              <a:t>sanang</a:t>
            </a:r>
            <a:r>
              <a:rPr lang="en-PH" sz="3600" dirty="0"/>
              <a:t> </a:t>
            </a:r>
            <a:r>
              <a:rPr lang="en-PH" sz="3600" dirty="0" err="1"/>
              <a:t>silang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 ay </a:t>
            </a:r>
            <a:r>
              <a:rPr lang="en-PH" sz="3600" dirty="0" err="1"/>
              <a:t>magkasakit</a:t>
            </a:r>
            <a:r>
              <a:rPr lang="en-PH" sz="3600" dirty="0"/>
              <a:t>. </a:t>
            </a:r>
            <a:r>
              <a:rPr lang="en-PH" sz="3600" dirty="0" err="1"/>
              <a:t>Nangungulila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. </a:t>
            </a:r>
            <a:r>
              <a:rPr lang="en-PH" sz="3600" dirty="0" err="1"/>
              <a:t>Naisip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kung </a:t>
            </a:r>
            <a:r>
              <a:rPr lang="en-PH" sz="3600" dirty="0" err="1"/>
              <a:t>kapiling</a:t>
            </a:r>
            <a:r>
              <a:rPr lang="en-PH" sz="3600" dirty="0"/>
              <a:t> lang </a:t>
            </a:r>
            <a:r>
              <a:rPr lang="en-PH" sz="3600" dirty="0" err="1"/>
              <a:t>sana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tiyak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ipagtatanggol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ng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kalupitan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Dagdag</a:t>
            </a:r>
            <a:r>
              <a:rPr lang="en-PH" sz="3600" dirty="0"/>
              <a:t> pa </a:t>
            </a:r>
            <a:r>
              <a:rPr lang="en-PH" sz="3600" dirty="0" err="1"/>
              <a:t>ni</a:t>
            </a:r>
            <a:r>
              <a:rPr lang="en-PH" sz="3600" dirty="0"/>
              <a:t> Crispin, </a:t>
            </a:r>
            <a:r>
              <a:rPr lang="en-PH" sz="3600" dirty="0" err="1"/>
              <a:t>sana</a:t>
            </a:r>
            <a:r>
              <a:rPr lang="en-PH" sz="3600" dirty="0"/>
              <a:t> </a:t>
            </a:r>
            <a:r>
              <a:rPr lang="en-PH" sz="3600" dirty="0" err="1"/>
              <a:t>nga</a:t>
            </a:r>
            <a:r>
              <a:rPr lang="en-PH" sz="3600" dirty="0"/>
              <a:t> ay </a:t>
            </a:r>
            <a:r>
              <a:rPr lang="en-PH" sz="3600" dirty="0" err="1"/>
              <a:t>ninakaw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lang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pera</a:t>
            </a:r>
            <a:r>
              <a:rPr lang="en-PH" sz="3600" dirty="0"/>
              <a:t> ng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gayon</a:t>
            </a:r>
            <a:r>
              <a:rPr lang="en-PH" sz="3600" dirty="0"/>
              <a:t> ay may </a:t>
            </a:r>
            <a:r>
              <a:rPr lang="en-PH" sz="3600" dirty="0" err="1"/>
              <a:t>maibabalik</a:t>
            </a:r>
            <a:r>
              <a:rPr lang="en-PH" sz="3600" dirty="0"/>
              <a:t> pa </a:t>
            </a:r>
            <a:r>
              <a:rPr lang="en-PH" sz="3600" dirty="0" err="1"/>
              <a:t>ito</a:t>
            </a:r>
            <a:r>
              <a:rPr lang="en-PH" sz="3600" dirty="0"/>
              <a:t> at kung </a:t>
            </a:r>
            <a:r>
              <a:rPr lang="en-PH" sz="3600" dirty="0" err="1"/>
              <a:t>mamatay</a:t>
            </a:r>
            <a:r>
              <a:rPr lang="en-PH" sz="3600" dirty="0"/>
              <a:t> man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palo ay may </a:t>
            </a:r>
            <a:r>
              <a:rPr lang="en-PH" sz="3600" dirty="0" err="1"/>
              <a:t>maiiwan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at </a:t>
            </a:r>
            <a:r>
              <a:rPr lang="en-PH" sz="3600" dirty="0" err="1"/>
              <a:t>kapatid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2683512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Si Basilio </a:t>
            </a:r>
            <a:r>
              <a:rPr lang="en-PH" sz="3600" dirty="0" err="1"/>
              <a:t>nama’y</a:t>
            </a:r>
            <a:r>
              <a:rPr lang="en-PH" sz="3600" dirty="0"/>
              <a:t> nag-</a:t>
            </a:r>
            <a:r>
              <a:rPr lang="en-PH" sz="3600" dirty="0" err="1"/>
              <a:t>aalala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galit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nalaman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napagbintangang</a:t>
            </a:r>
            <a:r>
              <a:rPr lang="en-PH" sz="3600" dirty="0"/>
              <a:t> </a:t>
            </a:r>
            <a:r>
              <a:rPr lang="en-PH" sz="3600" dirty="0" err="1"/>
              <a:t>magnanakaw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kapatid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buo</a:t>
            </a:r>
            <a:r>
              <a:rPr lang="en-PH" sz="3600" dirty="0"/>
              <a:t> ang </a:t>
            </a:r>
            <a:r>
              <a:rPr lang="en-PH" sz="3600" dirty="0" err="1"/>
              <a:t>tiwala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Crispin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maniniwala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nagnakaw</a:t>
            </a:r>
            <a:r>
              <a:rPr lang="en-PH" sz="3600" dirty="0"/>
              <a:t>. </a:t>
            </a:r>
            <a:r>
              <a:rPr lang="en-PH" sz="3600" dirty="0" err="1"/>
              <a:t>Ipapakita</a:t>
            </a:r>
            <a:r>
              <a:rPr lang="en-PH" sz="3600" dirty="0"/>
              <a:t> </a:t>
            </a:r>
            <a:r>
              <a:rPr lang="en-PH" sz="3600" dirty="0" err="1"/>
              <a:t>umano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maraming</a:t>
            </a:r>
            <a:r>
              <a:rPr lang="en-PH" sz="3600" dirty="0"/>
              <a:t> </a:t>
            </a:r>
            <a:r>
              <a:rPr lang="en-PH" sz="3600" dirty="0" err="1"/>
              <a:t>latay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buong</a:t>
            </a:r>
            <a:r>
              <a:rPr lang="en-PH" sz="3600" dirty="0"/>
              <a:t> </a:t>
            </a:r>
            <a:r>
              <a:rPr lang="en-PH" sz="3600" dirty="0" err="1"/>
              <a:t>katawan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palo ng </a:t>
            </a:r>
            <a:r>
              <a:rPr lang="en-PH" sz="3600" dirty="0" err="1"/>
              <a:t>pari</a:t>
            </a:r>
            <a:r>
              <a:rPr lang="en-PH" sz="3600" dirty="0"/>
              <a:t>,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butas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bulsa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1732399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Sasabihin</a:t>
            </a:r>
            <a:r>
              <a:rPr lang="en-PH" sz="3600" dirty="0"/>
              <a:t> din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pera</a:t>
            </a:r>
            <a:r>
              <a:rPr lang="en-PH" sz="3600" dirty="0"/>
              <a:t> lang </a:t>
            </a:r>
            <a:r>
              <a:rPr lang="en-PH" sz="3600" dirty="0" err="1"/>
              <a:t>niya</a:t>
            </a:r>
            <a:r>
              <a:rPr lang="en-PH" sz="3600" dirty="0"/>
              <a:t> ay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kuwalta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aginaldo</a:t>
            </a:r>
            <a:r>
              <a:rPr lang="en-PH" sz="3600" dirty="0"/>
              <a:t> pa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</a:t>
            </a:r>
            <a:r>
              <a:rPr lang="en-PH" sz="3600" dirty="0" err="1"/>
              <a:t>noong</a:t>
            </a:r>
            <a:r>
              <a:rPr lang="en-PH" sz="3600" dirty="0"/>
              <a:t> </a:t>
            </a:r>
            <a:r>
              <a:rPr lang="en-PH" sz="3600" dirty="0" err="1"/>
              <a:t>nakaraang</a:t>
            </a:r>
            <a:r>
              <a:rPr lang="en-PH" sz="3600" dirty="0"/>
              <a:t> </a:t>
            </a:r>
            <a:r>
              <a:rPr lang="en-PH" sz="3600" dirty="0" err="1"/>
              <a:t>pasko</a:t>
            </a:r>
            <a:r>
              <a:rPr lang="en-PH" sz="3600" dirty="0"/>
              <a:t>.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pinag-interesan</a:t>
            </a:r>
            <a:r>
              <a:rPr lang="en-PH" sz="3600" dirty="0"/>
              <a:t> pa ng </a:t>
            </a:r>
            <a:r>
              <a:rPr lang="en-PH" sz="3600" dirty="0" err="1"/>
              <a:t>sakim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patuloy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pag-uusap</a:t>
            </a:r>
            <a:r>
              <a:rPr lang="en-PH" sz="3600" dirty="0"/>
              <a:t> ng </a:t>
            </a:r>
            <a:r>
              <a:rPr lang="en-PH" sz="3600" dirty="0" err="1"/>
              <a:t>magkapatid</a:t>
            </a:r>
            <a:r>
              <a:rPr lang="en-PH" sz="3600" dirty="0"/>
              <a:t> ay ‘di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namalayan</a:t>
            </a:r>
            <a:r>
              <a:rPr lang="en-PH" sz="3600" dirty="0"/>
              <a:t> ang </a:t>
            </a:r>
            <a:r>
              <a:rPr lang="en-PH" sz="3600" dirty="0" err="1"/>
              <a:t>pagpanhik</a:t>
            </a:r>
            <a:r>
              <a:rPr lang="en-PH" sz="3600" dirty="0"/>
              <a:t> ng </a:t>
            </a:r>
            <a:r>
              <a:rPr lang="en-PH" sz="3600" dirty="0" err="1"/>
              <a:t>sakristan</a:t>
            </a:r>
            <a:r>
              <a:rPr lang="en-PH" sz="3600" dirty="0"/>
              <a:t> mayor. </a:t>
            </a:r>
            <a:r>
              <a:rPr lang="en-PH" sz="3600" dirty="0" err="1"/>
              <a:t>Nagpupuyos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galit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narinig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pinaguusap</a:t>
            </a:r>
            <a:r>
              <a:rPr lang="en-PH" sz="3600" dirty="0"/>
              <a:t>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batang</a:t>
            </a:r>
            <a:r>
              <a:rPr lang="en-PH" sz="3600" dirty="0"/>
              <a:t> </a:t>
            </a:r>
            <a:r>
              <a:rPr lang="en-PH" sz="3600" dirty="0" err="1"/>
              <a:t>sakristan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2511161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Dahil </a:t>
            </a:r>
            <a:r>
              <a:rPr lang="en-PH" sz="3600" dirty="0" err="1"/>
              <a:t>dito</a:t>
            </a:r>
            <a:r>
              <a:rPr lang="en-PH" sz="3600" dirty="0"/>
              <a:t> ay </a:t>
            </a:r>
            <a:r>
              <a:rPr lang="en-PH" sz="3600" dirty="0" err="1"/>
              <a:t>pinagmulta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salang</a:t>
            </a:r>
            <a:r>
              <a:rPr lang="en-PH" sz="3600" dirty="0"/>
              <a:t> </a:t>
            </a:r>
            <a:r>
              <a:rPr lang="en-PH" sz="3600" dirty="0" err="1"/>
              <a:t>maling</a:t>
            </a:r>
            <a:r>
              <a:rPr lang="en-PH" sz="3600" dirty="0"/>
              <a:t> </a:t>
            </a:r>
            <a:r>
              <a:rPr lang="en-PH" sz="3600" dirty="0" err="1"/>
              <a:t>pagpapatugtog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kampana</a:t>
            </a:r>
            <a:r>
              <a:rPr lang="en-PH" sz="3600" dirty="0"/>
              <a:t>. </a:t>
            </a:r>
            <a:r>
              <a:rPr lang="en-PH" sz="3600" dirty="0" err="1"/>
              <a:t>Dagdag</a:t>
            </a:r>
            <a:r>
              <a:rPr lang="en-PH" sz="3600" dirty="0"/>
              <a:t> pa ng </a:t>
            </a:r>
            <a:r>
              <a:rPr lang="en-PH" sz="3600" dirty="0" err="1"/>
              <a:t>sakristan</a:t>
            </a:r>
            <a:r>
              <a:rPr lang="en-PH" sz="3600" dirty="0"/>
              <a:t> mayor,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maaring</a:t>
            </a:r>
            <a:r>
              <a:rPr lang="en-PH" sz="3600" dirty="0"/>
              <a:t> </a:t>
            </a:r>
            <a:r>
              <a:rPr lang="en-PH" sz="3600" dirty="0" err="1"/>
              <a:t>umuwi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Crispin </a:t>
            </a:r>
            <a:r>
              <a:rPr lang="en-PH" sz="3600" dirty="0" err="1"/>
              <a:t>hangga’t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ibinabalik</a:t>
            </a:r>
            <a:r>
              <a:rPr lang="en-PH" sz="3600" dirty="0"/>
              <a:t> ang </a:t>
            </a:r>
            <a:r>
              <a:rPr lang="en-PH" sz="3600" dirty="0" err="1"/>
              <a:t>ninakaw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salapi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Mas </a:t>
            </a:r>
            <a:r>
              <a:rPr lang="en-PH" sz="3600" dirty="0" err="1"/>
              <a:t>lalo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napahamak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ng </a:t>
            </a:r>
            <a:r>
              <a:rPr lang="en-PH" sz="3600" dirty="0" err="1"/>
              <a:t>magtangka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mangatwiran</a:t>
            </a:r>
            <a:r>
              <a:rPr lang="en-PH" sz="3600" dirty="0"/>
              <a:t>. </a:t>
            </a:r>
            <a:r>
              <a:rPr lang="en-PH" sz="3600" dirty="0" err="1"/>
              <a:t>Makakauwi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ika-sampu</a:t>
            </a:r>
            <a:r>
              <a:rPr lang="en-PH" sz="3600" dirty="0"/>
              <a:t> ng </a:t>
            </a:r>
            <a:r>
              <a:rPr lang="en-PH" sz="3600" dirty="0" err="1"/>
              <a:t>gabi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Mapanganib</a:t>
            </a:r>
            <a:r>
              <a:rPr lang="en-PH" sz="3600" dirty="0"/>
              <a:t> para kay Basilio ang </a:t>
            </a:r>
            <a:r>
              <a:rPr lang="en-PH" sz="3600" dirty="0" err="1"/>
              <a:t>umuwi</a:t>
            </a:r>
            <a:r>
              <a:rPr lang="en-PH" sz="3600" dirty="0"/>
              <a:t> ng </a:t>
            </a:r>
            <a:r>
              <a:rPr lang="en-PH" sz="3600" dirty="0" err="1"/>
              <a:t>ganitong</a:t>
            </a:r>
            <a:r>
              <a:rPr lang="en-PH" sz="3600" dirty="0"/>
              <a:t> </a:t>
            </a:r>
            <a:r>
              <a:rPr lang="en-PH" sz="3600" dirty="0" err="1"/>
              <a:t>oras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mahigpit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ipinapatupad</a:t>
            </a:r>
            <a:r>
              <a:rPr lang="en-PH" sz="3600" dirty="0"/>
              <a:t> ng </a:t>
            </a:r>
            <a:r>
              <a:rPr lang="en-PH" sz="3600" dirty="0" err="1"/>
              <a:t>guwardiya</a:t>
            </a:r>
            <a:r>
              <a:rPr lang="en-PH" sz="3600" dirty="0"/>
              <a:t> </a:t>
            </a:r>
            <a:r>
              <a:rPr lang="en-PH" sz="3600" dirty="0" err="1"/>
              <a:t>sibil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bawal</a:t>
            </a:r>
            <a:r>
              <a:rPr lang="en-PH" sz="3600" dirty="0"/>
              <a:t> ng </a:t>
            </a:r>
            <a:r>
              <a:rPr lang="en-PH" sz="3600" dirty="0" err="1"/>
              <a:t>maglakad</a:t>
            </a:r>
            <a:r>
              <a:rPr lang="en-PH" sz="3600" dirty="0"/>
              <a:t> ang </a:t>
            </a:r>
            <a:r>
              <a:rPr lang="en-PH" sz="3600" dirty="0" err="1"/>
              <a:t>sinuman</a:t>
            </a:r>
            <a:r>
              <a:rPr lang="en-PH" sz="3600" dirty="0"/>
              <a:t> </a:t>
            </a:r>
            <a:r>
              <a:rPr lang="en-PH" sz="3600" dirty="0" err="1"/>
              <a:t>bago</a:t>
            </a:r>
            <a:r>
              <a:rPr lang="en-PH" sz="3600" dirty="0"/>
              <a:t> </a:t>
            </a:r>
            <a:r>
              <a:rPr lang="en-PH" sz="3600" dirty="0" err="1"/>
              <a:t>sumapit</a:t>
            </a:r>
            <a:r>
              <a:rPr lang="en-PH" sz="3600" dirty="0"/>
              <a:t> ang </a:t>
            </a:r>
            <a:r>
              <a:rPr lang="en-PH" sz="3600" dirty="0" err="1"/>
              <a:t>ika-siyam</a:t>
            </a:r>
            <a:r>
              <a:rPr lang="en-PH" sz="3600" dirty="0"/>
              <a:t> ng </a:t>
            </a:r>
            <a:r>
              <a:rPr lang="en-PH" sz="3600" dirty="0" err="1"/>
              <a:t>gabi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156780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15:Ang mga Sakristan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Matapos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sabihin</a:t>
            </a:r>
            <a:r>
              <a:rPr lang="en-PH" sz="3600" dirty="0"/>
              <a:t> ng </a:t>
            </a:r>
            <a:r>
              <a:rPr lang="en-PH" sz="3600" dirty="0" err="1"/>
              <a:t>sakristan</a:t>
            </a:r>
            <a:r>
              <a:rPr lang="en-PH" sz="3600" dirty="0"/>
              <a:t> mayor ay </a:t>
            </a:r>
            <a:r>
              <a:rPr lang="en-PH" sz="3600" dirty="0" err="1"/>
              <a:t>kinaladkad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Crispin at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magawang</a:t>
            </a:r>
            <a:r>
              <a:rPr lang="en-PH" sz="3600" dirty="0"/>
              <a:t> </a:t>
            </a:r>
            <a:r>
              <a:rPr lang="en-PH" sz="3600" dirty="0" err="1"/>
              <a:t>makiusap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pangamba</a:t>
            </a:r>
            <a:r>
              <a:rPr lang="en-PH" sz="3600" dirty="0"/>
              <a:t> at </a:t>
            </a:r>
            <a:r>
              <a:rPr lang="en-PH" sz="3600" dirty="0" err="1"/>
              <a:t>awa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kapatid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Naririnig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pagpapalahaw</a:t>
            </a:r>
            <a:r>
              <a:rPr lang="en-PH" sz="3600" dirty="0"/>
              <a:t> at </a:t>
            </a:r>
            <a:r>
              <a:rPr lang="en-PH" sz="3600" dirty="0" err="1"/>
              <a:t>daing</a:t>
            </a:r>
            <a:r>
              <a:rPr lang="en-PH" sz="3600" dirty="0"/>
              <a:t> ng </a:t>
            </a:r>
            <a:r>
              <a:rPr lang="en-PH" sz="3600" dirty="0" err="1"/>
              <a:t>kapatid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sakit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nadarama</a:t>
            </a:r>
            <a:r>
              <a:rPr lang="en-PH" sz="3600" dirty="0"/>
              <a:t>. </a:t>
            </a:r>
            <a:r>
              <a:rPr lang="en-PH" sz="3600" dirty="0" err="1"/>
              <a:t>Binalot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ng </a:t>
            </a:r>
            <a:r>
              <a:rPr lang="en-PH" sz="3600" dirty="0" err="1"/>
              <a:t>matinding</a:t>
            </a:r>
            <a:r>
              <a:rPr lang="en-PH" sz="3600" dirty="0"/>
              <a:t> </a:t>
            </a:r>
            <a:r>
              <a:rPr lang="en-PH" sz="3600" dirty="0" err="1"/>
              <a:t>paghihinagpis</a:t>
            </a:r>
            <a:r>
              <a:rPr lang="en-PH" sz="3600" dirty="0"/>
              <a:t>. </a:t>
            </a:r>
            <a:r>
              <a:rPr lang="en-PH" sz="3600" dirty="0" err="1"/>
              <a:t>Natulala</a:t>
            </a:r>
            <a:r>
              <a:rPr lang="en-PH" sz="3600" dirty="0"/>
              <a:t> at </a:t>
            </a:r>
            <a:r>
              <a:rPr lang="en-PH" sz="3600" dirty="0" err="1"/>
              <a:t>nawalan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pag-asa</a:t>
            </a:r>
            <a:r>
              <a:rPr lang="en-PH" sz="3600" dirty="0"/>
              <a:t> para </a:t>
            </a:r>
            <a:r>
              <a:rPr lang="en-PH" sz="3600" dirty="0" err="1"/>
              <a:t>tulungan</a:t>
            </a:r>
            <a:r>
              <a:rPr lang="en-PH" sz="3600" dirty="0"/>
              <a:t> ang </a:t>
            </a:r>
            <a:r>
              <a:rPr lang="en-PH" sz="3600" dirty="0" err="1"/>
              <a:t>kapatid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mabago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kalagayan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pagtila</a:t>
            </a:r>
            <a:r>
              <a:rPr lang="en-PH" sz="3600" dirty="0"/>
              <a:t> ng </a:t>
            </a:r>
            <a:r>
              <a:rPr lang="en-PH" sz="3600" dirty="0" err="1"/>
              <a:t>ulan</a:t>
            </a:r>
            <a:r>
              <a:rPr lang="en-PH" sz="3600" dirty="0"/>
              <a:t> ay </a:t>
            </a:r>
            <a:r>
              <a:rPr lang="en-PH" sz="3600" dirty="0" err="1"/>
              <a:t>nagpatihulog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bintana</a:t>
            </a:r>
            <a:r>
              <a:rPr lang="en-PH" sz="3600" dirty="0"/>
              <a:t> ng </a:t>
            </a:r>
            <a:r>
              <a:rPr lang="en-PH" sz="3600" dirty="0" err="1"/>
              <a:t>kampanaryo</a:t>
            </a:r>
            <a:r>
              <a:rPr lang="en-PH" sz="3600" dirty="0"/>
              <a:t> </a:t>
            </a:r>
            <a:r>
              <a:rPr lang="en-PH" sz="3600" dirty="0" err="1"/>
              <a:t>gamit</a:t>
            </a:r>
            <a:r>
              <a:rPr lang="en-PH" sz="3600" dirty="0"/>
              <a:t> ang </a:t>
            </a:r>
            <a:r>
              <a:rPr lang="en-PH" sz="3600" dirty="0" err="1"/>
              <a:t>lubid</a:t>
            </a:r>
            <a:r>
              <a:rPr lang="en-PH" sz="3600" dirty="0"/>
              <a:t> ng </a:t>
            </a:r>
            <a:r>
              <a:rPr lang="en-PH" sz="3600" dirty="0" err="1"/>
              <a:t>kampana</a:t>
            </a:r>
            <a:r>
              <a:rPr lang="en-PH" sz="360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5114421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16:Si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Abalang-abala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nina</a:t>
            </a:r>
            <a:r>
              <a:rPr lang="en-PH" sz="3600" dirty="0"/>
              <a:t> Basilio at Crispin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maliit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dampa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labas</a:t>
            </a:r>
            <a:r>
              <a:rPr lang="en-PH" sz="3600" dirty="0"/>
              <a:t> ng bayan. </a:t>
            </a:r>
            <a:r>
              <a:rPr lang="en-PH" sz="3600" dirty="0" err="1"/>
              <a:t>Siya’y</a:t>
            </a:r>
            <a:r>
              <a:rPr lang="en-PH" sz="3600" dirty="0"/>
              <a:t> salat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kabuhayan</a:t>
            </a:r>
            <a:r>
              <a:rPr lang="en-PH" sz="3600" dirty="0"/>
              <a:t>. May </a:t>
            </a:r>
            <a:r>
              <a:rPr lang="en-PH" sz="3600" dirty="0" err="1"/>
              <a:t>likas</a:t>
            </a:r>
            <a:r>
              <a:rPr lang="en-PH" sz="3600" dirty="0"/>
              <a:t> </a:t>
            </a:r>
            <a:r>
              <a:rPr lang="en-PH" sz="3600" dirty="0" err="1"/>
              <a:t>mang</a:t>
            </a:r>
            <a:r>
              <a:rPr lang="en-PH" sz="3600" dirty="0"/>
              <a:t> </a:t>
            </a:r>
            <a:r>
              <a:rPr lang="en-PH" sz="3600" dirty="0" err="1"/>
              <a:t>ganda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pinatanda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panahon</a:t>
            </a:r>
            <a:r>
              <a:rPr lang="en-PH" sz="3600" dirty="0"/>
              <a:t> at </a:t>
            </a:r>
            <a:r>
              <a:rPr lang="en-PH" sz="3600" dirty="0" err="1"/>
              <a:t>pagdurusa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Nakapag-asawa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lalaking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idinulot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</a:t>
            </a:r>
            <a:r>
              <a:rPr lang="en-PH" sz="3600" dirty="0" err="1"/>
              <a:t>kundi</a:t>
            </a:r>
            <a:r>
              <a:rPr lang="en-PH" sz="3600" dirty="0"/>
              <a:t> </a:t>
            </a:r>
            <a:r>
              <a:rPr lang="en-PH" sz="3600" dirty="0" err="1"/>
              <a:t>sakit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kalooban</a:t>
            </a:r>
            <a:r>
              <a:rPr lang="en-PH" sz="3600" dirty="0"/>
              <a:t>. </a:t>
            </a:r>
            <a:r>
              <a:rPr lang="en-PH" sz="3600" dirty="0" err="1"/>
              <a:t>Tamad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, </a:t>
            </a:r>
            <a:r>
              <a:rPr lang="en-PH" sz="3600" dirty="0" err="1"/>
              <a:t>mahilig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sugal</a:t>
            </a:r>
            <a:r>
              <a:rPr lang="en-PH" sz="3600" dirty="0"/>
              <a:t>, </a:t>
            </a:r>
            <a:r>
              <a:rPr lang="en-PH" sz="3600" dirty="0" err="1"/>
              <a:t>iresponsable</a:t>
            </a:r>
            <a:r>
              <a:rPr lang="en-PH" sz="3600" dirty="0"/>
              <a:t> at </a:t>
            </a:r>
            <a:r>
              <a:rPr lang="en-PH" sz="3600" dirty="0" err="1"/>
              <a:t>nagpapagala</a:t>
            </a:r>
            <a:r>
              <a:rPr lang="en-PH" sz="3600" dirty="0"/>
              <a:t>-gala lang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lansangan</a:t>
            </a:r>
            <a:r>
              <a:rPr lang="en-PH" sz="3600" dirty="0"/>
              <a:t>. Wala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pakialam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mag-</a:t>
            </a:r>
            <a:r>
              <a:rPr lang="en-PH" sz="3600" dirty="0" err="1"/>
              <a:t>iina</a:t>
            </a:r>
            <a:r>
              <a:rPr lang="en-PH" sz="3600" dirty="0"/>
              <a:t>. </a:t>
            </a:r>
            <a:r>
              <a:rPr lang="en-PH" sz="3600" dirty="0" err="1"/>
              <a:t>Madalas</a:t>
            </a:r>
            <a:r>
              <a:rPr lang="en-PH" sz="3600" dirty="0"/>
              <a:t> pa </a:t>
            </a:r>
            <a:r>
              <a:rPr lang="en-PH" sz="3600" dirty="0" err="1"/>
              <a:t>nga</a:t>
            </a:r>
            <a:r>
              <a:rPr lang="en-PH" sz="3600" dirty="0"/>
              <a:t> ay </a:t>
            </a:r>
            <a:r>
              <a:rPr lang="en-PH" sz="3600" dirty="0" err="1"/>
              <a:t>binubugbog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umuuwi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8643563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16:Si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Patuloy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tinitiis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ang </a:t>
            </a:r>
            <a:r>
              <a:rPr lang="en-PH" sz="3600" dirty="0" err="1"/>
              <a:t>ginagawa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</a:t>
            </a:r>
            <a:r>
              <a:rPr lang="en-PH" sz="3600" dirty="0"/>
              <a:t> ng </a:t>
            </a:r>
            <a:r>
              <a:rPr lang="en-PH" sz="3600" dirty="0" err="1"/>
              <a:t>asawa</a:t>
            </a:r>
            <a:r>
              <a:rPr lang="en-PH" sz="3600" dirty="0"/>
              <a:t>. </a:t>
            </a:r>
            <a:r>
              <a:rPr lang="en-PH" sz="3600" dirty="0" err="1"/>
              <a:t>Minamahal</a:t>
            </a:r>
            <a:r>
              <a:rPr lang="en-PH" sz="3600" dirty="0"/>
              <a:t> pa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at </a:t>
            </a:r>
            <a:r>
              <a:rPr lang="en-PH" sz="3600" dirty="0" err="1"/>
              <a:t>sinasamba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akala </a:t>
            </a:r>
            <a:r>
              <a:rPr lang="en-PH" sz="3600" dirty="0" err="1"/>
              <a:t>mo’y</a:t>
            </a:r>
            <a:r>
              <a:rPr lang="en-PH" sz="3600" dirty="0"/>
              <a:t> </a:t>
            </a:r>
            <a:r>
              <a:rPr lang="en-PH" sz="3600" dirty="0" err="1"/>
              <a:t>diyos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Nung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 ay </a:t>
            </a:r>
            <a:r>
              <a:rPr lang="en-PH" sz="3600" dirty="0" err="1"/>
              <a:t>naghanda</a:t>
            </a:r>
            <a:r>
              <a:rPr lang="en-PH" sz="3600" dirty="0"/>
              <a:t> ng </a:t>
            </a:r>
            <a:r>
              <a:rPr lang="en-PH" sz="3600" dirty="0" err="1"/>
              <a:t>masarap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hapunan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. </a:t>
            </a:r>
            <a:r>
              <a:rPr lang="en-PH" sz="3600" dirty="0" err="1"/>
              <a:t>Minsan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mangyari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kasalatan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buhay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1231289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16:Si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Inihain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paborito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Crispin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tuyong</a:t>
            </a:r>
            <a:r>
              <a:rPr lang="en-PH" sz="3600" dirty="0"/>
              <a:t> </a:t>
            </a:r>
            <a:r>
              <a:rPr lang="en-PH" sz="3600" dirty="0" err="1"/>
              <a:t>tawilis</a:t>
            </a:r>
            <a:r>
              <a:rPr lang="en-PH" sz="3600" dirty="0"/>
              <a:t> at </a:t>
            </a:r>
            <a:r>
              <a:rPr lang="en-PH" sz="3600" dirty="0" err="1"/>
              <a:t>sariwang</a:t>
            </a:r>
            <a:r>
              <a:rPr lang="en-PH" sz="3600" dirty="0"/>
              <a:t> </a:t>
            </a:r>
            <a:r>
              <a:rPr lang="en-PH" sz="3600" dirty="0" err="1"/>
              <a:t>kamatis</a:t>
            </a:r>
            <a:r>
              <a:rPr lang="en-PH" sz="3600" dirty="0"/>
              <a:t> </a:t>
            </a:r>
            <a:r>
              <a:rPr lang="en-PH" sz="3600" dirty="0" err="1"/>
              <a:t>samantalang</a:t>
            </a:r>
            <a:r>
              <a:rPr lang="en-PH" sz="3600" dirty="0"/>
              <a:t> </a:t>
            </a:r>
            <a:r>
              <a:rPr lang="en-PH" sz="3600" dirty="0" err="1"/>
              <a:t>tapang</a:t>
            </a:r>
            <a:r>
              <a:rPr lang="en-PH" sz="3600" dirty="0"/>
              <a:t> </a:t>
            </a:r>
            <a:r>
              <a:rPr lang="en-PH" sz="3600" dirty="0" err="1"/>
              <a:t>baboy-damo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at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hita</a:t>
            </a:r>
            <a:r>
              <a:rPr lang="en-PH" sz="3600" dirty="0"/>
              <a:t> ng </a:t>
            </a:r>
            <a:r>
              <a:rPr lang="en-PH" sz="3600" dirty="0" err="1"/>
              <a:t>patong</a:t>
            </a:r>
            <a:r>
              <a:rPr lang="en-PH" sz="3600" dirty="0"/>
              <a:t> </a:t>
            </a:r>
            <a:r>
              <a:rPr lang="en-PH" sz="3600" dirty="0" err="1"/>
              <a:t>bundok</a:t>
            </a:r>
            <a:r>
              <a:rPr lang="en-PH" sz="3600" dirty="0"/>
              <a:t> ang para kay Basilio. </a:t>
            </a:r>
            <a:r>
              <a:rPr lang="en-PH" sz="3600" dirty="0" err="1"/>
              <a:t>Galing</a:t>
            </a:r>
            <a:r>
              <a:rPr lang="en-PH" sz="3600" dirty="0"/>
              <a:t> ang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iyon</a:t>
            </a:r>
            <a:r>
              <a:rPr lang="en-PH" sz="3600" dirty="0"/>
              <a:t> kay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kasamaang</a:t>
            </a:r>
            <a:r>
              <a:rPr lang="en-PH" sz="3600" dirty="0"/>
              <a:t> </a:t>
            </a:r>
            <a:r>
              <a:rPr lang="en-PH" sz="3600" dirty="0" err="1"/>
              <a:t>palad</a:t>
            </a:r>
            <a:r>
              <a:rPr lang="en-PH" sz="3600" dirty="0"/>
              <a:t> ay </a:t>
            </a:r>
            <a:r>
              <a:rPr lang="en-PH" sz="3600" dirty="0" err="1"/>
              <a:t>naunang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ang </a:t>
            </a:r>
            <a:r>
              <a:rPr lang="en-PH" sz="3600" dirty="0" err="1"/>
              <a:t>asawang</a:t>
            </a:r>
            <a:r>
              <a:rPr lang="en-PH" sz="3600" dirty="0"/>
              <a:t> </a:t>
            </a:r>
            <a:r>
              <a:rPr lang="en-PH" sz="3600" dirty="0" err="1"/>
              <a:t>tamad</a:t>
            </a:r>
            <a:r>
              <a:rPr lang="en-PH" sz="3600" dirty="0"/>
              <a:t> at </a:t>
            </a:r>
            <a:r>
              <a:rPr lang="en-PH" sz="3600" dirty="0" err="1"/>
              <a:t>iresponsable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. </a:t>
            </a:r>
            <a:r>
              <a:rPr lang="en-PH" sz="3600" dirty="0" err="1"/>
              <a:t>Inubos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inihain</a:t>
            </a:r>
            <a:r>
              <a:rPr lang="en-PH" sz="3600" dirty="0"/>
              <a:t> ng </a:t>
            </a:r>
            <a:r>
              <a:rPr lang="en-PH" sz="3600" dirty="0" err="1"/>
              <a:t>asawa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at </a:t>
            </a:r>
            <a:r>
              <a:rPr lang="en-PH" sz="3600" dirty="0" err="1"/>
              <a:t>hindi</a:t>
            </a:r>
            <a:r>
              <a:rPr lang="en-PH" sz="3600" dirty="0"/>
              <a:t> man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nagtira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9775197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16:Si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Ni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itinanong</a:t>
            </a:r>
            <a:r>
              <a:rPr lang="en-PH" sz="3600" dirty="0"/>
              <a:t> kung </a:t>
            </a:r>
            <a:r>
              <a:rPr lang="en-PH" sz="3600" dirty="0" err="1"/>
              <a:t>kamusta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ba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mag-</a:t>
            </a:r>
            <a:r>
              <a:rPr lang="en-PH" sz="3600" dirty="0" err="1"/>
              <a:t>iina</a:t>
            </a:r>
            <a:r>
              <a:rPr lang="en-PH" sz="3600" dirty="0"/>
              <a:t>,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halip</a:t>
            </a:r>
            <a:r>
              <a:rPr lang="en-PH" sz="3600" dirty="0"/>
              <a:t> ay </a:t>
            </a:r>
            <a:r>
              <a:rPr lang="en-PH" sz="3600" dirty="0" err="1"/>
              <a:t>nagbilin</a:t>
            </a:r>
            <a:r>
              <a:rPr lang="en-PH" sz="3600" dirty="0"/>
              <a:t> pa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bigyan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kwarta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kita</a:t>
            </a:r>
            <a:r>
              <a:rPr lang="en-PH" sz="3600" dirty="0"/>
              <a:t>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Wala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nagawa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</a:t>
            </a:r>
            <a:r>
              <a:rPr lang="en-PH" sz="3600" dirty="0" err="1"/>
              <a:t>kundi</a:t>
            </a:r>
            <a:r>
              <a:rPr lang="en-PH" sz="3600" dirty="0"/>
              <a:t> </a:t>
            </a:r>
            <a:r>
              <a:rPr lang="en-PH" sz="3600" dirty="0" err="1"/>
              <a:t>maghinagpis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pag-aalalang</a:t>
            </a:r>
            <a:r>
              <a:rPr lang="en-PH" sz="3600" dirty="0"/>
              <a:t> </a:t>
            </a:r>
            <a:r>
              <a:rPr lang="en-PH" sz="3600" dirty="0" err="1"/>
              <a:t>wala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masarap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hapunan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supling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1610606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16:Si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 err="1"/>
              <a:t>Nagluto</a:t>
            </a:r>
            <a:r>
              <a:rPr lang="en-PH" sz="4800" dirty="0"/>
              <a:t> </a:t>
            </a:r>
            <a:r>
              <a:rPr lang="en-PH" sz="4800" dirty="0" err="1"/>
              <a:t>siyang</a:t>
            </a:r>
            <a:r>
              <a:rPr lang="en-PH" sz="4800" dirty="0"/>
              <a:t> </a:t>
            </a:r>
            <a:r>
              <a:rPr lang="en-PH" sz="4800" dirty="0" err="1"/>
              <a:t>muli</a:t>
            </a:r>
            <a:r>
              <a:rPr lang="en-PH" sz="4800" dirty="0"/>
              <a:t> para </a:t>
            </a:r>
            <a:r>
              <a:rPr lang="en-PH" sz="4800" dirty="0" err="1"/>
              <a:t>naman</a:t>
            </a:r>
            <a:r>
              <a:rPr lang="en-PH" sz="4800" dirty="0"/>
              <a:t> may </a:t>
            </a:r>
            <a:r>
              <a:rPr lang="en-PH" sz="4800" dirty="0" err="1"/>
              <a:t>makain</a:t>
            </a:r>
            <a:r>
              <a:rPr lang="en-PH" sz="4800" dirty="0"/>
              <a:t> 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anak</a:t>
            </a:r>
            <a:r>
              <a:rPr lang="en-PH" sz="4800" dirty="0"/>
              <a:t> </a:t>
            </a:r>
            <a:r>
              <a:rPr lang="en-PH" sz="4800" dirty="0" err="1"/>
              <a:t>pagdating</a:t>
            </a:r>
            <a:r>
              <a:rPr lang="en-PH" sz="4800" dirty="0"/>
              <a:t> </a:t>
            </a:r>
            <a:r>
              <a:rPr lang="en-PH" sz="4800" dirty="0" err="1"/>
              <a:t>galing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simbahan</a:t>
            </a:r>
            <a:r>
              <a:rPr lang="en-PH" sz="4800" dirty="0"/>
              <a:t>.</a:t>
            </a:r>
          </a:p>
          <a:p>
            <a:pPr marL="0" indent="0" algn="just">
              <a:buNone/>
            </a:pPr>
            <a:r>
              <a:rPr lang="en-PH" sz="4800" dirty="0"/>
              <a:t>‘Di </a:t>
            </a:r>
            <a:r>
              <a:rPr lang="en-PH" sz="4800" dirty="0" err="1"/>
              <a:t>nagtagal</a:t>
            </a:r>
            <a:r>
              <a:rPr lang="en-PH" sz="4800" dirty="0"/>
              <a:t> ay </a:t>
            </a:r>
            <a:r>
              <a:rPr lang="en-PH" sz="4800" dirty="0" err="1"/>
              <a:t>nainip</a:t>
            </a:r>
            <a:r>
              <a:rPr lang="en-PH" sz="4800" dirty="0"/>
              <a:t> </a:t>
            </a:r>
            <a:r>
              <a:rPr lang="en-PH" sz="4800" dirty="0" err="1"/>
              <a:t>si</a:t>
            </a:r>
            <a:r>
              <a:rPr lang="en-PH" sz="4800" dirty="0"/>
              <a:t> </a:t>
            </a:r>
            <a:r>
              <a:rPr lang="en-PH" sz="4800" dirty="0" err="1"/>
              <a:t>Sisa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kahihintay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anak</a:t>
            </a:r>
            <a:r>
              <a:rPr lang="en-PH" sz="4800" dirty="0"/>
              <a:t>. </a:t>
            </a:r>
            <a:r>
              <a:rPr lang="en-PH" sz="4800" dirty="0" err="1"/>
              <a:t>Nakarinig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lamang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ng </a:t>
            </a:r>
            <a:r>
              <a:rPr lang="en-PH" sz="4800" dirty="0" err="1"/>
              <a:t>malalakas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tawag</a:t>
            </a:r>
            <a:r>
              <a:rPr lang="en-PH" sz="4800" dirty="0"/>
              <a:t> </a:t>
            </a:r>
            <a:r>
              <a:rPr lang="en-PH" sz="4800" dirty="0" err="1"/>
              <a:t>mula</a:t>
            </a:r>
            <a:r>
              <a:rPr lang="en-PH" sz="4800" dirty="0"/>
              <a:t> kay Basilio.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4697022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17:Si Basilio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Dumating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duguan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kadahilanang</a:t>
            </a:r>
            <a:r>
              <a:rPr lang="en-PH" sz="3600" dirty="0"/>
              <a:t> </a:t>
            </a:r>
            <a:r>
              <a:rPr lang="en-PH" sz="3600" dirty="0" err="1"/>
              <a:t>hinabol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gwardiya</a:t>
            </a:r>
            <a:r>
              <a:rPr lang="en-PH" sz="3600" dirty="0"/>
              <a:t> </a:t>
            </a:r>
            <a:r>
              <a:rPr lang="en-PH" sz="3600" dirty="0" err="1"/>
              <a:t>sibil</a:t>
            </a:r>
            <a:r>
              <a:rPr lang="en-PH" sz="3600" dirty="0"/>
              <a:t> at </a:t>
            </a:r>
            <a:r>
              <a:rPr lang="en-PH" sz="3600" dirty="0" err="1"/>
              <a:t>nadaplisan</a:t>
            </a:r>
            <a:r>
              <a:rPr lang="en-PH" sz="3600" dirty="0"/>
              <a:t> ng </a:t>
            </a:r>
            <a:r>
              <a:rPr lang="en-PH" sz="3600" dirty="0" err="1"/>
              <a:t>bala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ulo. Hindi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nakahinto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paglalakad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takot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ikulong</a:t>
            </a:r>
            <a:r>
              <a:rPr lang="en-PH" sz="3600" dirty="0"/>
              <a:t> at </a:t>
            </a:r>
            <a:r>
              <a:rPr lang="en-PH" sz="3600" dirty="0" err="1"/>
              <a:t>paglinisin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kuwartel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Ipinakausap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sabihing</a:t>
            </a:r>
            <a:r>
              <a:rPr lang="en-PH" sz="3600" dirty="0"/>
              <a:t> </a:t>
            </a:r>
            <a:r>
              <a:rPr lang="en-PH" sz="3600" dirty="0" err="1"/>
              <a:t>nahulog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puno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</a:t>
            </a:r>
            <a:r>
              <a:rPr lang="en-PH" sz="3600" dirty="0" err="1"/>
              <a:t>ipagtapat</a:t>
            </a:r>
            <a:r>
              <a:rPr lang="en-PH" sz="3600" dirty="0"/>
              <a:t> ang </a:t>
            </a:r>
            <a:r>
              <a:rPr lang="en-PH" sz="3600" dirty="0" err="1"/>
              <a:t>tunay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nangyari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Nalaman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napag-bintangan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Crispin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nagnakaw</a:t>
            </a:r>
            <a:r>
              <a:rPr lang="en-PH" sz="3600" dirty="0"/>
              <a:t>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onsa</a:t>
            </a:r>
            <a:r>
              <a:rPr lang="en-PH" sz="3600" dirty="0"/>
              <a:t>. </a:t>
            </a:r>
            <a:r>
              <a:rPr lang="en-PH" sz="3600" dirty="0" err="1"/>
              <a:t>Nahabag</a:t>
            </a:r>
            <a:r>
              <a:rPr lang="en-PH" sz="3600" dirty="0"/>
              <a:t> ang </a:t>
            </a:r>
            <a:r>
              <a:rPr lang="en-PH" sz="3600" dirty="0" err="1"/>
              <a:t>puso</a:t>
            </a:r>
            <a:r>
              <a:rPr lang="en-PH" sz="3600" dirty="0"/>
              <a:t> ng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bunso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1846248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17: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ipinagtapat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ang </a:t>
            </a:r>
            <a:r>
              <a:rPr lang="en-PH" sz="3600" dirty="0" err="1"/>
              <a:t>parusang</a:t>
            </a:r>
            <a:r>
              <a:rPr lang="en-PH" sz="3600" dirty="0"/>
              <a:t> </a:t>
            </a:r>
            <a:r>
              <a:rPr lang="en-PH" sz="3600" dirty="0" err="1"/>
              <a:t>tinatamasa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Crispin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kamay</a:t>
            </a:r>
            <a:r>
              <a:rPr lang="en-PH" sz="3600" dirty="0"/>
              <a:t> ng </a:t>
            </a:r>
            <a:r>
              <a:rPr lang="en-PH" sz="3600" dirty="0" err="1"/>
              <a:t>sakristan</a:t>
            </a:r>
            <a:r>
              <a:rPr lang="en-PH" sz="3600" dirty="0"/>
              <a:t> mayor at </a:t>
            </a:r>
            <a:r>
              <a:rPr lang="en-PH" sz="3600" dirty="0" err="1"/>
              <a:t>pari</a:t>
            </a:r>
            <a:r>
              <a:rPr lang="en-PH" sz="3600" dirty="0"/>
              <a:t>. </a:t>
            </a:r>
            <a:r>
              <a:rPr lang="en-PH" sz="3600" dirty="0" err="1"/>
              <a:t>Nawalan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ganang</a:t>
            </a:r>
            <a:r>
              <a:rPr lang="en-PH" sz="3600" dirty="0"/>
              <a:t> </a:t>
            </a:r>
            <a:r>
              <a:rPr lang="en-PH" sz="3600" dirty="0" err="1"/>
              <a:t>kumain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kalagayan</a:t>
            </a:r>
            <a:r>
              <a:rPr lang="en-PH" sz="3600" dirty="0"/>
              <a:t> ng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lalo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malaman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ama.</a:t>
            </a:r>
          </a:p>
          <a:p>
            <a:pPr marL="0" indent="0" algn="just">
              <a:buNone/>
            </a:pPr>
            <a:r>
              <a:rPr lang="en-PH" sz="3600" dirty="0"/>
              <a:t>‘Di </a:t>
            </a:r>
            <a:r>
              <a:rPr lang="en-PH" sz="3600" dirty="0" err="1"/>
              <a:t>kasi</a:t>
            </a:r>
            <a:r>
              <a:rPr lang="en-PH" sz="3600" dirty="0"/>
              <a:t> </a:t>
            </a:r>
            <a:r>
              <a:rPr lang="en-PH" sz="3600" dirty="0" err="1"/>
              <a:t>linggid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kaalaman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ang </a:t>
            </a:r>
            <a:r>
              <a:rPr lang="en-PH" sz="3600" dirty="0" err="1"/>
              <a:t>pambubugbog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ginagawa</a:t>
            </a:r>
            <a:r>
              <a:rPr lang="en-PH" sz="3600" dirty="0"/>
              <a:t> ng ama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tuwing</a:t>
            </a:r>
            <a:r>
              <a:rPr lang="en-PH" sz="3600" dirty="0"/>
              <a:t> </a:t>
            </a:r>
            <a:r>
              <a:rPr lang="en-PH" sz="3600" dirty="0" err="1"/>
              <a:t>dumarating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1788888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17: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Dahil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galit</a:t>
            </a:r>
            <a:r>
              <a:rPr lang="en-PH" sz="3600" dirty="0"/>
              <a:t> ay </a:t>
            </a:r>
            <a:r>
              <a:rPr lang="en-PH" sz="3600" dirty="0" err="1"/>
              <a:t>nasabi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mabuti</a:t>
            </a:r>
            <a:r>
              <a:rPr lang="en-PH" sz="3600" dirty="0"/>
              <a:t> pang </a:t>
            </a:r>
            <a:r>
              <a:rPr lang="en-PH" sz="3600" dirty="0" err="1"/>
              <a:t>mawala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ama at mabuhay </a:t>
            </a:r>
            <a:r>
              <a:rPr lang="en-PH" sz="3600" dirty="0" err="1"/>
              <a:t>silang</a:t>
            </a:r>
            <a:r>
              <a:rPr lang="en-PH" sz="3600" dirty="0"/>
              <a:t> </a:t>
            </a:r>
            <a:r>
              <a:rPr lang="en-PH" sz="3600" dirty="0" err="1"/>
              <a:t>tatlo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. Baka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ganitong</a:t>
            </a:r>
            <a:r>
              <a:rPr lang="en-PH" sz="3600" dirty="0"/>
              <a:t> </a:t>
            </a:r>
            <a:r>
              <a:rPr lang="en-PH" sz="3600" dirty="0" err="1"/>
              <a:t>kalagayan</a:t>
            </a:r>
            <a:r>
              <a:rPr lang="en-PH" sz="3600" dirty="0"/>
              <a:t> ay mabuhay pa </a:t>
            </a:r>
            <a:r>
              <a:rPr lang="en-PH" sz="3600" dirty="0" err="1"/>
              <a:t>sila</a:t>
            </a:r>
            <a:r>
              <a:rPr lang="en-PH" sz="3600" dirty="0"/>
              <a:t> ng </a:t>
            </a:r>
            <a:r>
              <a:rPr lang="en-PH" sz="3600" dirty="0" err="1"/>
              <a:t>maayos</a:t>
            </a:r>
            <a:r>
              <a:rPr lang="en-PH" sz="3600" dirty="0"/>
              <a:t>. Ito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pinagdamdam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Para kay </a:t>
            </a:r>
            <a:r>
              <a:rPr lang="en-PH" sz="3600" dirty="0" err="1"/>
              <a:t>Sisa</a:t>
            </a:r>
            <a:r>
              <a:rPr lang="en-PH" sz="3600" dirty="0"/>
              <a:t>,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kabila</a:t>
            </a:r>
            <a:r>
              <a:rPr lang="en-PH" sz="3600" dirty="0"/>
              <a:t> ng ugali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asawa</a:t>
            </a:r>
            <a:r>
              <a:rPr lang="en-PH" sz="3600" dirty="0"/>
              <a:t> ay </a:t>
            </a:r>
            <a:r>
              <a:rPr lang="en-PH" sz="3600" dirty="0" err="1"/>
              <a:t>nais</a:t>
            </a:r>
            <a:r>
              <a:rPr lang="en-PH" sz="3600" dirty="0"/>
              <a:t> pa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magkakasama</a:t>
            </a:r>
            <a:r>
              <a:rPr lang="en-PH" sz="3600" dirty="0"/>
              <a:t> </a:t>
            </a:r>
            <a:r>
              <a:rPr lang="en-PH" sz="3600" dirty="0" err="1"/>
              <a:t>silang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212442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17: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Nakatulugan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alalahanin</a:t>
            </a:r>
            <a:r>
              <a:rPr lang="en-PH" sz="3600" dirty="0"/>
              <a:t> at pagod. Sa </a:t>
            </a:r>
            <a:r>
              <a:rPr lang="en-PH" sz="3600" dirty="0" err="1"/>
              <a:t>kalagitnaan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tulog</a:t>
            </a:r>
            <a:r>
              <a:rPr lang="en-PH" sz="3600" dirty="0"/>
              <a:t> ay </a:t>
            </a:r>
            <a:r>
              <a:rPr lang="en-PH" sz="3600" dirty="0" err="1"/>
              <a:t>binangungot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. Sa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panaginip</a:t>
            </a:r>
            <a:r>
              <a:rPr lang="en-PH" sz="3600" dirty="0"/>
              <a:t> ay </a:t>
            </a:r>
            <a:r>
              <a:rPr lang="en-PH" sz="3600" dirty="0" err="1"/>
              <a:t>nakita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pambubugbog</a:t>
            </a:r>
            <a:r>
              <a:rPr lang="en-PH" sz="3600" dirty="0"/>
              <a:t> ng </a:t>
            </a:r>
            <a:r>
              <a:rPr lang="en-PH" sz="3600" dirty="0" err="1"/>
              <a:t>kura</a:t>
            </a:r>
            <a:r>
              <a:rPr lang="en-PH" sz="3600" dirty="0"/>
              <a:t> at </a:t>
            </a:r>
            <a:r>
              <a:rPr lang="en-PH" sz="3600" dirty="0" err="1"/>
              <a:t>sakristan</a:t>
            </a:r>
            <a:r>
              <a:rPr lang="en-PH" sz="3600" dirty="0"/>
              <a:t> mayor kay Crispin. </a:t>
            </a:r>
            <a:r>
              <a:rPr lang="en-PH" sz="3600" dirty="0" err="1"/>
              <a:t>Ito’y</a:t>
            </a:r>
            <a:r>
              <a:rPr lang="en-PH" sz="3600" dirty="0"/>
              <a:t> </a:t>
            </a:r>
            <a:r>
              <a:rPr lang="en-PH" sz="3600" dirty="0" err="1"/>
              <a:t>pinalo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ng </a:t>
            </a:r>
            <a:r>
              <a:rPr lang="en-PH" sz="3600" dirty="0" err="1"/>
              <a:t>yantok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ulo </a:t>
            </a:r>
            <a:r>
              <a:rPr lang="en-PH" sz="3600" dirty="0" err="1"/>
              <a:t>hanggang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duguang</a:t>
            </a:r>
            <a:r>
              <a:rPr lang="en-PH" sz="3600" dirty="0"/>
              <a:t> </a:t>
            </a:r>
            <a:r>
              <a:rPr lang="en-PH" sz="3600" dirty="0" err="1"/>
              <a:t>humandusay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sahig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Nagising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yugyog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Basilio at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halip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ipagtapat</a:t>
            </a:r>
            <a:r>
              <a:rPr lang="en-PH" sz="3600" dirty="0"/>
              <a:t> ang </a:t>
            </a:r>
            <a:r>
              <a:rPr lang="en-PH" sz="3600" dirty="0" err="1"/>
              <a:t>laman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panaginip</a:t>
            </a:r>
            <a:r>
              <a:rPr lang="en-PH" sz="3600" dirty="0"/>
              <a:t> ay </a:t>
            </a:r>
            <a:r>
              <a:rPr lang="en-PH" sz="3600" dirty="0" err="1"/>
              <a:t>sinabi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pangarap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at </a:t>
            </a:r>
            <a:r>
              <a:rPr lang="en-PH" sz="3600" dirty="0" err="1"/>
              <a:t>kapatid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1932281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17: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/>
              <a:t>Ani Basilio, </a:t>
            </a:r>
            <a:r>
              <a:rPr lang="en-PH" sz="4400" dirty="0" err="1"/>
              <a:t>nais</a:t>
            </a:r>
            <a:r>
              <a:rPr lang="en-PH" sz="4400" dirty="0"/>
              <a:t> </a:t>
            </a:r>
            <a:r>
              <a:rPr lang="en-PH" sz="4400" dirty="0" err="1"/>
              <a:t>niyang</a:t>
            </a:r>
            <a:r>
              <a:rPr lang="en-PH" sz="4400" dirty="0"/>
              <a:t> </a:t>
            </a:r>
            <a:r>
              <a:rPr lang="en-PH" sz="4400" dirty="0" err="1"/>
              <a:t>huminto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pagsasakristan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Crispin.</a:t>
            </a:r>
          </a:p>
          <a:p>
            <a:pPr marL="0" indent="0" algn="just">
              <a:buNone/>
            </a:pPr>
            <a:r>
              <a:rPr lang="en-PH" sz="4400" dirty="0" err="1"/>
              <a:t>Magpapastol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lamang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ng </a:t>
            </a:r>
            <a:r>
              <a:rPr lang="en-PH" sz="4400" dirty="0" err="1"/>
              <a:t>baka</a:t>
            </a:r>
            <a:r>
              <a:rPr lang="en-PH" sz="4400" dirty="0"/>
              <a:t> at </a:t>
            </a:r>
            <a:r>
              <a:rPr lang="en-PH" sz="4400" dirty="0" err="1"/>
              <a:t>kalabaw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pag-aari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Ibarra. </a:t>
            </a:r>
            <a:r>
              <a:rPr lang="en-PH" sz="4400" dirty="0" err="1"/>
              <a:t>Pagsapit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edad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kaya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niyang</a:t>
            </a:r>
            <a:r>
              <a:rPr lang="en-PH" sz="4400" dirty="0"/>
              <a:t> mag-</a:t>
            </a:r>
            <a:r>
              <a:rPr lang="en-PH" sz="4400" dirty="0" err="1"/>
              <a:t>araro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bukid</a:t>
            </a:r>
            <a:r>
              <a:rPr lang="en-PH" sz="4400" dirty="0"/>
              <a:t> ay </a:t>
            </a:r>
            <a:r>
              <a:rPr lang="en-PH" sz="4400" dirty="0" err="1"/>
              <a:t>hihiling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ng </a:t>
            </a:r>
            <a:r>
              <a:rPr lang="en-PH" sz="4400" dirty="0" err="1"/>
              <a:t>kapirasong</a:t>
            </a:r>
            <a:r>
              <a:rPr lang="en-PH" sz="4400" dirty="0"/>
              <a:t> </a:t>
            </a:r>
            <a:r>
              <a:rPr lang="en-PH" sz="4400" dirty="0" err="1"/>
              <a:t>lupa</a:t>
            </a:r>
            <a:r>
              <a:rPr lang="en-PH" sz="4400" dirty="0"/>
              <a:t> para </a:t>
            </a:r>
            <a:r>
              <a:rPr lang="en-PH" sz="4400" dirty="0" err="1"/>
              <a:t>sakahin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010594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17: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Pauunlarin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raw </a:t>
            </a:r>
            <a:r>
              <a:rPr lang="en-PH" sz="3600" dirty="0" err="1"/>
              <a:t>ito</a:t>
            </a:r>
            <a:r>
              <a:rPr lang="en-PH" sz="3600" dirty="0"/>
              <a:t> at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umunlad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buhay</a:t>
            </a:r>
            <a:r>
              <a:rPr lang="en-PH" sz="3600" dirty="0"/>
              <a:t> ay </a:t>
            </a:r>
            <a:r>
              <a:rPr lang="en-PH" sz="3600" dirty="0" err="1"/>
              <a:t>pag-aaralin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kapatid</a:t>
            </a:r>
            <a:r>
              <a:rPr lang="en-PH" sz="3600" dirty="0"/>
              <a:t> kay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ay </a:t>
            </a:r>
            <a:r>
              <a:rPr lang="en-PH" sz="3600" dirty="0" err="1"/>
              <a:t>patitigilin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pananahi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  <a:p>
            <a:pPr marL="0" indent="0" algn="just">
              <a:buNone/>
            </a:pPr>
            <a:r>
              <a:rPr lang="en-PH" sz="3600" dirty="0" err="1"/>
              <a:t>Bagaman</a:t>
            </a:r>
            <a:r>
              <a:rPr lang="en-PH" sz="3600" dirty="0"/>
              <a:t> </a:t>
            </a:r>
            <a:r>
              <a:rPr lang="en-PH" sz="3600" dirty="0" err="1"/>
              <a:t>nagpapakita</a:t>
            </a:r>
            <a:r>
              <a:rPr lang="en-PH" sz="3600" dirty="0"/>
              <a:t> ng </a:t>
            </a:r>
            <a:r>
              <a:rPr lang="en-PH" sz="3600" dirty="0" err="1"/>
              <a:t>pagkatuwa</a:t>
            </a:r>
            <a:r>
              <a:rPr lang="en-PH" sz="3600" dirty="0"/>
              <a:t> ang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pangarap</a:t>
            </a:r>
            <a:r>
              <a:rPr lang="en-PH" sz="3600" dirty="0"/>
              <a:t> ng </a:t>
            </a:r>
            <a:r>
              <a:rPr lang="en-PH" sz="3600" dirty="0" err="1"/>
              <a:t>anak</a:t>
            </a:r>
            <a:r>
              <a:rPr lang="en-PH" sz="3600" dirty="0"/>
              <a:t> ay </a:t>
            </a:r>
            <a:r>
              <a:rPr lang="en-PH" sz="3600" dirty="0" err="1"/>
              <a:t>lihim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nasasaktan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isinama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plano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ama.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6417827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18:Mga Kaluluwang Naghihirap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Matamlay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nagdaos</a:t>
            </a:r>
            <a:r>
              <a:rPr lang="en-PH" sz="4400" dirty="0"/>
              <a:t> ng </a:t>
            </a:r>
            <a:r>
              <a:rPr lang="en-PH" sz="4400" dirty="0" err="1"/>
              <a:t>misa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Padre Salvi ng </a:t>
            </a:r>
            <a:r>
              <a:rPr lang="en-PH" sz="4400" dirty="0" err="1"/>
              <a:t>araw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yaon</a:t>
            </a:r>
            <a:r>
              <a:rPr lang="en-PH" sz="4400" dirty="0"/>
              <a:t>.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matatanda</a:t>
            </a:r>
            <a:r>
              <a:rPr lang="en-PH" sz="4400" dirty="0"/>
              <a:t> ay </a:t>
            </a:r>
            <a:r>
              <a:rPr lang="en-PH" sz="4400" dirty="0" err="1"/>
              <a:t>abala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nalalapit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pista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kanilang</a:t>
            </a:r>
            <a:r>
              <a:rPr lang="en-PH" sz="4400" dirty="0"/>
              <a:t> bayan </a:t>
            </a:r>
            <a:r>
              <a:rPr lang="en-PH" sz="4400" dirty="0" err="1"/>
              <a:t>habang</a:t>
            </a:r>
            <a:r>
              <a:rPr lang="en-PH" sz="4400" dirty="0"/>
              <a:t> </a:t>
            </a:r>
            <a:r>
              <a:rPr lang="en-PH" sz="4400" dirty="0" err="1"/>
              <a:t>naghihintay</a:t>
            </a:r>
            <a:r>
              <a:rPr lang="en-PH" sz="4400" dirty="0"/>
              <a:t> </a:t>
            </a:r>
            <a:r>
              <a:rPr lang="en-PH" sz="4400" dirty="0" err="1"/>
              <a:t>naman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makausap</a:t>
            </a:r>
            <a:r>
              <a:rPr lang="en-PH" sz="4400" dirty="0"/>
              <a:t> ang </a:t>
            </a:r>
            <a:r>
              <a:rPr lang="en-PH" sz="4400" dirty="0" err="1"/>
              <a:t>pari</a:t>
            </a:r>
            <a:r>
              <a:rPr lang="en-PH" sz="4400" dirty="0"/>
              <a:t>. May </a:t>
            </a:r>
            <a:r>
              <a:rPr lang="en-PH" sz="4400" dirty="0" err="1"/>
              <a:t>nais</a:t>
            </a:r>
            <a:r>
              <a:rPr lang="en-PH" sz="4400" dirty="0"/>
              <a:t> </a:t>
            </a:r>
            <a:r>
              <a:rPr lang="en-PH" sz="4400" dirty="0" err="1"/>
              <a:t>silang</a:t>
            </a:r>
            <a:r>
              <a:rPr lang="en-PH" sz="4400" dirty="0"/>
              <a:t> </a:t>
            </a:r>
            <a:r>
              <a:rPr lang="en-PH" sz="4400" dirty="0" err="1"/>
              <a:t>malaman</a:t>
            </a:r>
            <a:r>
              <a:rPr lang="en-PH" sz="4400" dirty="0"/>
              <a:t>. Si Padre </a:t>
            </a:r>
            <a:r>
              <a:rPr lang="en-PH" sz="4400" dirty="0" err="1"/>
              <a:t>Damaso</a:t>
            </a:r>
            <a:r>
              <a:rPr lang="en-PH" sz="4400" dirty="0"/>
              <a:t> </a:t>
            </a:r>
            <a:r>
              <a:rPr lang="en-PH" sz="4400" dirty="0" err="1"/>
              <a:t>ba</a:t>
            </a:r>
            <a:r>
              <a:rPr lang="en-PH" sz="4400" dirty="0"/>
              <a:t>, </a:t>
            </a:r>
            <a:r>
              <a:rPr lang="en-PH" sz="4400" dirty="0" err="1"/>
              <a:t>si</a:t>
            </a:r>
            <a:r>
              <a:rPr lang="en-PH" sz="4400" dirty="0"/>
              <a:t> Padre Martin o ang </a:t>
            </a:r>
            <a:r>
              <a:rPr lang="en-PH" sz="4400" dirty="0" err="1"/>
              <a:t>koordinator</a:t>
            </a:r>
            <a:r>
              <a:rPr lang="en-PH" sz="4400" dirty="0"/>
              <a:t> ang </a:t>
            </a:r>
            <a:r>
              <a:rPr lang="en-PH" sz="4400" dirty="0" err="1"/>
              <a:t>magmimisa</a:t>
            </a:r>
            <a:r>
              <a:rPr lang="en-PH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4608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18:Mga Kaluluwang Naghihirap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pagbili</a:t>
            </a:r>
            <a:r>
              <a:rPr lang="en-PH" sz="3600" dirty="0"/>
              <a:t> ng </a:t>
            </a:r>
            <a:r>
              <a:rPr lang="en-PH" sz="3600" dirty="0" err="1"/>
              <a:t>indulgencia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kaligtasan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namatay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kaanak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patuloy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nagdurusa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purgatoryo</a:t>
            </a:r>
            <a:r>
              <a:rPr lang="en-PH" sz="3600" dirty="0"/>
              <a:t> ay </a:t>
            </a:r>
            <a:r>
              <a:rPr lang="en-PH" sz="3600" dirty="0" err="1"/>
              <a:t>napag-usapan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matatanda</a:t>
            </a:r>
            <a:r>
              <a:rPr lang="en-PH" sz="3600" dirty="0"/>
              <a:t>. </a:t>
            </a:r>
            <a:r>
              <a:rPr lang="en-PH" sz="3600" dirty="0" err="1"/>
              <a:t>Mahigit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libong</a:t>
            </a:r>
            <a:r>
              <a:rPr lang="en-PH" sz="3600" dirty="0"/>
              <a:t> </a:t>
            </a:r>
            <a:r>
              <a:rPr lang="en-PH" sz="3600" dirty="0" err="1"/>
              <a:t>taon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kaligtasan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pagdurusa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purgatoryo</a:t>
            </a:r>
            <a:r>
              <a:rPr lang="en-PH" sz="3600" dirty="0"/>
              <a:t> ang </a:t>
            </a:r>
            <a:r>
              <a:rPr lang="en-PH" sz="3600" dirty="0" err="1"/>
              <a:t>katumbas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indulgencia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Dahil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kaabalahan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matatanda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pagpapalitan</a:t>
            </a:r>
            <a:r>
              <a:rPr lang="en-PH" sz="3600" dirty="0"/>
              <a:t> ng </a:t>
            </a:r>
            <a:r>
              <a:rPr lang="en-PH" sz="3600" dirty="0" err="1"/>
              <a:t>kuro-kuro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namalayan</a:t>
            </a:r>
            <a:r>
              <a:rPr lang="en-PH" sz="3600" dirty="0"/>
              <a:t> ang </a:t>
            </a:r>
            <a:r>
              <a:rPr lang="en-PH" sz="3600" dirty="0" err="1"/>
              <a:t>pagdating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2406059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18:Mga Kaluluwang Naghihirap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May </a:t>
            </a:r>
            <a:r>
              <a:rPr lang="en-PH" sz="3600" dirty="0" err="1"/>
              <a:t>dala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handog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.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sariwang</a:t>
            </a:r>
            <a:r>
              <a:rPr lang="en-PH" sz="3600" dirty="0"/>
              <a:t> </a:t>
            </a:r>
            <a:r>
              <a:rPr lang="en-PH" sz="3600" dirty="0" err="1"/>
              <a:t>gulay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tanim</a:t>
            </a:r>
            <a:r>
              <a:rPr lang="en-PH" sz="3600" dirty="0"/>
              <a:t> at </a:t>
            </a:r>
            <a:r>
              <a:rPr lang="en-PH" sz="3600" dirty="0" err="1"/>
              <a:t>pako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paborito</a:t>
            </a:r>
            <a:r>
              <a:rPr lang="en-PH" sz="3600" dirty="0"/>
              <a:t> ng </a:t>
            </a:r>
            <a:r>
              <a:rPr lang="en-PH" sz="3600" dirty="0" err="1"/>
              <a:t>kura</a:t>
            </a:r>
            <a:r>
              <a:rPr lang="en-PH" sz="3600" dirty="0"/>
              <a:t> ang </a:t>
            </a:r>
            <a:r>
              <a:rPr lang="en-PH" sz="3600" dirty="0" err="1"/>
              <a:t>dala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Nagtuloy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kusina</a:t>
            </a:r>
            <a:r>
              <a:rPr lang="en-PH" sz="3600" dirty="0"/>
              <a:t> ng </a:t>
            </a:r>
            <a:r>
              <a:rPr lang="en-PH" sz="3600" dirty="0" err="1"/>
              <a:t>kumbento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iayos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daladalahan</a:t>
            </a:r>
            <a:r>
              <a:rPr lang="en-PH" sz="3600" dirty="0"/>
              <a:t>. Ni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pinansin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sakristan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tauhan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kumbento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nakausap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tagaluto</a:t>
            </a:r>
            <a:r>
              <a:rPr lang="en-PH" sz="3600" dirty="0"/>
              <a:t> doon.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9829715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18:Mga Kaluluwang Naghihirap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Nalaman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maysakit</a:t>
            </a:r>
            <a:r>
              <a:rPr lang="en-PH" sz="3600" dirty="0"/>
              <a:t> ang </a:t>
            </a:r>
            <a:r>
              <a:rPr lang="en-PH" sz="3600" dirty="0" err="1"/>
              <a:t>pari</a:t>
            </a:r>
            <a:r>
              <a:rPr lang="en-PH" sz="3600" dirty="0"/>
              <a:t> at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makakausap</a:t>
            </a:r>
            <a:r>
              <a:rPr lang="en-PH" sz="3600" dirty="0"/>
              <a:t>. </a:t>
            </a:r>
            <a:r>
              <a:rPr lang="en-PH" sz="3600" dirty="0" err="1"/>
              <a:t>Nagulat</a:t>
            </a:r>
            <a:r>
              <a:rPr lang="en-PH" sz="3600" dirty="0"/>
              <a:t> din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malaman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anak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Crispin ay </a:t>
            </a:r>
            <a:r>
              <a:rPr lang="en-PH" sz="3600" dirty="0" err="1"/>
              <a:t>tumakas</a:t>
            </a:r>
            <a:r>
              <a:rPr lang="en-PH" sz="3600" dirty="0"/>
              <a:t> </a:t>
            </a:r>
            <a:r>
              <a:rPr lang="en-PH" sz="3600" dirty="0" err="1"/>
              <a:t>kasama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Basilio </a:t>
            </a:r>
            <a:r>
              <a:rPr lang="en-PH" sz="3600" dirty="0" err="1"/>
              <a:t>pagkatapos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magnakaw</a:t>
            </a:r>
            <a:r>
              <a:rPr lang="en-PH" sz="3600" dirty="0"/>
              <a:t> 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onsa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Alam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raw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gwardiya</a:t>
            </a:r>
            <a:r>
              <a:rPr lang="en-PH" sz="3600" dirty="0"/>
              <a:t> </a:t>
            </a:r>
            <a:r>
              <a:rPr lang="en-PH" sz="3600" dirty="0" err="1"/>
              <a:t>sibil</a:t>
            </a:r>
            <a:r>
              <a:rPr lang="en-PH" sz="3600" dirty="0"/>
              <a:t> kaya </a:t>
            </a:r>
            <a:r>
              <a:rPr lang="en-PH" sz="3600" dirty="0" err="1"/>
              <a:t>papunta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hulihin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Tinuya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tinuruan</a:t>
            </a:r>
            <a:r>
              <a:rPr lang="en-PH" sz="3600" dirty="0"/>
              <a:t> ng </a:t>
            </a:r>
            <a:r>
              <a:rPr lang="en-PH" sz="3600" dirty="0" err="1"/>
              <a:t>kabutihang</a:t>
            </a:r>
            <a:r>
              <a:rPr lang="en-PH" sz="3600" dirty="0"/>
              <a:t> </a:t>
            </a:r>
            <a:r>
              <a:rPr lang="en-PH" sz="3600" dirty="0" err="1"/>
              <a:t>asal</a:t>
            </a:r>
            <a:r>
              <a:rPr lang="en-PH" sz="3600" dirty="0"/>
              <a:t> ang </a:t>
            </a:r>
            <a:r>
              <a:rPr lang="en-PH" sz="3600" dirty="0" err="1"/>
              <a:t>magkapatid</a:t>
            </a:r>
            <a:r>
              <a:rPr lang="en-PH" sz="3600" dirty="0"/>
              <a:t> at </a:t>
            </a:r>
            <a:r>
              <a:rPr lang="en-PH" sz="3600" dirty="0" err="1"/>
              <a:t>higit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 ay </a:t>
            </a:r>
            <a:r>
              <a:rPr lang="en-PH" sz="3600" dirty="0" err="1"/>
              <a:t>nagmana</a:t>
            </a:r>
            <a:r>
              <a:rPr lang="en-PH" sz="3600" dirty="0"/>
              <a:t> raw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asawang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silbi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83116993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Sa tabi ng </a:t>
            </a:r>
            <a:r>
              <a:rPr lang="en-PH" sz="3600" dirty="0" err="1"/>
              <a:t>lawa</a:t>
            </a:r>
            <a:r>
              <a:rPr lang="en-PH" sz="3600" dirty="0"/>
              <a:t> ay </a:t>
            </a:r>
            <a:r>
              <a:rPr lang="en-PH" sz="3600" dirty="0" err="1"/>
              <a:t>nagkita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Ibarra at ang </a:t>
            </a:r>
            <a:r>
              <a:rPr lang="en-PH" sz="3600" dirty="0" err="1"/>
              <a:t>guro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San Diego. </a:t>
            </a:r>
            <a:r>
              <a:rPr lang="en-PH" sz="3600" dirty="0" err="1"/>
              <a:t>Itinuro</a:t>
            </a:r>
            <a:r>
              <a:rPr lang="en-PH" sz="3600" dirty="0"/>
              <a:t> ng </a:t>
            </a:r>
            <a:r>
              <a:rPr lang="en-PH" sz="3600" dirty="0" err="1"/>
              <a:t>guro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</a:t>
            </a:r>
            <a:r>
              <a:rPr lang="en-PH" sz="3600" dirty="0" err="1"/>
              <a:t>naitapon</a:t>
            </a:r>
            <a:r>
              <a:rPr lang="en-PH" sz="3600" dirty="0"/>
              <a:t> ang </a:t>
            </a:r>
            <a:r>
              <a:rPr lang="en-PH" sz="3600" dirty="0" err="1"/>
              <a:t>bangkay</a:t>
            </a:r>
            <a:r>
              <a:rPr lang="en-PH" sz="3600" dirty="0"/>
              <a:t> ng ama ng </a:t>
            </a:r>
            <a:r>
              <a:rPr lang="en-PH" sz="3600" dirty="0" err="1"/>
              <a:t>binata</a:t>
            </a:r>
            <a:r>
              <a:rPr lang="en-PH" sz="3600" dirty="0"/>
              <a:t>. Isa </a:t>
            </a:r>
            <a:r>
              <a:rPr lang="en-PH" sz="3600" dirty="0" err="1"/>
              <a:t>diumano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Tinyente</a:t>
            </a:r>
            <a:r>
              <a:rPr lang="en-PH" sz="3600" dirty="0"/>
              <a:t> Guevarra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iilang</a:t>
            </a:r>
            <a:r>
              <a:rPr lang="en-PH" sz="3600" dirty="0"/>
              <a:t> </a:t>
            </a:r>
            <a:r>
              <a:rPr lang="en-PH" sz="3600" dirty="0" err="1"/>
              <a:t>nakipaglibing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ama.</a:t>
            </a:r>
          </a:p>
          <a:p>
            <a:pPr marL="0" indent="0" algn="just">
              <a:buNone/>
            </a:pPr>
            <a:r>
              <a:rPr lang="en-PH" sz="3600" dirty="0" err="1"/>
              <a:t>Sinabi</a:t>
            </a:r>
            <a:r>
              <a:rPr lang="en-PH" sz="3600" dirty="0"/>
              <a:t> ng </a:t>
            </a:r>
            <a:r>
              <a:rPr lang="en-PH" sz="3600" dirty="0" err="1"/>
              <a:t>guro</a:t>
            </a:r>
            <a:r>
              <a:rPr lang="en-PH" sz="3600" dirty="0"/>
              <a:t> ang </a:t>
            </a:r>
            <a:r>
              <a:rPr lang="en-PH" sz="3600" dirty="0" err="1"/>
              <a:t>ginawang</a:t>
            </a:r>
            <a:r>
              <a:rPr lang="en-PH" sz="3600" dirty="0"/>
              <a:t> </a:t>
            </a:r>
            <a:r>
              <a:rPr lang="en-PH" sz="3600" dirty="0" err="1"/>
              <a:t>pagtulong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Don Rafael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ikauunlad</a:t>
            </a:r>
            <a:r>
              <a:rPr lang="en-PH" sz="3600" dirty="0"/>
              <a:t> ng </a:t>
            </a:r>
            <a:r>
              <a:rPr lang="en-PH" sz="3600" dirty="0" err="1"/>
              <a:t>edukasyon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bayan at </a:t>
            </a:r>
            <a:r>
              <a:rPr lang="en-PH" sz="3600" dirty="0" err="1"/>
              <a:t>naitulong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kapakanan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1505323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Tumulong</a:t>
            </a:r>
            <a:r>
              <a:rPr lang="en-PH" sz="4400" dirty="0"/>
              <a:t> </a:t>
            </a:r>
            <a:r>
              <a:rPr lang="en-PH" sz="4400" dirty="0" err="1"/>
              <a:t>kasi</a:t>
            </a:r>
            <a:r>
              <a:rPr lang="en-PH" sz="4400" dirty="0"/>
              <a:t> ang ama </a:t>
            </a:r>
            <a:r>
              <a:rPr lang="en-PH" sz="4400" dirty="0" err="1"/>
              <a:t>ni</a:t>
            </a:r>
            <a:r>
              <a:rPr lang="en-PH" sz="4400" dirty="0"/>
              <a:t> Ibarra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pangangailangan</a:t>
            </a:r>
            <a:r>
              <a:rPr lang="en-PH" sz="4400" dirty="0"/>
              <a:t> ng </a:t>
            </a:r>
            <a:r>
              <a:rPr lang="en-PH" sz="4400" dirty="0" err="1"/>
              <a:t>guro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pagtuturo</a:t>
            </a:r>
            <a:r>
              <a:rPr lang="en-PH" sz="4400" dirty="0"/>
              <a:t> </a:t>
            </a:r>
            <a:r>
              <a:rPr lang="en-PH" sz="4400" dirty="0" err="1"/>
              <a:t>noong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ay </a:t>
            </a:r>
            <a:r>
              <a:rPr lang="en-PH" sz="4400" dirty="0" err="1"/>
              <a:t>nagsisimula</a:t>
            </a:r>
            <a:r>
              <a:rPr lang="en-PH" sz="4400" dirty="0"/>
              <a:t> pa </a:t>
            </a:r>
            <a:r>
              <a:rPr lang="en-PH" sz="4400" dirty="0" err="1"/>
              <a:t>lamang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r>
              <a:rPr lang="en-PH" sz="4400" dirty="0" err="1"/>
              <a:t>Inisa-isa</a:t>
            </a:r>
            <a:r>
              <a:rPr lang="en-PH" sz="4400" dirty="0"/>
              <a:t> din ng </a:t>
            </a:r>
            <a:r>
              <a:rPr lang="en-PH" sz="4400" dirty="0" err="1"/>
              <a:t>guro</a:t>
            </a:r>
            <a:r>
              <a:rPr lang="en-PH" sz="4400" dirty="0"/>
              <a:t> ang </a:t>
            </a:r>
            <a:r>
              <a:rPr lang="en-PH" sz="4400" dirty="0" err="1"/>
              <a:t>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kinakaharap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suliranin</a:t>
            </a:r>
            <a:r>
              <a:rPr lang="en-PH" sz="4400" dirty="0"/>
              <a:t> ng San Diego </a:t>
            </a:r>
            <a:r>
              <a:rPr lang="en-PH" sz="4400" dirty="0" err="1"/>
              <a:t>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edukasyon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6966124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Aniya,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raw ay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sumusunod</a:t>
            </a:r>
            <a:r>
              <a:rPr lang="en-PH" sz="3600" dirty="0"/>
              <a:t>: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kawalang</a:t>
            </a:r>
            <a:r>
              <a:rPr lang="en-PH" sz="3600" dirty="0"/>
              <a:t> ng </a:t>
            </a:r>
            <a:r>
              <a:rPr lang="en-PH" sz="3600" dirty="0" err="1"/>
              <a:t>panggastos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kagamitan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pag-aaral</a:t>
            </a:r>
            <a:r>
              <a:rPr lang="en-PH" sz="3600" dirty="0"/>
              <a:t>, ang </a:t>
            </a:r>
            <a:r>
              <a:rPr lang="en-PH" sz="3600" dirty="0" err="1"/>
              <a:t>kawalan</a:t>
            </a:r>
            <a:r>
              <a:rPr lang="en-PH" sz="3600" dirty="0"/>
              <a:t> ng </a:t>
            </a:r>
            <a:r>
              <a:rPr lang="en-PH" sz="3600" dirty="0" err="1"/>
              <a:t>silid</a:t>
            </a:r>
            <a:r>
              <a:rPr lang="en-PH" sz="3600" dirty="0"/>
              <a:t> </a:t>
            </a:r>
            <a:r>
              <a:rPr lang="en-PH" sz="3600" dirty="0" err="1"/>
              <a:t>aralan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akma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makapag-aral</a:t>
            </a:r>
            <a:r>
              <a:rPr lang="en-PH" sz="3600" dirty="0"/>
              <a:t> ng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balakid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,</a:t>
            </a:r>
          </a:p>
          <a:p>
            <a:pPr marL="0" indent="0" algn="just">
              <a:buNone/>
            </a:pPr>
            <a:r>
              <a:rPr lang="en-PH" sz="3600" dirty="0"/>
              <a:t>  ang </a:t>
            </a:r>
            <a:r>
              <a:rPr lang="en-PH" sz="3600" dirty="0" err="1"/>
              <a:t>kakaibang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paraan</a:t>
            </a:r>
            <a:r>
              <a:rPr lang="en-PH" sz="3600" dirty="0"/>
              <a:t> ng </a:t>
            </a:r>
            <a:r>
              <a:rPr lang="en-PH" sz="3600" dirty="0" err="1"/>
              <a:t>pagtuturo</a:t>
            </a:r>
            <a:r>
              <a:rPr lang="en-PH" sz="3600" dirty="0"/>
              <a:t>,</a:t>
            </a:r>
          </a:p>
          <a:p>
            <a:pPr marL="0" indent="0" algn="just">
              <a:buNone/>
            </a:pPr>
            <a:r>
              <a:rPr lang="en-PH" sz="3600" dirty="0"/>
              <a:t> 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patakaran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nilalaman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aralin</a:t>
            </a:r>
            <a:r>
              <a:rPr lang="en-PH" sz="3600" dirty="0"/>
              <a:t>,</a:t>
            </a:r>
          </a:p>
          <a:p>
            <a:pPr marL="0" indent="0" algn="just">
              <a:buNone/>
            </a:pPr>
            <a:r>
              <a:rPr lang="en-PH" sz="3600" dirty="0"/>
              <a:t>  at ang </a:t>
            </a:r>
            <a:r>
              <a:rPr lang="en-PH" sz="3600" dirty="0" err="1"/>
              <a:t>kawalan</a:t>
            </a:r>
            <a:r>
              <a:rPr lang="en-PH" sz="3600" dirty="0"/>
              <a:t> ng </a:t>
            </a:r>
            <a:r>
              <a:rPr lang="en-PH" sz="3600" dirty="0" err="1"/>
              <a:t>pagkakaisa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magulang</a:t>
            </a:r>
            <a:r>
              <a:rPr lang="en-PH" sz="3600" dirty="0"/>
              <a:t> ng mag-</a:t>
            </a:r>
            <a:r>
              <a:rPr lang="en-PH" sz="3600" dirty="0" err="1"/>
              <a:t>aaral</a:t>
            </a:r>
            <a:r>
              <a:rPr lang="en-PH" sz="3600" dirty="0"/>
              <a:t> at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may </a:t>
            </a:r>
            <a:r>
              <a:rPr lang="en-PH" sz="3600" dirty="0" err="1"/>
              <a:t>katungkulan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0878997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Kahit </a:t>
            </a:r>
            <a:r>
              <a:rPr lang="en-PH" sz="3600" dirty="0" err="1"/>
              <a:t>anong</a:t>
            </a:r>
            <a:r>
              <a:rPr lang="en-PH" sz="3600" dirty="0"/>
              <a:t> </a:t>
            </a:r>
            <a:r>
              <a:rPr lang="en-PH" sz="3600" dirty="0" err="1"/>
              <a:t>tiyaga</a:t>
            </a:r>
            <a:r>
              <a:rPr lang="en-PH" sz="3600" dirty="0"/>
              <a:t> ng </a:t>
            </a:r>
            <a:r>
              <a:rPr lang="en-PH" sz="3600" dirty="0" err="1"/>
              <a:t>guro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ituro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estudyante</a:t>
            </a:r>
            <a:r>
              <a:rPr lang="en-PH" sz="3600" dirty="0"/>
              <a:t> ang </a:t>
            </a:r>
            <a:r>
              <a:rPr lang="en-PH" sz="3600" dirty="0" err="1"/>
              <a:t>nilalaman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libro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nakasulat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wikang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ay </a:t>
            </a:r>
            <a:r>
              <a:rPr lang="en-PH" sz="3600" dirty="0" err="1"/>
              <a:t>pilit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pinanghihimasukan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Pinapalo</a:t>
            </a:r>
            <a:r>
              <a:rPr lang="en-PH" sz="3600" dirty="0"/>
              <a:t> at </a:t>
            </a:r>
            <a:r>
              <a:rPr lang="en-PH" sz="3600" dirty="0" err="1"/>
              <a:t>minumura</a:t>
            </a:r>
            <a:r>
              <a:rPr lang="en-PH" sz="3600" dirty="0"/>
              <a:t> </a:t>
            </a:r>
            <a:r>
              <a:rPr lang="en-PH" sz="3600" dirty="0" err="1"/>
              <a:t>diumano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tuwing</a:t>
            </a:r>
            <a:r>
              <a:rPr lang="en-PH" sz="3600" dirty="0"/>
              <a:t> </a:t>
            </a:r>
            <a:r>
              <a:rPr lang="en-PH" sz="3600" dirty="0" err="1"/>
              <a:t>makaririnig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ingay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tapat</a:t>
            </a:r>
            <a:r>
              <a:rPr lang="en-PH" sz="3600" dirty="0"/>
              <a:t> ng </a:t>
            </a:r>
            <a:r>
              <a:rPr lang="en-PH" sz="3600" dirty="0" err="1"/>
              <a:t>kwadra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nag-</a:t>
            </a:r>
            <a:r>
              <a:rPr lang="en-PH" sz="3600" dirty="0" err="1"/>
              <a:t>aaral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nga</a:t>
            </a:r>
            <a:r>
              <a:rPr lang="en-PH" sz="3600" dirty="0"/>
              <a:t> </a:t>
            </a:r>
            <a:r>
              <a:rPr lang="en-PH" sz="3600" dirty="0" err="1"/>
              <a:t>wala</a:t>
            </a:r>
            <a:r>
              <a:rPr lang="en-PH" sz="3600" dirty="0"/>
              <a:t> </a:t>
            </a:r>
            <a:r>
              <a:rPr lang="en-PH" sz="3600" dirty="0" err="1"/>
              <a:t>silang</a:t>
            </a:r>
            <a:r>
              <a:rPr lang="en-PH" sz="3600" dirty="0"/>
              <a:t> </a:t>
            </a:r>
            <a:r>
              <a:rPr lang="en-PH" sz="3600" dirty="0" err="1"/>
              <a:t>silid-aralan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3921473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Pinapanigan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magulang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pagpalo</a:t>
            </a:r>
            <a:r>
              <a:rPr lang="en-PH" sz="3600" dirty="0"/>
              <a:t> </a:t>
            </a:r>
            <a:r>
              <a:rPr lang="en-PH" sz="3600" dirty="0" err="1"/>
              <a:t>bilang</a:t>
            </a:r>
            <a:r>
              <a:rPr lang="en-PH" sz="3600" dirty="0"/>
              <a:t> </a:t>
            </a:r>
            <a:r>
              <a:rPr lang="en-PH" sz="3600" dirty="0" err="1"/>
              <a:t>epektibong</a:t>
            </a:r>
            <a:r>
              <a:rPr lang="en-PH" sz="3600" dirty="0"/>
              <a:t> </a:t>
            </a:r>
            <a:r>
              <a:rPr lang="en-PH" sz="3600" dirty="0" err="1"/>
              <a:t>paraan</a:t>
            </a:r>
            <a:r>
              <a:rPr lang="en-PH" sz="3600" dirty="0"/>
              <a:t> ng </a:t>
            </a:r>
            <a:r>
              <a:rPr lang="en-PH" sz="3600" dirty="0" err="1"/>
              <a:t>pagdidisiplina</a:t>
            </a:r>
            <a:r>
              <a:rPr lang="en-PH" sz="3600" dirty="0"/>
              <a:t> at </a:t>
            </a:r>
            <a:r>
              <a:rPr lang="en-PH" sz="3600" dirty="0" err="1"/>
              <a:t>pagtuturo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Dahil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pakikialam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balakid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pagtuturo</a:t>
            </a:r>
            <a:r>
              <a:rPr lang="en-PH" sz="3600" dirty="0"/>
              <a:t> ang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sinisising</a:t>
            </a:r>
            <a:r>
              <a:rPr lang="en-PH" sz="3600" dirty="0"/>
              <a:t> </a:t>
            </a:r>
            <a:r>
              <a:rPr lang="en-PH" sz="3600" dirty="0" err="1"/>
              <a:t>dahilan</a:t>
            </a:r>
            <a:r>
              <a:rPr lang="en-PH" sz="3600" dirty="0"/>
              <a:t> ng </a:t>
            </a:r>
            <a:r>
              <a:rPr lang="en-PH" sz="3600" dirty="0" err="1"/>
              <a:t>guro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pagkakasakit</a:t>
            </a:r>
            <a:r>
              <a:rPr lang="en-PH" sz="3600" dirty="0"/>
              <a:t>. Nang </a:t>
            </a:r>
            <a:r>
              <a:rPr lang="en-PH" sz="3600" dirty="0" err="1"/>
              <a:t>bumalik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pagtuturo</a:t>
            </a:r>
            <a:r>
              <a:rPr lang="en-PH" sz="3600" dirty="0"/>
              <a:t> ay </a:t>
            </a:r>
            <a:r>
              <a:rPr lang="en-PH" sz="3600" dirty="0" err="1"/>
              <a:t>napansin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nabawasan</a:t>
            </a:r>
            <a:r>
              <a:rPr lang="en-PH" sz="3600" dirty="0"/>
              <a:t> ang </a:t>
            </a:r>
            <a:r>
              <a:rPr lang="en-PH" sz="3600" dirty="0" err="1"/>
              <a:t>bilang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magaaral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8994312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5400" dirty="0"/>
              <a:t>Ang </a:t>
            </a:r>
            <a:r>
              <a:rPr lang="en-PH" sz="5400" dirty="0" err="1"/>
              <a:t>guro</a:t>
            </a:r>
            <a:r>
              <a:rPr lang="en-PH" sz="5400" dirty="0"/>
              <a:t> ay </a:t>
            </a:r>
            <a:r>
              <a:rPr lang="en-PH" sz="5400" dirty="0" err="1"/>
              <a:t>natuwa</a:t>
            </a:r>
            <a:r>
              <a:rPr lang="en-PH" sz="5400" dirty="0"/>
              <a:t> ng </a:t>
            </a:r>
            <a:r>
              <a:rPr lang="en-PH" sz="5400" dirty="0" err="1"/>
              <a:t>malaman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hindi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si</a:t>
            </a:r>
            <a:r>
              <a:rPr lang="en-PH" sz="5400" dirty="0"/>
              <a:t> Padre </a:t>
            </a:r>
            <a:r>
              <a:rPr lang="en-PH" sz="5400" dirty="0" err="1"/>
              <a:t>Damaso</a:t>
            </a:r>
            <a:r>
              <a:rPr lang="en-PH" sz="5400" dirty="0"/>
              <a:t> ang </a:t>
            </a:r>
            <a:r>
              <a:rPr lang="en-PH" sz="5400" dirty="0" err="1"/>
              <a:t>kura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San Diego kaya </a:t>
            </a:r>
            <a:r>
              <a:rPr lang="en-PH" sz="5400" dirty="0" err="1"/>
              <a:t>minabuti</a:t>
            </a:r>
            <a:r>
              <a:rPr lang="en-PH" sz="5400" dirty="0"/>
              <a:t> </a:t>
            </a:r>
            <a:r>
              <a:rPr lang="en-PH" sz="5400" dirty="0" err="1"/>
              <a:t>niyang</a:t>
            </a:r>
            <a:r>
              <a:rPr lang="en-PH" sz="5400" dirty="0"/>
              <a:t> </a:t>
            </a:r>
            <a:r>
              <a:rPr lang="en-PH" sz="5400" dirty="0" err="1"/>
              <a:t>iangkop</a:t>
            </a:r>
            <a:r>
              <a:rPr lang="en-PH" sz="5400" dirty="0"/>
              <a:t> ang </a:t>
            </a:r>
            <a:r>
              <a:rPr lang="en-PH" sz="5400" dirty="0" err="1"/>
              <a:t>nilalaman</a:t>
            </a:r>
            <a:r>
              <a:rPr lang="en-PH" sz="5400" dirty="0"/>
              <a:t> ng </a:t>
            </a:r>
            <a:r>
              <a:rPr lang="en-PH" sz="5400" dirty="0" err="1"/>
              <a:t>mga</a:t>
            </a:r>
            <a:r>
              <a:rPr lang="en-PH" sz="5400" dirty="0"/>
              <a:t> </a:t>
            </a:r>
            <a:r>
              <a:rPr lang="en-PH" sz="5400" dirty="0" err="1"/>
              <a:t>aralin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kalagayan</a:t>
            </a:r>
            <a:r>
              <a:rPr lang="en-PH" sz="5400" dirty="0"/>
              <a:t> ng </a:t>
            </a:r>
            <a:r>
              <a:rPr lang="en-PH" sz="5400" dirty="0" err="1"/>
              <a:t>kanyang</a:t>
            </a:r>
            <a:r>
              <a:rPr lang="en-PH" sz="5400" dirty="0"/>
              <a:t> </a:t>
            </a:r>
            <a:r>
              <a:rPr lang="en-PH" sz="5400" dirty="0" err="1"/>
              <a:t>mga</a:t>
            </a:r>
            <a:r>
              <a:rPr lang="en-PH" sz="5400" dirty="0"/>
              <a:t> mag-</a:t>
            </a:r>
            <a:r>
              <a:rPr lang="en-PH" sz="5400" dirty="0" err="1"/>
              <a:t>aaral</a:t>
            </a:r>
            <a:r>
              <a:rPr lang="en-PH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1015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19:Mga Suliranin ng Isang Guro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Kahit pa </a:t>
            </a:r>
            <a:r>
              <a:rPr lang="en-PH" sz="3600" dirty="0" err="1"/>
              <a:t>nagkaroon</a:t>
            </a:r>
            <a:r>
              <a:rPr lang="en-PH" sz="3600" dirty="0"/>
              <a:t> ang </a:t>
            </a:r>
            <a:r>
              <a:rPr lang="en-PH" sz="3600" dirty="0" err="1"/>
              <a:t>kalayaan</a:t>
            </a:r>
            <a:r>
              <a:rPr lang="en-PH" sz="3600" dirty="0"/>
              <a:t> ang </a:t>
            </a:r>
            <a:r>
              <a:rPr lang="en-PH" sz="3600" dirty="0" err="1"/>
              <a:t>guro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iangkop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aralin</a:t>
            </a:r>
            <a:r>
              <a:rPr lang="en-PH" sz="3600" dirty="0"/>
              <a:t> ay </a:t>
            </a:r>
            <a:r>
              <a:rPr lang="en-PH" sz="3600" dirty="0" err="1"/>
              <a:t>higit</a:t>
            </a:r>
            <a:r>
              <a:rPr lang="en-PH" sz="3600" dirty="0"/>
              <a:t> pa ring </a:t>
            </a:r>
            <a:r>
              <a:rPr lang="en-PH" sz="3600" dirty="0" err="1"/>
              <a:t>pinahalagahan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ang </a:t>
            </a:r>
            <a:r>
              <a:rPr lang="en-PH" sz="3600" dirty="0" err="1"/>
              <a:t>pagtuturo</a:t>
            </a:r>
            <a:r>
              <a:rPr lang="en-PH" sz="3600" dirty="0"/>
              <a:t>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relihiyon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Nangako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gagawin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makakaya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matulungan</a:t>
            </a:r>
            <a:r>
              <a:rPr lang="en-PH" sz="3600" dirty="0"/>
              <a:t> ang </a:t>
            </a:r>
            <a:r>
              <a:rPr lang="en-PH" sz="3600" dirty="0" err="1"/>
              <a:t>guro</a:t>
            </a:r>
            <a:r>
              <a:rPr lang="en-PH" sz="3600" dirty="0"/>
              <a:t> at </a:t>
            </a:r>
            <a:r>
              <a:rPr lang="en-PH" sz="3600" dirty="0" err="1"/>
              <a:t>maiangat</a:t>
            </a:r>
            <a:r>
              <a:rPr lang="en-PH" sz="3600" dirty="0"/>
              <a:t> ang </a:t>
            </a:r>
            <a:r>
              <a:rPr lang="en-PH" sz="3600" dirty="0" err="1"/>
              <a:t>kalagayan</a:t>
            </a:r>
            <a:r>
              <a:rPr lang="en-PH" sz="3600" dirty="0"/>
              <a:t> ng </a:t>
            </a:r>
            <a:r>
              <a:rPr lang="en-PH" sz="3600" dirty="0" err="1"/>
              <a:t>edukasyon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bayan. Kanya raw </a:t>
            </a:r>
            <a:r>
              <a:rPr lang="en-PH" sz="3600" dirty="0" err="1"/>
              <a:t>babanggitin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ng </a:t>
            </a:r>
            <a:r>
              <a:rPr lang="en-PH" sz="3600" dirty="0" err="1"/>
              <a:t>pulong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paanyaya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Tinyente</a:t>
            </a:r>
            <a:r>
              <a:rPr lang="en-PH" sz="3600" dirty="0"/>
              <a:t> Mayor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napag-usapan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ng </a:t>
            </a:r>
            <a:r>
              <a:rPr lang="en-PH" sz="3600" dirty="0" err="1"/>
              <a:t>guro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6830873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20:Ang Pulong sa Tribunal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500" dirty="0" err="1"/>
              <a:t>Noong</a:t>
            </a:r>
            <a:r>
              <a:rPr lang="en-PH" sz="4500" dirty="0"/>
              <a:t> </a:t>
            </a:r>
            <a:r>
              <a:rPr lang="en-PH" sz="4500" dirty="0" err="1"/>
              <a:t>araw</a:t>
            </a:r>
            <a:r>
              <a:rPr lang="en-PH" sz="4500" dirty="0"/>
              <a:t> </a:t>
            </a:r>
            <a:r>
              <a:rPr lang="en-PH" sz="4500" dirty="0" err="1"/>
              <a:t>na</a:t>
            </a:r>
            <a:r>
              <a:rPr lang="en-PH" sz="4500" dirty="0"/>
              <a:t> </a:t>
            </a:r>
            <a:r>
              <a:rPr lang="en-PH" sz="4500" dirty="0" err="1"/>
              <a:t>iyon</a:t>
            </a:r>
            <a:r>
              <a:rPr lang="en-PH" sz="4500" dirty="0"/>
              <a:t> ay </a:t>
            </a:r>
            <a:r>
              <a:rPr lang="en-PH" sz="4500" dirty="0" err="1"/>
              <a:t>panauhin</a:t>
            </a:r>
            <a:r>
              <a:rPr lang="en-PH" sz="4500" dirty="0"/>
              <a:t> </a:t>
            </a:r>
            <a:r>
              <a:rPr lang="en-PH" sz="4500" dirty="0" err="1"/>
              <a:t>sina</a:t>
            </a:r>
            <a:r>
              <a:rPr lang="en-PH" sz="4500" dirty="0"/>
              <a:t> Ibarra at ang </a:t>
            </a:r>
            <a:r>
              <a:rPr lang="en-PH" sz="4500" dirty="0" err="1"/>
              <a:t>guro</a:t>
            </a:r>
            <a:r>
              <a:rPr lang="en-PH" sz="4500" dirty="0"/>
              <a:t> </a:t>
            </a:r>
            <a:r>
              <a:rPr lang="en-PH" sz="4500" dirty="0" err="1"/>
              <a:t>sa</a:t>
            </a:r>
            <a:r>
              <a:rPr lang="en-PH" sz="4500" dirty="0"/>
              <a:t> </a:t>
            </a:r>
            <a:r>
              <a:rPr lang="en-PH" sz="4500" dirty="0" err="1"/>
              <a:t>pulong</a:t>
            </a:r>
            <a:r>
              <a:rPr lang="en-PH" sz="4500" dirty="0"/>
              <a:t>. Ang tanging </a:t>
            </a:r>
            <a:r>
              <a:rPr lang="en-PH" sz="4500" dirty="0" err="1"/>
              <a:t>bulwagan</a:t>
            </a:r>
            <a:r>
              <a:rPr lang="en-PH" sz="4500" dirty="0"/>
              <a:t> </a:t>
            </a:r>
            <a:r>
              <a:rPr lang="en-PH" sz="4500" dirty="0" err="1"/>
              <a:t>na</a:t>
            </a:r>
            <a:r>
              <a:rPr lang="en-PH" sz="4500" dirty="0"/>
              <a:t> </a:t>
            </a:r>
            <a:r>
              <a:rPr lang="en-PH" sz="4500" dirty="0" err="1"/>
              <a:t>nagsisilbing</a:t>
            </a:r>
            <a:r>
              <a:rPr lang="en-PH" sz="4500" dirty="0"/>
              <a:t> </a:t>
            </a:r>
            <a:r>
              <a:rPr lang="en-PH" sz="4500" dirty="0" err="1"/>
              <a:t>lugar</a:t>
            </a:r>
            <a:r>
              <a:rPr lang="en-PH" sz="4500" dirty="0"/>
              <a:t> para </a:t>
            </a:r>
            <a:r>
              <a:rPr lang="en-PH" sz="4500" dirty="0" err="1"/>
              <a:t>sa</a:t>
            </a:r>
            <a:r>
              <a:rPr lang="en-PH" sz="4500" dirty="0"/>
              <a:t> </a:t>
            </a:r>
            <a:r>
              <a:rPr lang="en-PH" sz="4500" dirty="0" err="1"/>
              <a:t>pagpupulong</a:t>
            </a:r>
            <a:r>
              <a:rPr lang="en-PH" sz="4500" dirty="0"/>
              <a:t> at </a:t>
            </a:r>
            <a:r>
              <a:rPr lang="en-PH" sz="4500" dirty="0" err="1"/>
              <a:t>pag-uusap</a:t>
            </a:r>
            <a:r>
              <a:rPr lang="en-PH" sz="4500" dirty="0"/>
              <a:t> ng </a:t>
            </a:r>
            <a:r>
              <a:rPr lang="en-PH" sz="4500" dirty="0" err="1"/>
              <a:t>mga</a:t>
            </a:r>
            <a:r>
              <a:rPr lang="en-PH" sz="4500" dirty="0"/>
              <a:t> </a:t>
            </a:r>
            <a:r>
              <a:rPr lang="en-PH" sz="4500" dirty="0" err="1"/>
              <a:t>makapangyarihan</a:t>
            </a:r>
            <a:r>
              <a:rPr lang="en-PH" sz="4500" dirty="0"/>
              <a:t> at </a:t>
            </a:r>
            <a:r>
              <a:rPr lang="en-PH" sz="4500" dirty="0" err="1"/>
              <a:t>mayayaman</a:t>
            </a:r>
            <a:r>
              <a:rPr lang="en-PH" sz="4500" dirty="0"/>
              <a:t> </a:t>
            </a:r>
            <a:r>
              <a:rPr lang="en-PH" sz="4500" dirty="0" err="1"/>
              <a:t>sa</a:t>
            </a:r>
            <a:r>
              <a:rPr lang="en-PH" sz="4500" dirty="0"/>
              <a:t> bayan ay ang tribunal.</a:t>
            </a:r>
          </a:p>
        </p:txBody>
      </p:sp>
    </p:spTree>
    <p:extLst>
      <p:ext uri="{BB962C8B-B14F-4D97-AF65-F5344CB8AC3E}">
        <p14:creationId xmlns:p14="http://schemas.microsoft.com/office/powerpoint/2010/main" val="76131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20:Ang Pulong sa Tribunal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Nahahati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dalawang</a:t>
            </a:r>
            <a:r>
              <a:rPr lang="en-PH" sz="4400" dirty="0"/>
              <a:t> </a:t>
            </a:r>
            <a:r>
              <a:rPr lang="en-PH" sz="4400" dirty="0" err="1"/>
              <a:t>kinatawan</a:t>
            </a:r>
            <a:r>
              <a:rPr lang="en-PH" sz="4400" dirty="0"/>
              <a:t> o </a:t>
            </a:r>
            <a:r>
              <a:rPr lang="en-PH" sz="4400" dirty="0" err="1"/>
              <a:t>lapian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nasa</a:t>
            </a:r>
            <a:r>
              <a:rPr lang="en-PH" sz="4400" dirty="0"/>
              <a:t> </a:t>
            </a:r>
            <a:r>
              <a:rPr lang="en-PH" sz="4400" dirty="0" err="1"/>
              <a:t>pulong</a:t>
            </a:r>
            <a:r>
              <a:rPr lang="en-PH" sz="4400" dirty="0"/>
              <a:t>. Ang una ay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konserbador</a:t>
            </a:r>
            <a:r>
              <a:rPr lang="en-PH" sz="4400" dirty="0"/>
              <a:t> o </a:t>
            </a:r>
            <a:r>
              <a:rPr lang="en-PH" sz="4400" dirty="0" err="1"/>
              <a:t>pangkat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matatanda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pinamumunuan</a:t>
            </a:r>
            <a:r>
              <a:rPr lang="en-PH" sz="4400" dirty="0"/>
              <a:t> ng </a:t>
            </a:r>
            <a:r>
              <a:rPr lang="en-PH" sz="4400" dirty="0" err="1"/>
              <a:t>Kabesa</a:t>
            </a:r>
            <a:r>
              <a:rPr lang="en-PH" sz="4400" dirty="0"/>
              <a:t> </a:t>
            </a:r>
            <a:r>
              <a:rPr lang="en-PH" sz="4400" dirty="0" err="1"/>
              <a:t>samantalang</a:t>
            </a:r>
            <a:r>
              <a:rPr lang="en-PH" sz="4400" dirty="0"/>
              <a:t> ang </a:t>
            </a:r>
            <a:r>
              <a:rPr lang="en-PH" sz="4400" dirty="0" err="1"/>
              <a:t>pangalawa</a:t>
            </a:r>
            <a:r>
              <a:rPr lang="en-PH" sz="4400" dirty="0"/>
              <a:t> ay ang liberal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binubuo</a:t>
            </a:r>
            <a:r>
              <a:rPr lang="en-PH" sz="4400" dirty="0"/>
              <a:t> </a:t>
            </a:r>
            <a:r>
              <a:rPr lang="en-PH" sz="4400" dirty="0" err="1"/>
              <a:t>naman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kabataan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pamumuno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Don </a:t>
            </a:r>
            <a:r>
              <a:rPr lang="en-PH" sz="4400" dirty="0" err="1"/>
              <a:t>Filipo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778926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20:Ang Pulong sa Tribunal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pagpupulong</a:t>
            </a:r>
            <a:r>
              <a:rPr lang="en-PH" sz="3600" dirty="0"/>
              <a:t> ay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gaganaping</a:t>
            </a:r>
            <a:r>
              <a:rPr lang="en-PH" sz="3600" dirty="0"/>
              <a:t> </a:t>
            </a:r>
            <a:r>
              <a:rPr lang="en-PH" sz="3600" dirty="0" err="1"/>
              <a:t>kapistahan</a:t>
            </a:r>
            <a:r>
              <a:rPr lang="en-PH" sz="3600" dirty="0"/>
              <a:t> </a:t>
            </a:r>
            <a:r>
              <a:rPr lang="en-PH" sz="3600" dirty="0" err="1"/>
              <a:t>labing-isang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,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programa</a:t>
            </a:r>
            <a:r>
              <a:rPr lang="en-PH" sz="3600" dirty="0"/>
              <a:t> at </a:t>
            </a:r>
            <a:r>
              <a:rPr lang="en-PH" sz="3600" dirty="0" err="1"/>
              <a:t>aktibidad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gagawin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pista</a:t>
            </a:r>
            <a:r>
              <a:rPr lang="en-PH" sz="3600" dirty="0"/>
              <a:t>, at ang </a:t>
            </a:r>
            <a:r>
              <a:rPr lang="en-PH" sz="3600" dirty="0" err="1"/>
              <a:t>pagtatayo</a:t>
            </a:r>
            <a:r>
              <a:rPr lang="en-PH" sz="3600" dirty="0"/>
              <a:t> ng </a:t>
            </a:r>
            <a:r>
              <a:rPr lang="en-PH" sz="3600" dirty="0" err="1"/>
              <a:t>paaralan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bayan.</a:t>
            </a:r>
          </a:p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pulong</a:t>
            </a:r>
            <a:r>
              <a:rPr lang="en-PH" sz="3600" dirty="0"/>
              <a:t> ay </a:t>
            </a:r>
            <a:r>
              <a:rPr lang="en-PH" sz="3600" dirty="0" err="1"/>
              <a:t>sinamantala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mayayaman</a:t>
            </a:r>
            <a:r>
              <a:rPr lang="en-PH" sz="3600" dirty="0"/>
              <a:t> ang </a:t>
            </a:r>
            <a:r>
              <a:rPr lang="en-PH" sz="3600" dirty="0" err="1"/>
              <a:t>makapagtalumpati</a:t>
            </a:r>
            <a:r>
              <a:rPr lang="en-PH" sz="3600" dirty="0"/>
              <a:t> </a:t>
            </a:r>
            <a:r>
              <a:rPr lang="en-PH" sz="3600" dirty="0" err="1"/>
              <a:t>kahit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katuturan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ibang</a:t>
            </a:r>
            <a:r>
              <a:rPr lang="en-PH" sz="3600" dirty="0"/>
              <a:t> </a:t>
            </a:r>
            <a:r>
              <a:rPr lang="en-PH" sz="3600" dirty="0" err="1"/>
              <a:t>pinagsasabi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9820329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20:Ang Pulong sa Tribunal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Kagaya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Basilyo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nakalaban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Don Rafael. Si Don </a:t>
            </a:r>
            <a:r>
              <a:rPr lang="en-PH" sz="3600" dirty="0" err="1"/>
              <a:t>Filipo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ay </a:t>
            </a:r>
            <a:r>
              <a:rPr lang="en-PH" sz="3600" dirty="0" err="1"/>
              <a:t>nagmungkahi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bawat</a:t>
            </a:r>
            <a:r>
              <a:rPr lang="en-PH" sz="3600" dirty="0"/>
              <a:t> </a:t>
            </a:r>
            <a:r>
              <a:rPr lang="en-PH" sz="3600" dirty="0" err="1"/>
              <a:t>gawain</a:t>
            </a:r>
            <a:r>
              <a:rPr lang="en-PH" sz="3600" dirty="0"/>
              <a:t> ay </a:t>
            </a:r>
            <a:r>
              <a:rPr lang="en-PH" sz="3600" dirty="0" err="1"/>
              <a:t>dapat</a:t>
            </a:r>
            <a:r>
              <a:rPr lang="en-PH" sz="3600" dirty="0"/>
              <a:t> may </a:t>
            </a:r>
            <a:r>
              <a:rPr lang="en-PH" sz="3600" dirty="0" err="1"/>
              <a:t>talaan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gastos</a:t>
            </a:r>
            <a:r>
              <a:rPr lang="en-PH" sz="3600" dirty="0"/>
              <a:t>. </a:t>
            </a:r>
            <a:r>
              <a:rPr lang="en-PH" sz="3600" dirty="0" err="1"/>
              <a:t>Iminungkahi</a:t>
            </a:r>
            <a:r>
              <a:rPr lang="en-PH" sz="3600" dirty="0"/>
              <a:t> din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magpagawa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malaking</a:t>
            </a:r>
            <a:r>
              <a:rPr lang="en-PH" sz="3600" dirty="0"/>
              <a:t> </a:t>
            </a:r>
            <a:r>
              <a:rPr lang="en-PH" sz="3600" dirty="0" err="1"/>
              <a:t>tanghalan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plasa</a:t>
            </a:r>
            <a:r>
              <a:rPr lang="en-PH" sz="3600" dirty="0"/>
              <a:t> at </a:t>
            </a:r>
            <a:r>
              <a:rPr lang="en-PH" sz="3600" dirty="0" err="1"/>
              <a:t>magtanghal</a:t>
            </a:r>
            <a:r>
              <a:rPr lang="en-PH" sz="3600" dirty="0"/>
              <a:t> ng </a:t>
            </a:r>
            <a:r>
              <a:rPr lang="en-PH" sz="3600" dirty="0" err="1"/>
              <a:t>palatuntunan</a:t>
            </a:r>
            <a:r>
              <a:rPr lang="en-PH" sz="3600" dirty="0"/>
              <a:t> </a:t>
            </a:r>
            <a:r>
              <a:rPr lang="en-PH" sz="3600" dirty="0" err="1"/>
              <a:t>tulad</a:t>
            </a:r>
            <a:r>
              <a:rPr lang="en-PH" sz="3600" dirty="0"/>
              <a:t> ng </a:t>
            </a:r>
            <a:r>
              <a:rPr lang="en-PH" sz="3600" dirty="0" err="1"/>
              <a:t>komedya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loob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linggo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Nabanggit</a:t>
            </a:r>
            <a:r>
              <a:rPr lang="en-PH" sz="3600" dirty="0"/>
              <a:t> din </a:t>
            </a:r>
            <a:r>
              <a:rPr lang="en-PH" sz="3600" dirty="0" err="1"/>
              <a:t>ni</a:t>
            </a:r>
            <a:r>
              <a:rPr lang="en-PH" sz="3600" dirty="0"/>
              <a:t> Don </a:t>
            </a:r>
            <a:r>
              <a:rPr lang="en-PH" sz="3600" dirty="0" err="1"/>
              <a:t>Filipo</a:t>
            </a:r>
            <a:r>
              <a:rPr lang="en-PH" sz="3600" dirty="0"/>
              <a:t> ang </a:t>
            </a:r>
            <a:r>
              <a:rPr lang="en-PH" sz="3600" dirty="0" err="1"/>
              <a:t>pagkakaroon</a:t>
            </a:r>
            <a:r>
              <a:rPr lang="en-PH" sz="3600" dirty="0"/>
              <a:t> ng </a:t>
            </a:r>
            <a:r>
              <a:rPr lang="en-PH" sz="3600" dirty="0" err="1"/>
              <a:t>paputok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maging</a:t>
            </a:r>
            <a:r>
              <a:rPr lang="en-PH" sz="3600" dirty="0"/>
              <a:t> </a:t>
            </a:r>
            <a:r>
              <a:rPr lang="en-PH" sz="3600" dirty="0" err="1"/>
              <a:t>lalong</a:t>
            </a:r>
            <a:r>
              <a:rPr lang="en-PH" sz="3600" dirty="0"/>
              <a:t> </a:t>
            </a:r>
            <a:r>
              <a:rPr lang="en-PH" sz="3600" dirty="0" err="1"/>
              <a:t>masaya</a:t>
            </a:r>
            <a:r>
              <a:rPr lang="en-PH" sz="3600" dirty="0"/>
              <a:t> ang </a:t>
            </a:r>
            <a:r>
              <a:rPr lang="en-PH" sz="3600" dirty="0" err="1"/>
              <a:t>pista</a:t>
            </a:r>
            <a:r>
              <a:rPr lang="en-PH" sz="3600" dirty="0"/>
              <a:t>, </a:t>
            </a:r>
            <a:r>
              <a:rPr lang="en-PH" sz="3600" dirty="0" err="1"/>
              <a:t>bagay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‘di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sinang-ayunan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17972967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20:Ang Pulong sa Tribunal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/>
              <a:t>Ang </a:t>
            </a:r>
            <a:r>
              <a:rPr lang="en-PH" sz="4800" dirty="0" err="1"/>
              <a:t>Kabesa</a:t>
            </a:r>
            <a:r>
              <a:rPr lang="en-PH" sz="4800" dirty="0"/>
              <a:t> </a:t>
            </a:r>
            <a:r>
              <a:rPr lang="en-PH" sz="4800" dirty="0" err="1"/>
              <a:t>naman</a:t>
            </a:r>
            <a:r>
              <a:rPr lang="en-PH" sz="4800" dirty="0"/>
              <a:t> ay </a:t>
            </a:r>
            <a:r>
              <a:rPr lang="en-PH" sz="4800" dirty="0" err="1"/>
              <a:t>nagbigay</a:t>
            </a:r>
            <a:r>
              <a:rPr lang="en-PH" sz="4800" dirty="0"/>
              <a:t> ng </a:t>
            </a:r>
            <a:r>
              <a:rPr lang="en-PH" sz="4800" dirty="0" err="1"/>
              <a:t>panukala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dapat</a:t>
            </a:r>
            <a:r>
              <a:rPr lang="en-PH" sz="4800" dirty="0"/>
              <a:t> ay </a:t>
            </a:r>
            <a:r>
              <a:rPr lang="en-PH" sz="4800" dirty="0" err="1"/>
              <a:t>tipirin</a:t>
            </a:r>
            <a:r>
              <a:rPr lang="en-PH" sz="4800" dirty="0"/>
              <a:t> ang </a:t>
            </a:r>
            <a:r>
              <a:rPr lang="en-PH" sz="4800" dirty="0" err="1"/>
              <a:t>pagdiriwang</a:t>
            </a:r>
            <a:r>
              <a:rPr lang="en-PH" sz="4800" dirty="0"/>
              <a:t>. Wala </a:t>
            </a:r>
            <a:r>
              <a:rPr lang="en-PH" sz="4800" dirty="0" err="1"/>
              <a:t>rin</a:t>
            </a:r>
            <a:r>
              <a:rPr lang="en-PH" sz="4800" dirty="0"/>
              <a:t> </a:t>
            </a:r>
            <a:r>
              <a:rPr lang="en-PH" sz="4800" dirty="0" err="1"/>
              <a:t>dapat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paputok</a:t>
            </a:r>
            <a:r>
              <a:rPr lang="en-PH" sz="4800" dirty="0"/>
              <a:t> at 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gaganap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programa</a:t>
            </a:r>
            <a:r>
              <a:rPr lang="en-PH" sz="4800" dirty="0"/>
              <a:t> ay </a:t>
            </a:r>
            <a:r>
              <a:rPr lang="en-PH" sz="4800" dirty="0" err="1"/>
              <a:t>dapat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taga</a:t>
            </a:r>
            <a:r>
              <a:rPr lang="en-PH" sz="4800" dirty="0"/>
              <a:t>-San Diego. Aniya, ang </a:t>
            </a:r>
            <a:r>
              <a:rPr lang="en-PH" sz="4800" dirty="0" err="1"/>
              <a:t>sentro</a:t>
            </a:r>
            <a:r>
              <a:rPr lang="en-PH" sz="4800" dirty="0"/>
              <a:t> ng </a:t>
            </a:r>
            <a:r>
              <a:rPr lang="en-PH" sz="4800" dirty="0" err="1"/>
              <a:t>pagtatanghal</a:t>
            </a:r>
            <a:r>
              <a:rPr lang="en-PH" sz="4800" dirty="0"/>
              <a:t> ay </a:t>
            </a:r>
            <a:r>
              <a:rPr lang="en-PH" sz="4800" dirty="0" err="1"/>
              <a:t>dapat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sariling</a:t>
            </a:r>
            <a:r>
              <a:rPr lang="en-PH" sz="4800" dirty="0"/>
              <a:t> </a:t>
            </a:r>
            <a:r>
              <a:rPr lang="en-PH" sz="4800" dirty="0" err="1"/>
              <a:t>ugaling</a:t>
            </a:r>
            <a:r>
              <a:rPr lang="en-PH" sz="4800" dirty="0"/>
              <a:t> Pilipino.</a:t>
            </a:r>
          </a:p>
        </p:txBody>
      </p:sp>
    </p:spTree>
    <p:extLst>
      <p:ext uri="{BB962C8B-B14F-4D97-AF65-F5344CB8AC3E}">
        <p14:creationId xmlns:p14="http://schemas.microsoft.com/office/powerpoint/2010/main" val="117690500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20:Ang Pulong sa Tribunal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4800" dirty="0"/>
              <a:t>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panukalang</a:t>
            </a:r>
            <a:r>
              <a:rPr lang="en-PH" sz="4800" dirty="0"/>
              <a:t> </a:t>
            </a:r>
            <a:r>
              <a:rPr lang="en-PH" sz="4800" dirty="0" err="1"/>
              <a:t>inihandog</a:t>
            </a:r>
            <a:r>
              <a:rPr lang="en-PH" sz="4800" dirty="0"/>
              <a:t> ng </a:t>
            </a:r>
            <a:r>
              <a:rPr lang="en-PH" sz="4800" dirty="0" err="1"/>
              <a:t>magkabilang</a:t>
            </a:r>
            <a:r>
              <a:rPr lang="en-PH" sz="4800" dirty="0"/>
              <a:t> </a:t>
            </a:r>
            <a:r>
              <a:rPr lang="en-PH" sz="4800" dirty="0" err="1"/>
              <a:t>pangkat</a:t>
            </a:r>
            <a:r>
              <a:rPr lang="en-PH" sz="4800" dirty="0"/>
              <a:t> ay </a:t>
            </a:r>
            <a:r>
              <a:rPr lang="en-PH" sz="4800" dirty="0" err="1"/>
              <a:t>walang</a:t>
            </a:r>
            <a:r>
              <a:rPr lang="en-PH" sz="4800" dirty="0"/>
              <a:t> </a:t>
            </a:r>
            <a:r>
              <a:rPr lang="en-PH" sz="4800" dirty="0" err="1"/>
              <a:t>bisa</a:t>
            </a:r>
            <a:r>
              <a:rPr lang="en-PH" sz="4800" dirty="0"/>
              <a:t>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nakapagdesisyon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ang </a:t>
            </a:r>
            <a:r>
              <a:rPr lang="en-PH" sz="4800" dirty="0" err="1"/>
              <a:t>kura</a:t>
            </a:r>
            <a:r>
              <a:rPr lang="en-PH" sz="4800" dirty="0"/>
              <a:t> </a:t>
            </a:r>
            <a:r>
              <a:rPr lang="en-PH" sz="4800" dirty="0" err="1"/>
              <a:t>tungkol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gaganapin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pista</a:t>
            </a:r>
            <a:r>
              <a:rPr lang="en-PH" sz="4800" dirty="0"/>
              <a:t>.</a:t>
            </a:r>
          </a:p>
          <a:p>
            <a:pPr marL="0" indent="0" algn="just">
              <a:buNone/>
            </a:pPr>
            <a:r>
              <a:rPr lang="en-PH" sz="4800" dirty="0"/>
              <a:t>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gagawin</a:t>
            </a:r>
            <a:r>
              <a:rPr lang="en-PH" sz="4800" dirty="0"/>
              <a:t> ay </a:t>
            </a:r>
            <a:r>
              <a:rPr lang="en-PH" sz="4800" dirty="0" err="1"/>
              <a:t>anim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prusisyon</a:t>
            </a:r>
            <a:r>
              <a:rPr lang="en-PH" sz="4800" dirty="0"/>
              <a:t>, </a:t>
            </a:r>
            <a:r>
              <a:rPr lang="en-PH" sz="4800" dirty="0" err="1"/>
              <a:t>tatlong</a:t>
            </a:r>
            <a:r>
              <a:rPr lang="en-PH" sz="4800" dirty="0"/>
              <a:t> sermon, </a:t>
            </a:r>
            <a:r>
              <a:rPr lang="en-PH" sz="4800" dirty="0" err="1"/>
              <a:t>tatlong</a:t>
            </a:r>
            <a:r>
              <a:rPr lang="en-PH" sz="4800" dirty="0"/>
              <a:t> </a:t>
            </a:r>
            <a:r>
              <a:rPr lang="en-PH" sz="4800" dirty="0" err="1"/>
              <a:t>misa</a:t>
            </a:r>
            <a:r>
              <a:rPr lang="en-PH" sz="4800" dirty="0"/>
              <a:t> mayor at </a:t>
            </a:r>
            <a:r>
              <a:rPr lang="en-PH" sz="4800" dirty="0" err="1"/>
              <a:t>isang</a:t>
            </a:r>
            <a:r>
              <a:rPr lang="en-PH" sz="4800" dirty="0"/>
              <a:t> </a:t>
            </a:r>
            <a:r>
              <a:rPr lang="en-PH" sz="4800" dirty="0" err="1"/>
              <a:t>komedya</a:t>
            </a:r>
            <a:r>
              <a:rPr lang="en-PH" sz="4800" dirty="0"/>
              <a:t>.</a:t>
            </a:r>
          </a:p>
          <a:p>
            <a:pPr marL="0" indent="0" algn="just">
              <a:buNone/>
            </a:pP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4046607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21:Mga Pagdurusa ni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Kumaripas</a:t>
            </a:r>
            <a:r>
              <a:rPr lang="en-PH" sz="4400" dirty="0"/>
              <a:t> ng </a:t>
            </a:r>
            <a:r>
              <a:rPr lang="en-PH" sz="4400" dirty="0" err="1"/>
              <a:t>takbo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</a:t>
            </a:r>
            <a:r>
              <a:rPr lang="en-PH" sz="4400" dirty="0" err="1"/>
              <a:t>Sisa</a:t>
            </a:r>
            <a:r>
              <a:rPr lang="en-PH" sz="4400" dirty="0"/>
              <a:t> </a:t>
            </a:r>
            <a:r>
              <a:rPr lang="en-PH" sz="4400" dirty="0" err="1"/>
              <a:t>pauwi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kanilang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</a:t>
            </a:r>
            <a:r>
              <a:rPr lang="en-PH" sz="4400" dirty="0" err="1"/>
              <a:t>matapos</a:t>
            </a:r>
            <a:r>
              <a:rPr lang="en-PH" sz="4400" dirty="0"/>
              <a:t> </a:t>
            </a:r>
            <a:r>
              <a:rPr lang="en-PH" sz="4400" dirty="0" err="1"/>
              <a:t>mapakinggan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sinabi</a:t>
            </a:r>
            <a:r>
              <a:rPr lang="en-PH" sz="4400" dirty="0"/>
              <a:t> ng </a:t>
            </a:r>
            <a:r>
              <a:rPr lang="en-PH" sz="4400" dirty="0" err="1"/>
              <a:t>kusinero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r>
              <a:rPr lang="en-PH" sz="4400" dirty="0"/>
              <a:t>Hindi </a:t>
            </a:r>
            <a:r>
              <a:rPr lang="en-PH" sz="4400" dirty="0" err="1"/>
              <a:t>mawaglit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isipan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Sisa</a:t>
            </a:r>
            <a:r>
              <a:rPr lang="en-PH" sz="4400" dirty="0"/>
              <a:t> ang </a:t>
            </a:r>
            <a:r>
              <a:rPr lang="en-PH" sz="4400" dirty="0" err="1"/>
              <a:t>maaring</a:t>
            </a:r>
            <a:r>
              <a:rPr lang="en-PH" sz="4400" dirty="0"/>
              <a:t> </a:t>
            </a:r>
            <a:r>
              <a:rPr lang="en-PH" sz="4400" dirty="0" err="1"/>
              <a:t>pagdampot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gwardiya</a:t>
            </a:r>
            <a:r>
              <a:rPr lang="en-PH" sz="4400" dirty="0"/>
              <a:t> </a:t>
            </a:r>
            <a:r>
              <a:rPr lang="en-PH" sz="4400" dirty="0" err="1"/>
              <a:t>sibil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anak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bintang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pagnanakaw</a:t>
            </a:r>
            <a:r>
              <a:rPr lang="en-PH" sz="4400" dirty="0"/>
              <a:t> ng </a:t>
            </a:r>
            <a:r>
              <a:rPr lang="en-PH" sz="4400" dirty="0" err="1"/>
              <a:t>salapi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6114944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21:Mga Pagdurusa ni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4400" dirty="0"/>
              <a:t>Nakita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Sisa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papalayo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gwardiya</a:t>
            </a:r>
            <a:r>
              <a:rPr lang="en-PH" sz="4400" dirty="0"/>
              <a:t> </a:t>
            </a:r>
            <a:r>
              <a:rPr lang="en-PH" sz="4400" dirty="0" err="1"/>
              <a:t>sibil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kanilang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at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 </a:t>
            </a:r>
            <a:r>
              <a:rPr lang="en-PH" sz="4400" dirty="0" err="1"/>
              <a:t>kasama</a:t>
            </a:r>
            <a:r>
              <a:rPr lang="en-PH" sz="4400" dirty="0"/>
              <a:t> ang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anak</a:t>
            </a:r>
            <a:r>
              <a:rPr lang="en-PH" sz="4400" dirty="0"/>
              <a:t>, </a:t>
            </a:r>
            <a:r>
              <a:rPr lang="en-PH" sz="4400" dirty="0" err="1"/>
              <a:t>bagay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nakapagpagaan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loob</a:t>
            </a:r>
            <a:r>
              <a:rPr lang="en-PH" sz="4400" dirty="0"/>
              <a:t> ng </a:t>
            </a:r>
            <a:r>
              <a:rPr lang="en-PH" sz="4400" dirty="0" err="1"/>
              <a:t>ina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r>
              <a:rPr lang="en-PH" sz="4400" dirty="0" err="1"/>
              <a:t>Ngunit</a:t>
            </a:r>
            <a:r>
              <a:rPr lang="en-PH" sz="4400" dirty="0"/>
              <a:t> ng </a:t>
            </a:r>
            <a:r>
              <a:rPr lang="en-PH" sz="4400" dirty="0" err="1"/>
              <a:t>magpang-abot</a:t>
            </a:r>
            <a:r>
              <a:rPr lang="en-PH" sz="4400" dirty="0"/>
              <a:t> </a:t>
            </a:r>
            <a:r>
              <a:rPr lang="en-PH" sz="4400" dirty="0" err="1"/>
              <a:t>sila</a:t>
            </a:r>
            <a:r>
              <a:rPr lang="en-PH" sz="4400" dirty="0"/>
              <a:t> ng </a:t>
            </a:r>
            <a:r>
              <a:rPr lang="en-PH" sz="4400" dirty="0" err="1"/>
              <a:t>gwardiya</a:t>
            </a:r>
            <a:r>
              <a:rPr lang="en-PH" sz="4400" dirty="0"/>
              <a:t> </a:t>
            </a:r>
            <a:r>
              <a:rPr lang="en-PH" sz="4400" dirty="0" err="1"/>
              <a:t>sibil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daan</a:t>
            </a:r>
            <a:r>
              <a:rPr lang="en-PH" sz="4400" dirty="0"/>
              <a:t> ay </a:t>
            </a:r>
            <a:r>
              <a:rPr lang="en-PH" sz="4400" dirty="0" err="1"/>
              <a:t>pilit</a:t>
            </a:r>
            <a:r>
              <a:rPr lang="en-PH" sz="4400" dirty="0"/>
              <a:t> </a:t>
            </a:r>
            <a:r>
              <a:rPr lang="en-PH" sz="4400" dirty="0" err="1"/>
              <a:t>siyang</a:t>
            </a:r>
            <a:r>
              <a:rPr lang="en-PH" sz="4400" dirty="0"/>
              <a:t> </a:t>
            </a:r>
            <a:r>
              <a:rPr lang="en-PH" sz="4400" dirty="0" err="1"/>
              <a:t>pinaamin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ilabas</a:t>
            </a:r>
            <a:r>
              <a:rPr lang="en-PH" sz="4400" dirty="0"/>
              <a:t> ang </a:t>
            </a:r>
            <a:r>
              <a:rPr lang="en-PH" sz="4400" dirty="0" err="1"/>
              <a:t>dalawang</a:t>
            </a:r>
            <a:r>
              <a:rPr lang="en-PH" sz="4400" dirty="0"/>
              <a:t> </a:t>
            </a:r>
            <a:r>
              <a:rPr lang="en-PH" sz="4400" dirty="0" err="1"/>
              <a:t>onsang</a:t>
            </a:r>
            <a:r>
              <a:rPr lang="en-PH" sz="4400" dirty="0"/>
              <a:t> </a:t>
            </a:r>
            <a:r>
              <a:rPr lang="en-PH" sz="4400" dirty="0" err="1"/>
              <a:t>ninakaw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anak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83840573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21:Mga Pagdurusa ni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000" dirty="0" err="1"/>
              <a:t>Nagmakaawa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</a:t>
            </a:r>
            <a:r>
              <a:rPr lang="en-PH" sz="4000" dirty="0" err="1"/>
              <a:t>Sisa</a:t>
            </a:r>
            <a:r>
              <a:rPr lang="en-PH" sz="4000" dirty="0"/>
              <a:t> </a:t>
            </a:r>
            <a:r>
              <a:rPr lang="en-PH" sz="4000" dirty="0" err="1"/>
              <a:t>ngunit</a:t>
            </a:r>
            <a:r>
              <a:rPr lang="en-PH" sz="4000" dirty="0"/>
              <a:t> </a:t>
            </a:r>
            <a:r>
              <a:rPr lang="en-PH" sz="4000" dirty="0" err="1"/>
              <a:t>tila</a:t>
            </a:r>
            <a:r>
              <a:rPr lang="en-PH" sz="4000" dirty="0"/>
              <a:t> </a:t>
            </a:r>
            <a:r>
              <a:rPr lang="en-PH" sz="4000" dirty="0" err="1"/>
              <a:t>bingi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pakiusap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. Sa </a:t>
            </a:r>
            <a:r>
              <a:rPr lang="en-PH" sz="4000" dirty="0" err="1"/>
              <a:t>halip</a:t>
            </a:r>
            <a:r>
              <a:rPr lang="en-PH" sz="4000" dirty="0"/>
              <a:t> ay </a:t>
            </a:r>
            <a:r>
              <a:rPr lang="en-PH" sz="4000" dirty="0" err="1"/>
              <a:t>kinaladkad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gwardiya</a:t>
            </a:r>
            <a:r>
              <a:rPr lang="en-PH" sz="4000" dirty="0"/>
              <a:t> </a:t>
            </a:r>
            <a:r>
              <a:rPr lang="en-PH" sz="4000" dirty="0" err="1"/>
              <a:t>sibil</a:t>
            </a:r>
            <a:r>
              <a:rPr lang="en-PH" sz="4000" dirty="0"/>
              <a:t> </a:t>
            </a:r>
            <a:r>
              <a:rPr lang="en-PH" sz="4000" dirty="0" err="1"/>
              <a:t>papuntang</a:t>
            </a:r>
            <a:r>
              <a:rPr lang="en-PH" sz="4000" dirty="0"/>
              <a:t> </a:t>
            </a:r>
            <a:r>
              <a:rPr lang="en-PH" sz="4000" dirty="0" err="1"/>
              <a:t>kwartel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r>
              <a:rPr lang="en-PH" sz="4000" dirty="0" err="1"/>
              <a:t>Habang</a:t>
            </a:r>
            <a:r>
              <a:rPr lang="en-PH" sz="4000" dirty="0"/>
              <a:t> </a:t>
            </a:r>
            <a:r>
              <a:rPr lang="en-PH" sz="4000" dirty="0" err="1"/>
              <a:t>kinakaladkad</a:t>
            </a:r>
            <a:r>
              <a:rPr lang="en-PH" sz="4000" dirty="0"/>
              <a:t> ay </a:t>
            </a:r>
            <a:r>
              <a:rPr lang="en-PH" sz="4000" dirty="0" err="1"/>
              <a:t>hiyang</a:t>
            </a:r>
            <a:r>
              <a:rPr lang="en-PH" sz="4000" dirty="0"/>
              <a:t>-hiya </a:t>
            </a:r>
            <a:r>
              <a:rPr lang="en-PH" sz="4000" dirty="0" err="1"/>
              <a:t>si</a:t>
            </a:r>
            <a:r>
              <a:rPr lang="en-PH" sz="4000" dirty="0"/>
              <a:t> </a:t>
            </a:r>
            <a:r>
              <a:rPr lang="en-PH" sz="4000" dirty="0" err="1"/>
              <a:t>Sisa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harap</a:t>
            </a:r>
            <a:r>
              <a:rPr lang="en-PH" sz="4000" dirty="0"/>
              <a:t> ng </a:t>
            </a:r>
            <a:r>
              <a:rPr lang="en-PH" sz="4000" dirty="0" err="1"/>
              <a:t>taong</a:t>
            </a:r>
            <a:r>
              <a:rPr lang="en-PH" sz="4000" dirty="0"/>
              <a:t>-bayan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sakto</a:t>
            </a:r>
            <a:r>
              <a:rPr lang="en-PH" sz="4000" dirty="0"/>
              <a:t> </a:t>
            </a:r>
            <a:r>
              <a:rPr lang="en-PH" sz="4000" dirty="0" err="1"/>
              <a:t>namang</a:t>
            </a:r>
            <a:r>
              <a:rPr lang="en-PH" sz="4000" dirty="0"/>
              <a:t> </a:t>
            </a:r>
            <a:r>
              <a:rPr lang="en-PH" sz="4000" dirty="0" err="1"/>
              <a:t>katatapos</a:t>
            </a:r>
            <a:r>
              <a:rPr lang="en-PH" sz="4000" dirty="0"/>
              <a:t> lang ng </a:t>
            </a:r>
            <a:r>
              <a:rPr lang="en-PH" sz="4000" dirty="0" err="1"/>
              <a:t>misa</a:t>
            </a:r>
            <a:r>
              <a:rPr lang="en-PH" sz="4000" dirty="0"/>
              <a:t> at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ay </a:t>
            </a:r>
            <a:r>
              <a:rPr lang="en-PH" sz="4000" dirty="0" err="1"/>
              <a:t>kasalukuyang</a:t>
            </a:r>
            <a:r>
              <a:rPr lang="en-PH" sz="4000" dirty="0"/>
              <a:t> </a:t>
            </a:r>
            <a:r>
              <a:rPr lang="en-PH" sz="4000" dirty="0" err="1"/>
              <a:t>lumalabas</a:t>
            </a:r>
            <a:r>
              <a:rPr lang="en-PH" sz="4000" dirty="0"/>
              <a:t> ng </a:t>
            </a:r>
            <a:r>
              <a:rPr lang="en-PH" sz="4000" dirty="0" err="1"/>
              <a:t>simbahan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07741509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21:Mga Pagdurusa ni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Napatigil</a:t>
            </a:r>
            <a:r>
              <a:rPr lang="en-PH" sz="3600" dirty="0"/>
              <a:t> ang </a:t>
            </a:r>
            <a:r>
              <a:rPr lang="en-PH" sz="3600" dirty="0" err="1"/>
              <a:t>lahat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eksenang</a:t>
            </a:r>
            <a:r>
              <a:rPr lang="en-PH" sz="3600" dirty="0"/>
              <a:t> </a:t>
            </a:r>
            <a:r>
              <a:rPr lang="en-PH" sz="3600" dirty="0" err="1"/>
              <a:t>nagaganap</a:t>
            </a:r>
            <a:r>
              <a:rPr lang="en-PH" sz="3600" dirty="0"/>
              <a:t> </a:t>
            </a:r>
            <a:r>
              <a:rPr lang="en-PH" sz="3600" dirty="0" err="1"/>
              <a:t>samantalang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ay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magawa</a:t>
            </a:r>
            <a:r>
              <a:rPr lang="en-PH" sz="3600" dirty="0"/>
              <a:t> </a:t>
            </a:r>
            <a:r>
              <a:rPr lang="en-PH" sz="3600" dirty="0" err="1"/>
              <a:t>kundi</a:t>
            </a:r>
            <a:r>
              <a:rPr lang="en-PH" sz="3600" dirty="0"/>
              <a:t> </a:t>
            </a:r>
            <a:r>
              <a:rPr lang="en-PH" sz="3600" dirty="0" err="1"/>
              <a:t>umiyak</a:t>
            </a:r>
            <a:r>
              <a:rPr lang="en-PH" sz="3600" dirty="0"/>
              <a:t> at </a:t>
            </a:r>
            <a:r>
              <a:rPr lang="en-PH" sz="3600" dirty="0" err="1"/>
              <a:t>panghinaan</a:t>
            </a:r>
            <a:r>
              <a:rPr lang="en-PH" sz="3600" dirty="0"/>
              <a:t> ng </a:t>
            </a:r>
            <a:r>
              <a:rPr lang="en-PH" sz="3600" dirty="0" err="1"/>
              <a:t>loob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Inihagis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pagdating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kwartel</a:t>
            </a:r>
            <a:r>
              <a:rPr lang="en-PH" sz="3600" dirty="0"/>
              <a:t> at </a:t>
            </a:r>
            <a:r>
              <a:rPr lang="en-PH" sz="3600" dirty="0" err="1"/>
              <a:t>nagsumiksik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ang </a:t>
            </a:r>
            <a:r>
              <a:rPr lang="en-PH" sz="3600" dirty="0" err="1"/>
              <a:t>naghihinagpis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sulok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nais</a:t>
            </a:r>
            <a:r>
              <a:rPr lang="en-PH" sz="3600" dirty="0"/>
              <a:t> </a:t>
            </a:r>
            <a:r>
              <a:rPr lang="en-PH" sz="3600" dirty="0" err="1"/>
              <a:t>makinig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pagmamakaawa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. </a:t>
            </a:r>
            <a:r>
              <a:rPr lang="en-PH" sz="3600" dirty="0" err="1"/>
              <a:t>Tanghali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pakawalan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Alperes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4764371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21:Mga Pagdurusa ni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Umuwi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</a:t>
            </a:r>
            <a:r>
              <a:rPr lang="en-PH" sz="4400" dirty="0" err="1"/>
              <a:t>Sisa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kanilang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at </a:t>
            </a:r>
            <a:r>
              <a:rPr lang="en-PH" sz="4400" dirty="0" err="1"/>
              <a:t>hinanap</a:t>
            </a:r>
            <a:r>
              <a:rPr lang="en-PH" sz="4400" dirty="0"/>
              <a:t> ang </a:t>
            </a:r>
            <a:r>
              <a:rPr lang="en-PH" sz="4400" dirty="0" err="1"/>
              <a:t>dalawang</a:t>
            </a:r>
            <a:r>
              <a:rPr lang="en-PH" sz="4400" dirty="0"/>
              <a:t> </a:t>
            </a:r>
            <a:r>
              <a:rPr lang="en-PH" sz="4400" dirty="0" err="1"/>
              <a:t>anak</a:t>
            </a:r>
            <a:r>
              <a:rPr lang="en-PH" sz="4400" dirty="0"/>
              <a:t>. Wala </a:t>
            </a:r>
            <a:r>
              <a:rPr lang="en-PH" sz="4400" dirty="0" err="1"/>
              <a:t>kahit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bakuran</a:t>
            </a:r>
            <a:r>
              <a:rPr lang="en-PH" sz="4400" dirty="0"/>
              <a:t> ang </a:t>
            </a:r>
            <a:r>
              <a:rPr lang="en-PH" sz="4400" dirty="0" err="1"/>
              <a:t>anino</a:t>
            </a:r>
            <a:r>
              <a:rPr lang="en-PH" sz="4400" dirty="0"/>
              <a:t> o </a:t>
            </a:r>
            <a:r>
              <a:rPr lang="en-PH" sz="4400" dirty="0" err="1"/>
              <a:t>kahit</a:t>
            </a:r>
            <a:r>
              <a:rPr lang="en-PH" sz="4400" dirty="0"/>
              <a:t> </a:t>
            </a:r>
            <a:r>
              <a:rPr lang="en-PH" sz="4400" dirty="0" err="1"/>
              <a:t>tinig</a:t>
            </a:r>
            <a:r>
              <a:rPr lang="en-PH" sz="4400" dirty="0"/>
              <a:t> 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anak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r>
              <a:rPr lang="en-PH" sz="4400" dirty="0" err="1"/>
              <a:t>Pumasok</a:t>
            </a:r>
            <a:r>
              <a:rPr lang="en-PH" sz="4400" dirty="0"/>
              <a:t> </a:t>
            </a:r>
            <a:r>
              <a:rPr lang="en-PH" sz="4400" dirty="0" err="1"/>
              <a:t>muli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</a:t>
            </a:r>
            <a:r>
              <a:rPr lang="en-PH" sz="4400" dirty="0" err="1"/>
              <a:t>Sisa</a:t>
            </a:r>
            <a:r>
              <a:rPr lang="en-PH" sz="4400" dirty="0"/>
              <a:t> </a:t>
            </a:r>
            <a:r>
              <a:rPr lang="en-PH" sz="4400" dirty="0" err="1"/>
              <a:t>ngunit</a:t>
            </a:r>
            <a:r>
              <a:rPr lang="en-PH" sz="4400" dirty="0"/>
              <a:t> ang </a:t>
            </a:r>
            <a:r>
              <a:rPr lang="en-PH" sz="4400" dirty="0" err="1"/>
              <a:t>punit</a:t>
            </a:r>
            <a:r>
              <a:rPr lang="en-PH" sz="4400" dirty="0"/>
              <a:t> at </a:t>
            </a:r>
            <a:r>
              <a:rPr lang="en-PH" sz="4400" dirty="0" err="1"/>
              <a:t>duguang</a:t>
            </a:r>
            <a:r>
              <a:rPr lang="en-PH" sz="4400" dirty="0"/>
              <a:t> </a:t>
            </a:r>
            <a:r>
              <a:rPr lang="en-PH" sz="4400" dirty="0" err="1"/>
              <a:t>damit</a:t>
            </a:r>
            <a:r>
              <a:rPr lang="en-PH" sz="4400" dirty="0"/>
              <a:t> </a:t>
            </a:r>
            <a:r>
              <a:rPr lang="en-PH" sz="4400" dirty="0" err="1"/>
              <a:t>lamang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Basilio ang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natagpuan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840097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21:Mga Pagdurusa ni Sisa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 err="1"/>
              <a:t>Nilamon</a:t>
            </a:r>
            <a:r>
              <a:rPr lang="en-PH" sz="4800" dirty="0"/>
              <a:t> ng </a:t>
            </a:r>
            <a:r>
              <a:rPr lang="en-PH" sz="4800" dirty="0" err="1"/>
              <a:t>pighati</a:t>
            </a:r>
            <a:r>
              <a:rPr lang="en-PH" sz="4800" dirty="0"/>
              <a:t> ang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katinuan</a:t>
            </a:r>
            <a:r>
              <a:rPr lang="en-PH" sz="4800" dirty="0"/>
              <a:t>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hindi</a:t>
            </a:r>
            <a:r>
              <a:rPr lang="en-PH" sz="4800" dirty="0"/>
              <a:t> </a:t>
            </a:r>
            <a:r>
              <a:rPr lang="en-PH" sz="4800" dirty="0" err="1"/>
              <a:t>matanggap</a:t>
            </a:r>
            <a:r>
              <a:rPr lang="en-PH" sz="4800" dirty="0"/>
              <a:t> ng </a:t>
            </a:r>
            <a:r>
              <a:rPr lang="en-PH" sz="4800" dirty="0" err="1"/>
              <a:t>ina</a:t>
            </a:r>
            <a:r>
              <a:rPr lang="en-PH" sz="4800" dirty="0"/>
              <a:t> ang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nasilayan</a:t>
            </a:r>
            <a:r>
              <a:rPr lang="en-PH" sz="4800" dirty="0"/>
              <a:t>.</a:t>
            </a:r>
          </a:p>
          <a:p>
            <a:pPr marL="0" indent="0" algn="just">
              <a:buNone/>
            </a:pPr>
            <a:r>
              <a:rPr lang="en-PH" sz="4800" dirty="0" err="1"/>
              <a:t>Nagpalaboy-laboy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kalsada</a:t>
            </a:r>
            <a:r>
              <a:rPr lang="en-PH" sz="4800" dirty="0"/>
              <a:t> </a:t>
            </a:r>
            <a:r>
              <a:rPr lang="en-PH" sz="4800" dirty="0" err="1"/>
              <a:t>si</a:t>
            </a:r>
            <a:r>
              <a:rPr lang="en-PH" sz="4800" dirty="0"/>
              <a:t> </a:t>
            </a:r>
            <a:r>
              <a:rPr lang="en-PH" sz="4800" dirty="0" err="1"/>
              <a:t>Sisa</a:t>
            </a:r>
            <a:r>
              <a:rPr lang="en-PH" sz="4800" dirty="0"/>
              <a:t> </a:t>
            </a:r>
            <a:r>
              <a:rPr lang="en-PH" sz="4800" dirty="0" err="1"/>
              <a:t>habang</a:t>
            </a:r>
            <a:r>
              <a:rPr lang="en-PH" sz="4800" dirty="0"/>
              <a:t> </a:t>
            </a:r>
            <a:r>
              <a:rPr lang="en-PH" sz="4800" dirty="0" err="1"/>
              <a:t>sinasabi</a:t>
            </a:r>
            <a:r>
              <a:rPr lang="en-PH" sz="4800" dirty="0"/>
              <a:t> ang </a:t>
            </a:r>
            <a:r>
              <a:rPr lang="en-PH" sz="4800" dirty="0" err="1"/>
              <a:t>pangalan</a:t>
            </a:r>
            <a:r>
              <a:rPr lang="en-PH" sz="4800" dirty="0"/>
              <a:t> ng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anak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sina</a:t>
            </a:r>
            <a:r>
              <a:rPr lang="en-PH" sz="4800" dirty="0"/>
              <a:t> Basilio at Crispin.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75545897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22:Liwanag at Dilim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Ngayon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araw</a:t>
            </a:r>
            <a:r>
              <a:rPr lang="en-PH" sz="3600" dirty="0"/>
              <a:t> ng </a:t>
            </a:r>
            <a:r>
              <a:rPr lang="en-PH" sz="3600" dirty="0" err="1"/>
              <a:t>pagdating</a:t>
            </a:r>
            <a:r>
              <a:rPr lang="en-PH" sz="3600" dirty="0"/>
              <a:t> </a:t>
            </a:r>
            <a:r>
              <a:rPr lang="en-PH" sz="3600" dirty="0" err="1"/>
              <a:t>nina</a:t>
            </a:r>
            <a:r>
              <a:rPr lang="en-PH" sz="3600" dirty="0"/>
              <a:t> Maria Clara at </a:t>
            </a:r>
            <a:r>
              <a:rPr lang="en-PH" sz="3600" dirty="0" err="1"/>
              <a:t>Tiya</a:t>
            </a:r>
            <a:r>
              <a:rPr lang="en-PH" sz="3600" dirty="0"/>
              <a:t> Isabel </a:t>
            </a:r>
            <a:r>
              <a:rPr lang="en-PH" sz="3600" dirty="0" err="1"/>
              <a:t>sa</a:t>
            </a:r>
            <a:r>
              <a:rPr lang="en-PH" sz="3600" dirty="0"/>
              <a:t> San Diego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mamalagi</a:t>
            </a:r>
            <a:r>
              <a:rPr lang="en-PH" sz="3600" dirty="0"/>
              <a:t> doon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pista</a:t>
            </a:r>
            <a:r>
              <a:rPr lang="en-PH" sz="3600" dirty="0"/>
              <a:t> ng bayan.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balitang</a:t>
            </a:r>
            <a:r>
              <a:rPr lang="en-PH" sz="3600" dirty="0"/>
              <a:t> </a:t>
            </a:r>
            <a:r>
              <a:rPr lang="en-PH" sz="3600" dirty="0" err="1"/>
              <a:t>pagdating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Maria Clara ay </a:t>
            </a:r>
            <a:r>
              <a:rPr lang="en-PH" sz="3600" dirty="0" err="1"/>
              <a:t>agad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kumalat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kinagigiliwan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doon. </a:t>
            </a:r>
            <a:r>
              <a:rPr lang="en-PH" sz="3600" dirty="0" err="1"/>
              <a:t>Kumalat</a:t>
            </a:r>
            <a:r>
              <a:rPr lang="en-PH" sz="3600" dirty="0"/>
              <a:t> din </a:t>
            </a:r>
            <a:r>
              <a:rPr lang="en-PH" sz="3600" dirty="0" err="1"/>
              <a:t>umano</a:t>
            </a:r>
            <a:r>
              <a:rPr lang="en-PH" sz="3600" dirty="0"/>
              <a:t> ang </a:t>
            </a:r>
            <a:r>
              <a:rPr lang="en-PH" sz="3600" dirty="0" err="1"/>
              <a:t>madalas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pagkikita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ikinagalit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Salvi. </a:t>
            </a:r>
            <a:r>
              <a:rPr lang="en-PH" sz="3600" dirty="0" err="1"/>
              <a:t>Napapansin</a:t>
            </a:r>
            <a:r>
              <a:rPr lang="en-PH" sz="3600" dirty="0"/>
              <a:t> </a:t>
            </a:r>
            <a:r>
              <a:rPr lang="en-PH" sz="3600" dirty="0" err="1"/>
              <a:t>pala</a:t>
            </a:r>
            <a:r>
              <a:rPr lang="en-PH" sz="3600" dirty="0"/>
              <a:t> ng </a:t>
            </a:r>
            <a:r>
              <a:rPr lang="en-PH" sz="3600" dirty="0" err="1"/>
              <a:t>dalaga</a:t>
            </a:r>
            <a:r>
              <a:rPr lang="en-PH" sz="3600" dirty="0"/>
              <a:t> ang </a:t>
            </a:r>
            <a:r>
              <a:rPr lang="en-PH" sz="3600" dirty="0" err="1"/>
              <a:t>pagbabago</a:t>
            </a:r>
            <a:r>
              <a:rPr lang="en-PH" sz="3600" dirty="0"/>
              <a:t> ng kilos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titig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tuwing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kaharap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74806997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22:Liwanag at Dilim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Samantala</a:t>
            </a:r>
            <a:r>
              <a:rPr lang="en-PH" sz="3600" dirty="0"/>
              <a:t>, </a:t>
            </a:r>
            <a:r>
              <a:rPr lang="en-PH" sz="3600" dirty="0" err="1"/>
              <a:t>plano</a:t>
            </a:r>
            <a:r>
              <a:rPr lang="en-PH" sz="3600" dirty="0"/>
              <a:t> </a:t>
            </a:r>
            <a:r>
              <a:rPr lang="en-PH" sz="3600" dirty="0" err="1"/>
              <a:t>nina</a:t>
            </a:r>
            <a:r>
              <a:rPr lang="en-PH" sz="3600" dirty="0"/>
              <a:t> Maria Clara at Ibarra </a:t>
            </a:r>
            <a:r>
              <a:rPr lang="en-PH" sz="3600" dirty="0" err="1"/>
              <a:t>na</a:t>
            </a:r>
            <a:r>
              <a:rPr lang="en-PH" sz="3600" dirty="0"/>
              <a:t> mag-</a:t>
            </a:r>
            <a:r>
              <a:rPr lang="en-PH" sz="3600" dirty="0" err="1"/>
              <a:t>piknik</a:t>
            </a:r>
            <a:r>
              <a:rPr lang="en-PH" sz="3600" dirty="0"/>
              <a:t> </a:t>
            </a:r>
            <a:r>
              <a:rPr lang="en-PH" sz="3600" dirty="0" err="1"/>
              <a:t>kasama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kaibigan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ilog</a:t>
            </a:r>
            <a:r>
              <a:rPr lang="en-PH" sz="3600" dirty="0"/>
              <a:t>. </a:t>
            </a:r>
            <a:r>
              <a:rPr lang="en-PH" sz="3600" dirty="0" err="1"/>
              <a:t>Iminungkahi</a:t>
            </a:r>
            <a:r>
              <a:rPr lang="en-PH" sz="3600" dirty="0"/>
              <a:t> ng </a:t>
            </a:r>
            <a:r>
              <a:rPr lang="en-PH" sz="3600" dirty="0" err="1"/>
              <a:t>dalaga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huwag</a:t>
            </a:r>
            <a:r>
              <a:rPr lang="en-PH" sz="3600" dirty="0"/>
              <a:t> </a:t>
            </a:r>
            <a:r>
              <a:rPr lang="en-PH" sz="3600" dirty="0" err="1"/>
              <a:t>isama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Salvi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nababahala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paligid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Hindi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sinang-ayunan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raw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magandang</a:t>
            </a:r>
            <a:r>
              <a:rPr lang="en-PH" sz="3600" dirty="0"/>
              <a:t> </a:t>
            </a:r>
            <a:r>
              <a:rPr lang="en-PH" sz="3600" dirty="0" err="1"/>
              <a:t>tingnan</a:t>
            </a:r>
            <a:r>
              <a:rPr lang="en-PH" sz="3600" dirty="0"/>
              <a:t>. </a:t>
            </a:r>
            <a:r>
              <a:rPr lang="en-PH" sz="3600" dirty="0" err="1"/>
              <a:t>Bigla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ang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habang</a:t>
            </a:r>
            <a:r>
              <a:rPr lang="en-PH" sz="3600" dirty="0"/>
              <a:t> nag-</a:t>
            </a:r>
            <a:r>
              <a:rPr lang="en-PH" sz="3600" dirty="0" err="1"/>
              <a:t>uusap</a:t>
            </a:r>
            <a:r>
              <a:rPr lang="en-PH" sz="3600" dirty="0"/>
              <a:t> ang </a:t>
            </a:r>
            <a:r>
              <a:rPr lang="en-PH" sz="3600" dirty="0" err="1"/>
              <a:t>dalawa</a:t>
            </a:r>
            <a:r>
              <a:rPr lang="en-PH" sz="3600" dirty="0"/>
              <a:t> kaya </a:t>
            </a:r>
            <a:r>
              <a:rPr lang="en-PH" sz="3600" dirty="0" err="1"/>
              <a:t>nagpaalam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dalaga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mamahinga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52888540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22:Liwanag at Dilim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Pagdaka’y</a:t>
            </a:r>
            <a:r>
              <a:rPr lang="en-PH" sz="3600" dirty="0"/>
              <a:t> </a:t>
            </a:r>
            <a:r>
              <a:rPr lang="en-PH" sz="3600" dirty="0" err="1"/>
              <a:t>inimbitahan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si</a:t>
            </a:r>
            <a:r>
              <a:rPr lang="en-PH" sz="3600" dirty="0"/>
              <a:t> Padre Salvi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piknik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pinagpaplanuhan</a:t>
            </a:r>
            <a:r>
              <a:rPr lang="en-PH" sz="3600" dirty="0"/>
              <a:t> at </a:t>
            </a:r>
            <a:r>
              <a:rPr lang="en-PH" sz="3600" dirty="0" err="1"/>
              <a:t>kaagad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sinang-ayunan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. </a:t>
            </a:r>
            <a:r>
              <a:rPr lang="en-PH" sz="3600" dirty="0" err="1"/>
              <a:t>Umuwi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makalipas</a:t>
            </a:r>
            <a:r>
              <a:rPr lang="en-PH" sz="3600" dirty="0"/>
              <a:t> ang </a:t>
            </a:r>
            <a:r>
              <a:rPr lang="en-PH" sz="3600" dirty="0" err="1"/>
              <a:t>ilang</a:t>
            </a:r>
            <a:r>
              <a:rPr lang="en-PH" sz="3600" dirty="0"/>
              <a:t> </a:t>
            </a:r>
            <a:r>
              <a:rPr lang="en-PH" sz="3600" dirty="0" err="1"/>
              <a:t>oras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daan</a:t>
            </a:r>
            <a:r>
              <a:rPr lang="en-PH" sz="3600" dirty="0"/>
              <a:t> </a:t>
            </a:r>
            <a:r>
              <a:rPr lang="en-PH" sz="3600" dirty="0" err="1"/>
              <a:t>habang</a:t>
            </a:r>
            <a:r>
              <a:rPr lang="en-PH" sz="3600" dirty="0"/>
              <a:t> </a:t>
            </a:r>
            <a:r>
              <a:rPr lang="en-PH" sz="3600" dirty="0" err="1"/>
              <a:t>naglalakad</a:t>
            </a:r>
            <a:r>
              <a:rPr lang="en-PH" sz="3600" dirty="0"/>
              <a:t> </a:t>
            </a:r>
            <a:r>
              <a:rPr lang="en-PH" sz="3600" dirty="0" err="1"/>
              <a:t>pauwi</a:t>
            </a:r>
            <a:r>
              <a:rPr lang="en-PH" sz="3600" dirty="0"/>
              <a:t> ay may </a:t>
            </a:r>
            <a:r>
              <a:rPr lang="en-PH" sz="3600" dirty="0" err="1"/>
              <a:t>nakasalubong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lalaki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humihingi</a:t>
            </a:r>
            <a:r>
              <a:rPr lang="en-PH" sz="3600" dirty="0"/>
              <a:t> ng </a:t>
            </a:r>
            <a:r>
              <a:rPr lang="en-PH" sz="3600" dirty="0" err="1"/>
              <a:t>tulong</a:t>
            </a:r>
            <a:r>
              <a:rPr lang="en-PH" sz="3600" dirty="0"/>
              <a:t>. </a:t>
            </a:r>
            <a:r>
              <a:rPr lang="en-PH" sz="3600" dirty="0" err="1"/>
              <a:t>Agad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tinulungan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6980962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23:Ang Piknik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000" dirty="0" err="1"/>
              <a:t>Masiglang</a:t>
            </a:r>
            <a:r>
              <a:rPr lang="en-PH" sz="4000" dirty="0"/>
              <a:t> </a:t>
            </a:r>
            <a:r>
              <a:rPr lang="en-PH" sz="4000" dirty="0" err="1"/>
              <a:t>gumayak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kababaihan</a:t>
            </a:r>
            <a:r>
              <a:rPr lang="en-PH" sz="4000" dirty="0"/>
              <a:t> at </a:t>
            </a:r>
            <a:r>
              <a:rPr lang="en-PH" sz="4000" dirty="0" err="1"/>
              <a:t>kabinataan</a:t>
            </a:r>
            <a:r>
              <a:rPr lang="en-PH" sz="4000" dirty="0"/>
              <a:t> </a:t>
            </a:r>
            <a:r>
              <a:rPr lang="en-PH" sz="4000" dirty="0" err="1"/>
              <a:t>madaling</a:t>
            </a:r>
            <a:r>
              <a:rPr lang="en-PH" sz="4000" dirty="0"/>
              <a:t> </a:t>
            </a:r>
            <a:r>
              <a:rPr lang="en-PH" sz="4000" dirty="0" err="1"/>
              <a:t>araw</a:t>
            </a:r>
            <a:r>
              <a:rPr lang="en-PH" sz="4000" dirty="0"/>
              <a:t> pa </a:t>
            </a:r>
            <a:r>
              <a:rPr lang="en-PH" sz="4000" dirty="0" err="1"/>
              <a:t>lamang</a:t>
            </a:r>
            <a:r>
              <a:rPr lang="en-PH" sz="4000" dirty="0"/>
              <a:t> ng </a:t>
            </a:r>
            <a:r>
              <a:rPr lang="en-PH" sz="4000" dirty="0" err="1"/>
              <a:t>araw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iyon</a:t>
            </a:r>
            <a:r>
              <a:rPr lang="en-PH" sz="4000" dirty="0"/>
              <a:t>. </a:t>
            </a:r>
            <a:r>
              <a:rPr lang="en-PH" sz="4000" dirty="0" err="1"/>
              <a:t>Naglalakad</a:t>
            </a:r>
            <a:r>
              <a:rPr lang="en-PH" sz="4000" dirty="0"/>
              <a:t> ng </a:t>
            </a:r>
            <a:r>
              <a:rPr lang="en-PH" sz="4000" dirty="0" err="1"/>
              <a:t>magkakasama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kababaihan</a:t>
            </a:r>
            <a:r>
              <a:rPr lang="en-PH" sz="4000" dirty="0"/>
              <a:t> </a:t>
            </a:r>
            <a:r>
              <a:rPr lang="en-PH" sz="4000" dirty="0" err="1"/>
              <a:t>samantalang</a:t>
            </a:r>
            <a:r>
              <a:rPr lang="en-PH" sz="4000" dirty="0"/>
              <a:t> </a:t>
            </a:r>
            <a:r>
              <a:rPr lang="en-PH" sz="4000" dirty="0" err="1"/>
              <a:t>hiwalay</a:t>
            </a:r>
            <a:r>
              <a:rPr lang="en-PH" sz="4000" dirty="0"/>
              <a:t> </a:t>
            </a:r>
            <a:r>
              <a:rPr lang="en-PH" sz="4000" dirty="0" err="1"/>
              <a:t>naman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kanila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kalalakihan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r>
              <a:rPr lang="en-PH" sz="4000" dirty="0"/>
              <a:t>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kawaksi</a:t>
            </a:r>
            <a:r>
              <a:rPr lang="en-PH" sz="4000" dirty="0"/>
              <a:t> at </a:t>
            </a:r>
            <a:r>
              <a:rPr lang="en-PH" sz="4000" dirty="0" err="1"/>
              <a:t>matatandang</a:t>
            </a:r>
            <a:r>
              <a:rPr lang="en-PH" sz="4000" dirty="0"/>
              <a:t> </a:t>
            </a:r>
            <a:r>
              <a:rPr lang="en-PH" sz="4000" dirty="0" err="1"/>
              <a:t>babae</a:t>
            </a:r>
            <a:r>
              <a:rPr lang="en-PH" sz="4000" dirty="0"/>
              <a:t> ay </a:t>
            </a:r>
            <a:r>
              <a:rPr lang="en-PH" sz="4000" dirty="0" err="1"/>
              <a:t>kasama</a:t>
            </a:r>
            <a:r>
              <a:rPr lang="en-PH" sz="4000" dirty="0"/>
              <a:t> </a:t>
            </a:r>
            <a:r>
              <a:rPr lang="en-PH" sz="4000" dirty="0" err="1"/>
              <a:t>rin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piknik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73801922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23:ANG PIKNIK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Dalawang</a:t>
            </a:r>
            <a:r>
              <a:rPr lang="en-PH" sz="4400" dirty="0"/>
              <a:t> </a:t>
            </a:r>
            <a:r>
              <a:rPr lang="en-PH" sz="4400" dirty="0" err="1"/>
              <a:t>bangka</a:t>
            </a:r>
            <a:r>
              <a:rPr lang="en-PH" sz="4400" dirty="0"/>
              <a:t> ang </a:t>
            </a:r>
            <a:r>
              <a:rPr lang="en-PH" sz="4400" dirty="0" err="1"/>
              <a:t>sasakyan</a:t>
            </a:r>
            <a:r>
              <a:rPr lang="en-PH" sz="4400" dirty="0"/>
              <a:t> </a:t>
            </a:r>
            <a:r>
              <a:rPr lang="en-PH" sz="4400" dirty="0" err="1"/>
              <a:t>nila</a:t>
            </a:r>
            <a:r>
              <a:rPr lang="en-PH" sz="4400" dirty="0"/>
              <a:t> kung </a:t>
            </a:r>
            <a:r>
              <a:rPr lang="en-PH" sz="4400" dirty="0" err="1"/>
              <a:t>saan</a:t>
            </a:r>
            <a:r>
              <a:rPr lang="en-PH" sz="4400" dirty="0"/>
              <a:t> ang </a:t>
            </a:r>
            <a:r>
              <a:rPr lang="en-PH" sz="4400" dirty="0" err="1"/>
              <a:t>matatalik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magkakaibigan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sina</a:t>
            </a:r>
            <a:r>
              <a:rPr lang="en-PH" sz="4400" dirty="0"/>
              <a:t> Maria Clara, </a:t>
            </a:r>
            <a:r>
              <a:rPr lang="en-PH" sz="4400" dirty="0" err="1"/>
              <a:t>Iday</a:t>
            </a:r>
            <a:r>
              <a:rPr lang="en-PH" sz="4400" dirty="0"/>
              <a:t>, Victorina, </a:t>
            </a:r>
            <a:r>
              <a:rPr lang="en-PH" sz="4400" dirty="0" err="1"/>
              <a:t>Neneng</a:t>
            </a:r>
            <a:r>
              <a:rPr lang="en-PH" sz="4400" dirty="0"/>
              <a:t> at </a:t>
            </a:r>
            <a:r>
              <a:rPr lang="en-PH" sz="4400" dirty="0" err="1"/>
              <a:t>Sinang</a:t>
            </a:r>
            <a:r>
              <a:rPr lang="en-PH" sz="4400" dirty="0"/>
              <a:t> ay </a:t>
            </a:r>
            <a:r>
              <a:rPr lang="en-PH" sz="4400" dirty="0" err="1"/>
              <a:t>magkakasama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isang</a:t>
            </a:r>
            <a:r>
              <a:rPr lang="en-PH" sz="4400" dirty="0"/>
              <a:t> Bangka.</a:t>
            </a:r>
          </a:p>
          <a:p>
            <a:pPr marL="0" indent="0" algn="just">
              <a:buNone/>
            </a:pPr>
            <a:r>
              <a:rPr lang="en-PH" sz="4400" dirty="0"/>
              <a:t>Di </a:t>
            </a:r>
            <a:r>
              <a:rPr lang="en-PH" sz="4400" dirty="0" err="1"/>
              <a:t>mapigil</a:t>
            </a:r>
            <a:r>
              <a:rPr lang="en-PH" sz="4400" dirty="0"/>
              <a:t> ang </a:t>
            </a:r>
            <a:r>
              <a:rPr lang="en-PH" sz="4400" dirty="0" err="1"/>
              <a:t>tawanan</a:t>
            </a:r>
            <a:r>
              <a:rPr lang="en-PH" sz="4400" dirty="0"/>
              <a:t> at </a:t>
            </a:r>
            <a:r>
              <a:rPr lang="en-PH" sz="4400" dirty="0" err="1"/>
              <a:t>kwentuhan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dalaga</a:t>
            </a:r>
            <a:r>
              <a:rPr lang="en-PH" sz="4400" dirty="0"/>
              <a:t> kung kaya </a:t>
            </a:r>
            <a:r>
              <a:rPr lang="en-PH" sz="4400" dirty="0" err="1"/>
              <a:t>si</a:t>
            </a:r>
            <a:r>
              <a:rPr lang="en-PH" sz="4400" dirty="0"/>
              <a:t> </a:t>
            </a:r>
            <a:r>
              <a:rPr lang="en-PH" sz="4400" dirty="0" err="1"/>
              <a:t>Tiya</a:t>
            </a:r>
            <a:r>
              <a:rPr lang="en-PH" sz="4400" dirty="0"/>
              <a:t> Isabel ay </a:t>
            </a:r>
            <a:r>
              <a:rPr lang="en-PH" sz="4400" dirty="0" err="1"/>
              <a:t>sinaway</a:t>
            </a:r>
            <a:r>
              <a:rPr lang="en-PH" sz="4400" dirty="0"/>
              <a:t> </a:t>
            </a:r>
            <a:r>
              <a:rPr lang="en-PH" sz="4400" dirty="0" err="1"/>
              <a:t>sila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18573926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23: ANG PIKNIK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Nagkaroon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butas</a:t>
            </a:r>
            <a:r>
              <a:rPr lang="en-PH" sz="3600" dirty="0"/>
              <a:t> ang </a:t>
            </a:r>
            <a:r>
              <a:rPr lang="en-PH" sz="3600" dirty="0" err="1"/>
              <a:t>bangkang</a:t>
            </a:r>
            <a:r>
              <a:rPr lang="en-PH" sz="3600" dirty="0"/>
              <a:t> </a:t>
            </a:r>
            <a:r>
              <a:rPr lang="en-PH" sz="3600" dirty="0" err="1"/>
              <a:t>sinasakyan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kalalakihan</a:t>
            </a:r>
            <a:r>
              <a:rPr lang="en-PH" sz="3600" dirty="0"/>
              <a:t> kaya </a:t>
            </a:r>
            <a:r>
              <a:rPr lang="en-PH" sz="3600" dirty="0" err="1"/>
              <a:t>sila</a:t>
            </a:r>
            <a:r>
              <a:rPr lang="en-PH" sz="3600" dirty="0"/>
              <a:t> ay </a:t>
            </a:r>
            <a:r>
              <a:rPr lang="en-PH" sz="3600" dirty="0" err="1"/>
              <a:t>napalipat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bangka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dalaga</a:t>
            </a:r>
            <a:r>
              <a:rPr lang="en-PH" sz="3600" dirty="0"/>
              <a:t>. </a:t>
            </a:r>
            <a:r>
              <a:rPr lang="en-PH" sz="3600" dirty="0" err="1"/>
              <a:t>Tumahimik</a:t>
            </a:r>
            <a:r>
              <a:rPr lang="en-PH" sz="3600" dirty="0"/>
              <a:t> </a:t>
            </a:r>
            <a:r>
              <a:rPr lang="en-PH" sz="3600" dirty="0" err="1"/>
              <a:t>tuloy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dalaga</a:t>
            </a:r>
            <a:r>
              <a:rPr lang="en-PH" sz="3600" dirty="0"/>
              <a:t> </a:t>
            </a:r>
            <a:r>
              <a:rPr lang="en-PH" sz="3600" dirty="0" err="1"/>
              <a:t>sapagkat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ay </a:t>
            </a:r>
            <a:r>
              <a:rPr lang="en-PH" sz="3600" dirty="0" err="1"/>
              <a:t>inatake</a:t>
            </a:r>
            <a:r>
              <a:rPr lang="en-PH" sz="3600" dirty="0"/>
              <a:t> ng hiya.</a:t>
            </a:r>
          </a:p>
          <a:p>
            <a:pPr marL="0" indent="0" algn="just">
              <a:buNone/>
            </a:pPr>
            <a:r>
              <a:rPr lang="en-PH" sz="3600" dirty="0" err="1"/>
              <a:t>Patuloy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pagsagwan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Elias at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mainip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kasama</a:t>
            </a:r>
            <a:r>
              <a:rPr lang="en-PH" sz="3600" dirty="0"/>
              <a:t> ay </a:t>
            </a:r>
            <a:r>
              <a:rPr lang="en-PH" sz="3600" dirty="0" err="1"/>
              <a:t>umawit</a:t>
            </a:r>
            <a:r>
              <a:rPr lang="en-PH" sz="3600" dirty="0"/>
              <a:t> ng kundiman </a:t>
            </a:r>
            <a:r>
              <a:rPr lang="en-PH" sz="3600" dirty="0" err="1"/>
              <a:t>si</a:t>
            </a:r>
            <a:r>
              <a:rPr lang="en-PH" sz="3600" dirty="0"/>
              <a:t> Maria Clara.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2495235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23:ANG PIKNIK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Nang </a:t>
            </a:r>
            <a:r>
              <a:rPr lang="en-PH" sz="3600" dirty="0" err="1"/>
              <a:t>malapit</a:t>
            </a:r>
            <a:r>
              <a:rPr lang="en-PH" sz="3600" dirty="0"/>
              <a:t> ng </a:t>
            </a:r>
            <a:r>
              <a:rPr lang="en-PH" sz="3600" dirty="0" err="1"/>
              <a:t>maluto</a:t>
            </a:r>
            <a:r>
              <a:rPr lang="en-PH" sz="3600" dirty="0"/>
              <a:t> ang </a:t>
            </a:r>
            <a:r>
              <a:rPr lang="en-PH" sz="3600" dirty="0" err="1"/>
              <a:t>agahan</a:t>
            </a:r>
            <a:r>
              <a:rPr lang="en-PH" sz="3600" dirty="0"/>
              <a:t> ay </a:t>
            </a:r>
            <a:r>
              <a:rPr lang="en-PH" sz="3600" dirty="0" err="1"/>
              <a:t>gumayak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kalalakihan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mangisda</a:t>
            </a:r>
            <a:r>
              <a:rPr lang="en-PH" sz="3600" dirty="0"/>
              <a:t>.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nahuli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kahit</a:t>
            </a:r>
            <a:r>
              <a:rPr lang="en-PH" sz="3600" dirty="0"/>
              <a:t> </a:t>
            </a:r>
            <a:r>
              <a:rPr lang="en-PH" sz="3600" dirty="0" err="1"/>
              <a:t>isa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biglang</a:t>
            </a:r>
            <a:r>
              <a:rPr lang="en-PH" sz="3600" dirty="0"/>
              <a:t> </a:t>
            </a:r>
            <a:r>
              <a:rPr lang="en-PH" sz="3600" dirty="0" err="1"/>
              <a:t>pagsulpot</a:t>
            </a:r>
            <a:r>
              <a:rPr lang="en-PH" sz="3600" dirty="0"/>
              <a:t> ng </a:t>
            </a:r>
            <a:r>
              <a:rPr lang="en-PH" sz="3600" dirty="0" err="1"/>
              <a:t>buwaya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ilog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kababaihan</a:t>
            </a:r>
            <a:r>
              <a:rPr lang="en-PH" sz="3600" dirty="0"/>
              <a:t> ay </a:t>
            </a:r>
            <a:r>
              <a:rPr lang="en-PH" sz="3600" dirty="0" err="1"/>
              <a:t>nabahala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paglitaw</a:t>
            </a:r>
            <a:r>
              <a:rPr lang="en-PH" sz="3600" dirty="0"/>
              <a:t> ng </a:t>
            </a:r>
            <a:r>
              <a:rPr lang="en-PH" sz="3600" dirty="0" err="1"/>
              <a:t>buwaya</a:t>
            </a:r>
            <a:r>
              <a:rPr lang="en-PH" sz="3600" dirty="0"/>
              <a:t> </a:t>
            </a:r>
            <a:r>
              <a:rPr lang="en-PH" sz="3600" dirty="0" err="1"/>
              <a:t>lalo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ito’y</a:t>
            </a:r>
            <a:r>
              <a:rPr lang="en-PH" sz="3600" dirty="0"/>
              <a:t> </a:t>
            </a:r>
            <a:r>
              <a:rPr lang="en-PH" sz="3600" dirty="0" err="1"/>
              <a:t>nilundag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Elias. </a:t>
            </a:r>
            <a:r>
              <a:rPr lang="en-PH" sz="3600" dirty="0" err="1"/>
              <a:t>Higit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malakas</a:t>
            </a:r>
            <a:r>
              <a:rPr lang="en-PH" sz="3600" dirty="0"/>
              <a:t> ang </a:t>
            </a:r>
            <a:r>
              <a:rPr lang="en-PH" sz="3600" dirty="0" err="1"/>
              <a:t>buwaya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kay Elias kaya </a:t>
            </a:r>
            <a:r>
              <a:rPr lang="en-PH" sz="3600" dirty="0" err="1"/>
              <a:t>tinulungan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taluhin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65441380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23: ANG PIKNIK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 err="1"/>
              <a:t>Natalo</a:t>
            </a:r>
            <a:r>
              <a:rPr lang="en-PH" sz="4800" dirty="0"/>
              <a:t> ng </a:t>
            </a:r>
            <a:r>
              <a:rPr lang="en-PH" sz="4800" dirty="0" err="1"/>
              <a:t>dalawa</a:t>
            </a:r>
            <a:r>
              <a:rPr lang="en-PH" sz="4800" dirty="0"/>
              <a:t> ang </a:t>
            </a:r>
            <a:r>
              <a:rPr lang="en-PH" sz="4800" dirty="0" err="1"/>
              <a:t>buwaya</a:t>
            </a:r>
            <a:r>
              <a:rPr lang="en-PH" sz="4800" dirty="0"/>
              <a:t> kaya </a:t>
            </a:r>
            <a:r>
              <a:rPr lang="en-PH" sz="4800" dirty="0" err="1"/>
              <a:t>nagpatuloy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sila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pangigisda</a:t>
            </a:r>
            <a:r>
              <a:rPr lang="en-PH" sz="4800" dirty="0"/>
              <a:t> </a:t>
            </a:r>
            <a:r>
              <a:rPr lang="en-PH" sz="4800" dirty="0" err="1"/>
              <a:t>hanggang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sila</a:t>
            </a:r>
            <a:r>
              <a:rPr lang="en-PH" sz="4800" dirty="0"/>
              <a:t> ay </a:t>
            </a:r>
            <a:r>
              <a:rPr lang="en-PH" sz="4800" dirty="0" err="1"/>
              <a:t>makahuli</a:t>
            </a:r>
            <a:r>
              <a:rPr lang="en-PH" sz="4800" dirty="0"/>
              <a:t> ng </a:t>
            </a:r>
            <a:r>
              <a:rPr lang="en-PH" sz="4800" dirty="0" err="1"/>
              <a:t>sariwang</a:t>
            </a:r>
            <a:r>
              <a:rPr lang="en-PH" sz="4800" dirty="0"/>
              <a:t> </a:t>
            </a:r>
            <a:r>
              <a:rPr lang="en-PH" sz="4800" dirty="0" err="1"/>
              <a:t>isda</a:t>
            </a:r>
            <a:r>
              <a:rPr lang="en-PH" sz="4800" dirty="0"/>
              <a:t>.</a:t>
            </a:r>
          </a:p>
          <a:p>
            <a:pPr marL="0" indent="0" algn="just">
              <a:buNone/>
            </a:pPr>
            <a:r>
              <a:rPr lang="en-PH" sz="4800" dirty="0"/>
              <a:t>Sa </a:t>
            </a:r>
            <a:r>
              <a:rPr lang="en-PH" sz="4800" dirty="0" err="1"/>
              <a:t>isang</a:t>
            </a:r>
            <a:r>
              <a:rPr lang="en-PH" sz="4800" dirty="0"/>
              <a:t> </a:t>
            </a:r>
            <a:r>
              <a:rPr lang="en-PH" sz="4800" dirty="0" err="1"/>
              <a:t>puno</a:t>
            </a:r>
            <a:r>
              <a:rPr lang="en-PH" sz="4800" dirty="0"/>
              <a:t> </a:t>
            </a:r>
            <a:r>
              <a:rPr lang="en-PH" sz="4800" dirty="0" err="1"/>
              <a:t>malapit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batisan</a:t>
            </a:r>
            <a:r>
              <a:rPr lang="en-PH" sz="4800" dirty="0"/>
              <a:t> ay </a:t>
            </a:r>
            <a:r>
              <a:rPr lang="en-PH" sz="4800" dirty="0" err="1"/>
              <a:t>masayang</a:t>
            </a:r>
            <a:r>
              <a:rPr lang="en-PH" sz="4800" dirty="0"/>
              <a:t> </a:t>
            </a:r>
            <a:r>
              <a:rPr lang="en-PH" sz="4800" dirty="0" err="1"/>
              <a:t>nananghalian</a:t>
            </a:r>
            <a:r>
              <a:rPr lang="en-PH" sz="4800" dirty="0"/>
              <a:t> ang </a:t>
            </a:r>
            <a:r>
              <a:rPr lang="en-PH" sz="4800" dirty="0" err="1"/>
              <a:t>magkakaibigan</a:t>
            </a:r>
            <a:r>
              <a:rPr lang="en-PH" sz="48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0670703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5400" dirty="0" err="1"/>
              <a:t>Nakapagmisa</a:t>
            </a:r>
            <a:r>
              <a:rPr lang="en-PH" sz="5400" dirty="0"/>
              <a:t> ng </a:t>
            </a:r>
            <a:r>
              <a:rPr lang="en-PH" sz="5400" dirty="0" err="1"/>
              <a:t>maaga</a:t>
            </a:r>
            <a:r>
              <a:rPr lang="en-PH" sz="5400" dirty="0"/>
              <a:t> </a:t>
            </a:r>
            <a:r>
              <a:rPr lang="en-PH" sz="5400" dirty="0" err="1"/>
              <a:t>si</a:t>
            </a:r>
            <a:r>
              <a:rPr lang="en-PH" sz="5400" dirty="0"/>
              <a:t> Padre Salvi at </a:t>
            </a:r>
            <a:r>
              <a:rPr lang="en-PH" sz="5400" dirty="0" err="1"/>
              <a:t>agad</a:t>
            </a:r>
            <a:r>
              <a:rPr lang="en-PH" sz="5400" dirty="0"/>
              <a:t> ay nag-</a:t>
            </a:r>
            <a:r>
              <a:rPr lang="en-PH" sz="5400" dirty="0" err="1"/>
              <a:t>almusal</a:t>
            </a:r>
            <a:r>
              <a:rPr lang="en-PH" sz="5400" dirty="0"/>
              <a:t>. Hindi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nito</a:t>
            </a:r>
            <a:r>
              <a:rPr lang="en-PH" sz="5400" dirty="0"/>
              <a:t> </a:t>
            </a:r>
            <a:r>
              <a:rPr lang="en-PH" sz="5400" dirty="0" err="1"/>
              <a:t>tinapos</a:t>
            </a:r>
            <a:r>
              <a:rPr lang="en-PH" sz="5400" dirty="0"/>
              <a:t> ang </a:t>
            </a:r>
            <a:r>
              <a:rPr lang="en-PH" sz="5400" dirty="0" err="1"/>
              <a:t>pagkain</a:t>
            </a:r>
            <a:r>
              <a:rPr lang="en-PH" sz="5400" dirty="0"/>
              <a:t>,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halip</a:t>
            </a:r>
            <a:r>
              <a:rPr lang="en-PH" sz="5400" dirty="0"/>
              <a:t> ay </a:t>
            </a:r>
            <a:r>
              <a:rPr lang="en-PH" sz="5400" dirty="0" err="1"/>
              <a:t>nagpunta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ito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lugar</a:t>
            </a:r>
            <a:r>
              <a:rPr lang="en-PH" sz="5400" dirty="0"/>
              <a:t> ng </a:t>
            </a:r>
            <a:r>
              <a:rPr lang="en-PH" sz="5400" dirty="0" err="1"/>
              <a:t>piknik</a:t>
            </a:r>
            <a:r>
              <a:rPr lang="en-PH" sz="5400" dirty="0"/>
              <a:t> </a:t>
            </a:r>
            <a:r>
              <a:rPr lang="en-PH" sz="5400" dirty="0" err="1"/>
              <a:t>sakay</a:t>
            </a:r>
            <a:r>
              <a:rPr lang="en-PH" sz="5400" dirty="0"/>
              <a:t> ng </a:t>
            </a:r>
            <a:r>
              <a:rPr lang="en-PH" sz="5400" dirty="0" err="1"/>
              <a:t>karwahe</a:t>
            </a:r>
            <a:r>
              <a:rPr lang="en-PH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013497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 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4400" dirty="0" err="1"/>
              <a:t>Malayo</a:t>
            </a:r>
            <a:r>
              <a:rPr lang="en-PH" sz="4400" dirty="0"/>
              <a:t> pa </a:t>
            </a:r>
            <a:r>
              <a:rPr lang="en-PH" sz="4400" dirty="0" err="1"/>
              <a:t>lamang</a:t>
            </a:r>
            <a:r>
              <a:rPr lang="en-PH" sz="4400" dirty="0"/>
              <a:t> ay </a:t>
            </a:r>
            <a:r>
              <a:rPr lang="en-PH" sz="4400" dirty="0" err="1"/>
              <a:t>pinahinto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ng </a:t>
            </a:r>
            <a:r>
              <a:rPr lang="en-PH" sz="4400" dirty="0" err="1"/>
              <a:t>pari</a:t>
            </a:r>
            <a:r>
              <a:rPr lang="en-PH" sz="4400" dirty="0"/>
              <a:t> ang </a:t>
            </a:r>
            <a:r>
              <a:rPr lang="en-PH" sz="4400" dirty="0" err="1"/>
              <a:t>karwahe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malayang</a:t>
            </a:r>
            <a:r>
              <a:rPr lang="en-PH" sz="4400" dirty="0"/>
              <a:t> </a:t>
            </a:r>
            <a:r>
              <a:rPr lang="en-PH" sz="4400" dirty="0" err="1"/>
              <a:t>mapagmasdan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kadalagahan</a:t>
            </a:r>
            <a:r>
              <a:rPr lang="en-PH" sz="4400" dirty="0"/>
              <a:t>. ‘Di </a:t>
            </a:r>
            <a:r>
              <a:rPr lang="en-PH" sz="4400" dirty="0" err="1"/>
              <a:t>naman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</a:t>
            </a:r>
            <a:r>
              <a:rPr lang="en-PH" sz="4400" dirty="0" err="1"/>
              <a:t>nabigo</a:t>
            </a:r>
            <a:r>
              <a:rPr lang="en-PH" sz="4400" dirty="0"/>
              <a:t> </a:t>
            </a:r>
            <a:r>
              <a:rPr lang="en-PH" sz="4400" dirty="0" err="1"/>
              <a:t>sapagkat</a:t>
            </a:r>
            <a:r>
              <a:rPr lang="en-PH" sz="4400" dirty="0"/>
              <a:t> </a:t>
            </a:r>
            <a:r>
              <a:rPr lang="en-PH" sz="4400" dirty="0" err="1"/>
              <a:t>nakita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ang </a:t>
            </a:r>
            <a:r>
              <a:rPr lang="en-PH" sz="4400" dirty="0" err="1"/>
              <a:t>masasayang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dalaga</a:t>
            </a:r>
            <a:r>
              <a:rPr lang="en-PH" sz="4400" dirty="0"/>
              <a:t> </a:t>
            </a:r>
            <a:r>
              <a:rPr lang="en-PH" sz="4400" dirty="0" err="1"/>
              <a:t>maging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binti</a:t>
            </a:r>
            <a:r>
              <a:rPr lang="en-PH" sz="4400" dirty="0"/>
              <a:t> at </a:t>
            </a:r>
            <a:r>
              <a:rPr lang="en-PH" sz="4400" dirty="0" err="1"/>
              <a:t>sakong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</a:t>
            </a:r>
            <a:r>
              <a:rPr lang="en-PH" sz="4400" dirty="0" err="1"/>
              <a:t>habang</a:t>
            </a:r>
            <a:r>
              <a:rPr lang="en-PH" sz="4400" dirty="0"/>
              <a:t> </a:t>
            </a:r>
            <a:r>
              <a:rPr lang="en-PH" sz="4400" dirty="0" err="1"/>
              <a:t>nagkakatuwaan</a:t>
            </a:r>
            <a:r>
              <a:rPr lang="en-PH" sz="4400" dirty="0"/>
              <a:t>. </a:t>
            </a:r>
            <a:r>
              <a:rPr lang="en-PH" sz="4400" dirty="0" err="1"/>
              <a:t>Pinigil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Padre Salvi ang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sarili</a:t>
            </a:r>
            <a:r>
              <a:rPr lang="en-PH" sz="4400" dirty="0"/>
              <a:t> at </a:t>
            </a:r>
            <a:r>
              <a:rPr lang="en-PH" sz="4400" dirty="0" err="1"/>
              <a:t>hinanap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kalalakihan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54273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 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000" dirty="0" err="1"/>
              <a:t>Makatapos</a:t>
            </a:r>
            <a:r>
              <a:rPr lang="en-PH" sz="4000" dirty="0"/>
              <a:t> ang </a:t>
            </a:r>
            <a:r>
              <a:rPr lang="en-PH" sz="4000" dirty="0" err="1"/>
              <a:t>pananghalian</a:t>
            </a:r>
            <a:r>
              <a:rPr lang="en-PH" sz="4000" dirty="0"/>
              <a:t> ay </a:t>
            </a:r>
            <a:r>
              <a:rPr lang="en-PH" sz="4000" dirty="0" err="1"/>
              <a:t>nabanggit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Padre Salvi </a:t>
            </a:r>
            <a:r>
              <a:rPr lang="en-PH" sz="4000" dirty="0" err="1"/>
              <a:t>na</a:t>
            </a:r>
            <a:r>
              <a:rPr lang="en-PH" sz="4000" dirty="0"/>
              <a:t> may </a:t>
            </a:r>
            <a:r>
              <a:rPr lang="en-PH" sz="4000" dirty="0" err="1"/>
              <a:t>tumampalasan</a:t>
            </a:r>
            <a:r>
              <a:rPr lang="en-PH" sz="4000" dirty="0"/>
              <a:t> kay Padre </a:t>
            </a:r>
            <a:r>
              <a:rPr lang="en-PH" sz="4000" dirty="0" err="1"/>
              <a:t>Damaso</a:t>
            </a:r>
            <a:r>
              <a:rPr lang="en-PH" sz="4000" dirty="0"/>
              <a:t> kaya </a:t>
            </a:r>
            <a:r>
              <a:rPr lang="en-PH" sz="4000" dirty="0" err="1"/>
              <a:t>ito</a:t>
            </a:r>
            <a:r>
              <a:rPr lang="en-PH" sz="4000" dirty="0"/>
              <a:t> ay </a:t>
            </a:r>
            <a:r>
              <a:rPr lang="en-PH" sz="4000" dirty="0" err="1"/>
              <a:t>nagkasakit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r>
              <a:rPr lang="en-PH" sz="4000" dirty="0" err="1"/>
              <a:t>Nagkataon</a:t>
            </a:r>
            <a:r>
              <a:rPr lang="en-PH" sz="4000" dirty="0"/>
              <a:t> </a:t>
            </a:r>
            <a:r>
              <a:rPr lang="en-PH" sz="4000" dirty="0" err="1"/>
              <a:t>namang</a:t>
            </a:r>
            <a:r>
              <a:rPr lang="en-PH" sz="4000" dirty="0"/>
              <a:t> </a:t>
            </a:r>
            <a:r>
              <a:rPr lang="en-PH" sz="4000" dirty="0" err="1"/>
              <a:t>dumating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</a:t>
            </a:r>
            <a:r>
              <a:rPr lang="en-PH" sz="4000" dirty="0" err="1"/>
              <a:t>Sisa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nais</a:t>
            </a:r>
            <a:r>
              <a:rPr lang="en-PH" sz="4000" dirty="0"/>
              <a:t> </a:t>
            </a:r>
            <a:r>
              <a:rPr lang="en-PH" sz="4000" dirty="0" err="1"/>
              <a:t>sanang</a:t>
            </a:r>
            <a:r>
              <a:rPr lang="en-PH" sz="4000" dirty="0"/>
              <a:t> </a:t>
            </a:r>
            <a:r>
              <a:rPr lang="en-PH" sz="4000" dirty="0" err="1"/>
              <a:t>pakainin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Ibarra </a:t>
            </a:r>
            <a:r>
              <a:rPr lang="en-PH" sz="4000" dirty="0" err="1"/>
              <a:t>ngunit</a:t>
            </a:r>
            <a:r>
              <a:rPr lang="en-PH" sz="4000" dirty="0"/>
              <a:t> </a:t>
            </a:r>
            <a:r>
              <a:rPr lang="en-PH" sz="4000" dirty="0" err="1"/>
              <a:t>dala</a:t>
            </a:r>
            <a:r>
              <a:rPr lang="en-PH" sz="4000" dirty="0"/>
              <a:t> ng </a:t>
            </a:r>
            <a:r>
              <a:rPr lang="en-PH" sz="4000" dirty="0" err="1"/>
              <a:t>pagiging</a:t>
            </a:r>
            <a:r>
              <a:rPr lang="en-PH" sz="4000" dirty="0"/>
              <a:t> </a:t>
            </a:r>
            <a:r>
              <a:rPr lang="en-PH" sz="4000" dirty="0" err="1"/>
              <a:t>wala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katinuan</a:t>
            </a:r>
            <a:r>
              <a:rPr lang="en-PH" sz="4000" dirty="0"/>
              <a:t> ay </a:t>
            </a:r>
            <a:r>
              <a:rPr lang="en-PH" sz="4000" dirty="0" err="1"/>
              <a:t>agad</a:t>
            </a:r>
            <a:r>
              <a:rPr lang="en-PH" sz="4000" dirty="0"/>
              <a:t> </a:t>
            </a:r>
            <a:r>
              <a:rPr lang="en-PH" sz="4000" dirty="0" err="1"/>
              <a:t>itong</a:t>
            </a:r>
            <a:r>
              <a:rPr lang="en-PH" sz="4000" dirty="0"/>
              <a:t> </a:t>
            </a:r>
            <a:r>
              <a:rPr lang="en-PH" sz="4000" dirty="0" err="1"/>
              <a:t>umalis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26307052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Nabanggit</a:t>
            </a:r>
            <a:r>
              <a:rPr lang="en-PH" sz="3600" dirty="0"/>
              <a:t> din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usapan</a:t>
            </a:r>
            <a:r>
              <a:rPr lang="en-PH" sz="3600" dirty="0"/>
              <a:t> ang </a:t>
            </a:r>
            <a:r>
              <a:rPr lang="en-PH" sz="3600" dirty="0" err="1"/>
              <a:t>pagkawala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</a:t>
            </a:r>
            <a:r>
              <a:rPr lang="en-PH" sz="3600" dirty="0" err="1"/>
              <a:t>nagkaroon</a:t>
            </a:r>
            <a:r>
              <a:rPr lang="en-PH" sz="3600" dirty="0"/>
              <a:t> ng </a:t>
            </a:r>
            <a:r>
              <a:rPr lang="en-PH" sz="3600" dirty="0" err="1"/>
              <a:t>matinding</a:t>
            </a:r>
            <a:r>
              <a:rPr lang="en-PH" sz="3600" dirty="0"/>
              <a:t> </a:t>
            </a:r>
            <a:r>
              <a:rPr lang="en-PH" sz="3600" dirty="0" err="1"/>
              <a:t>pagtatalo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Don </a:t>
            </a:r>
            <a:r>
              <a:rPr lang="en-PH" sz="3600" dirty="0" err="1"/>
              <a:t>Filipo</a:t>
            </a:r>
            <a:r>
              <a:rPr lang="en-PH" sz="3600" dirty="0"/>
              <a:t> at Padre Salvi.</a:t>
            </a:r>
          </a:p>
          <a:p>
            <a:pPr marL="0" indent="0" algn="just">
              <a:buNone/>
            </a:pPr>
            <a:r>
              <a:rPr lang="en-PH" sz="3600" dirty="0" err="1"/>
              <a:t>Ikinatwiran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Don </a:t>
            </a:r>
            <a:r>
              <a:rPr lang="en-PH" sz="3600" dirty="0" err="1"/>
              <a:t>Filipo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higit</a:t>
            </a:r>
            <a:r>
              <a:rPr lang="en-PH" sz="3600" dirty="0"/>
              <a:t> pang </a:t>
            </a:r>
            <a:r>
              <a:rPr lang="en-PH" sz="3600" dirty="0" err="1"/>
              <a:t>pinahalagahan</a:t>
            </a:r>
            <a:r>
              <a:rPr lang="en-PH" sz="3600" dirty="0"/>
              <a:t> ang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onsa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pagkawala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. Si Ibarra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pumagitna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dalawa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umabot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sakitan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43012643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Maya-</a:t>
            </a:r>
            <a:r>
              <a:rPr lang="en-PH" sz="3600" dirty="0" err="1"/>
              <a:t>maya’y</a:t>
            </a:r>
            <a:r>
              <a:rPr lang="en-PH" sz="3600" dirty="0"/>
              <a:t> </a:t>
            </a:r>
            <a:r>
              <a:rPr lang="en-PH" sz="3600" dirty="0" err="1"/>
              <a:t>nakiumpok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binata</a:t>
            </a:r>
            <a:r>
              <a:rPr lang="en-PH" sz="3600" dirty="0"/>
              <a:t> at </a:t>
            </a:r>
            <a:r>
              <a:rPr lang="en-PH" sz="3600" dirty="0" err="1"/>
              <a:t>dalagang</a:t>
            </a:r>
            <a:r>
              <a:rPr lang="en-PH" sz="3600" dirty="0"/>
              <a:t> </a:t>
            </a:r>
            <a:r>
              <a:rPr lang="en-PH" sz="3600" dirty="0" err="1"/>
              <a:t>naglalaro</a:t>
            </a:r>
            <a:r>
              <a:rPr lang="en-PH" sz="3600" dirty="0"/>
              <a:t> ng</a:t>
            </a:r>
          </a:p>
          <a:p>
            <a:pPr marL="0" indent="0" algn="just">
              <a:buNone/>
            </a:pPr>
            <a:r>
              <a:rPr lang="en-PH" sz="3600" dirty="0" err="1"/>
              <a:t>Gulong</a:t>
            </a:r>
            <a:r>
              <a:rPr lang="en-PH" sz="3600" dirty="0"/>
              <a:t> ng </a:t>
            </a:r>
            <a:r>
              <a:rPr lang="en-PH" sz="3600" dirty="0" err="1"/>
              <a:t>Kapalaran</a:t>
            </a:r>
            <a:r>
              <a:rPr lang="en-PH" sz="3600" dirty="0"/>
              <a:t>. </a:t>
            </a:r>
            <a:r>
              <a:rPr lang="en-PH" sz="3600" dirty="0" err="1"/>
              <a:t>Itinanong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Gulong</a:t>
            </a:r>
            <a:r>
              <a:rPr lang="en-PH" sz="3600" dirty="0"/>
              <a:t> kung may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katuparan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binabalak</a:t>
            </a:r>
            <a:r>
              <a:rPr lang="en-PH" sz="3600" dirty="0"/>
              <a:t>.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natapat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ang dais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sagot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pangarap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, </a:t>
            </a:r>
            <a:r>
              <a:rPr lang="en-PH" sz="3600" dirty="0" err="1"/>
              <a:t>bagay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sinang-ayunan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Ibarra.</a:t>
            </a:r>
          </a:p>
          <a:p>
            <a:pPr marL="0" indent="0" algn="just">
              <a:buNone/>
            </a:pPr>
            <a:r>
              <a:rPr lang="en-PH" sz="3600" dirty="0"/>
              <a:t>Aniya, </a:t>
            </a:r>
            <a:r>
              <a:rPr lang="en-PH" sz="3600" dirty="0" err="1"/>
              <a:t>mayroon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katibayan</a:t>
            </a:r>
            <a:r>
              <a:rPr lang="en-PH" sz="3600" dirty="0"/>
              <a:t> at </a:t>
            </a:r>
            <a:r>
              <a:rPr lang="en-PH" sz="3600" dirty="0" err="1"/>
              <a:t>pahintulot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pagpapatayo</a:t>
            </a:r>
            <a:r>
              <a:rPr lang="en-PH" sz="3600" dirty="0"/>
              <a:t> ng </a:t>
            </a:r>
            <a:r>
              <a:rPr lang="en-PH" sz="3600" dirty="0" err="1"/>
              <a:t>bahaypaaralan</a:t>
            </a:r>
            <a:r>
              <a:rPr lang="en-PH" sz="3600" dirty="0"/>
              <a:t>. Ang </a:t>
            </a:r>
            <a:r>
              <a:rPr lang="en-PH" sz="3600" dirty="0" err="1"/>
              <a:t>kasulatan</a:t>
            </a:r>
            <a:r>
              <a:rPr lang="en-PH" sz="3600" dirty="0"/>
              <a:t> ay </a:t>
            </a:r>
            <a:r>
              <a:rPr lang="en-PH" sz="3600" dirty="0" err="1"/>
              <a:t>hinati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at </a:t>
            </a:r>
            <a:r>
              <a:rPr lang="en-PH" sz="3600" dirty="0" err="1"/>
              <a:t>ibinigay</a:t>
            </a:r>
            <a:r>
              <a:rPr lang="en-PH" sz="3600" dirty="0"/>
              <a:t> kina Maria Clara at </a:t>
            </a:r>
            <a:r>
              <a:rPr lang="en-PH" sz="3600" dirty="0" err="1"/>
              <a:t>Sinang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84432148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4400" dirty="0" err="1"/>
              <a:t>Walang</a:t>
            </a:r>
            <a:r>
              <a:rPr lang="en-PH" sz="4400" dirty="0"/>
              <a:t> anu-</a:t>
            </a:r>
            <a:r>
              <a:rPr lang="en-PH" sz="4400" dirty="0" err="1"/>
              <a:t>ano’y</a:t>
            </a:r>
            <a:r>
              <a:rPr lang="en-PH" sz="4400" dirty="0"/>
              <a:t> </a:t>
            </a:r>
            <a:r>
              <a:rPr lang="en-PH" sz="4400" dirty="0" err="1"/>
              <a:t>dumating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Padre Salvi at </a:t>
            </a:r>
            <a:r>
              <a:rPr lang="en-PH" sz="4400" dirty="0" err="1"/>
              <a:t>pinunit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 ang </a:t>
            </a:r>
            <a:r>
              <a:rPr lang="en-PH" sz="4400" dirty="0" err="1"/>
              <a:t>aklat</a:t>
            </a:r>
            <a:r>
              <a:rPr lang="en-PH" sz="4400" dirty="0"/>
              <a:t> ng </a:t>
            </a:r>
            <a:r>
              <a:rPr lang="en-PH" sz="4400" dirty="0" err="1"/>
              <a:t>walang</a:t>
            </a:r>
            <a:r>
              <a:rPr lang="en-PH" sz="4400" dirty="0"/>
              <a:t> </a:t>
            </a:r>
            <a:r>
              <a:rPr lang="en-PH" sz="4400" dirty="0" err="1"/>
              <a:t>hudyat</a:t>
            </a:r>
            <a:r>
              <a:rPr lang="en-PH" sz="4400" dirty="0"/>
              <a:t>. Ayon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pari</a:t>
            </a:r>
            <a:r>
              <a:rPr lang="en-PH" sz="4400" dirty="0"/>
              <a:t>, </a:t>
            </a:r>
            <a:r>
              <a:rPr lang="en-PH" sz="4400" dirty="0" err="1"/>
              <a:t>malaking</a:t>
            </a:r>
            <a:r>
              <a:rPr lang="en-PH" sz="4400" dirty="0"/>
              <a:t> </a:t>
            </a:r>
            <a:r>
              <a:rPr lang="en-PH" sz="4400" dirty="0" err="1"/>
              <a:t>kasalanan</a:t>
            </a:r>
            <a:r>
              <a:rPr lang="en-PH" sz="4400" dirty="0"/>
              <a:t> ang </a:t>
            </a:r>
            <a:r>
              <a:rPr lang="en-PH" sz="4400" dirty="0" err="1"/>
              <a:t>maniwala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nilalaman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r>
              <a:rPr lang="en-PH" sz="4400" dirty="0"/>
              <a:t>Si Albino </a:t>
            </a:r>
            <a:r>
              <a:rPr lang="en-PH" sz="4400" dirty="0" err="1"/>
              <a:t>nama’y</a:t>
            </a:r>
            <a:r>
              <a:rPr lang="en-PH" sz="4400" dirty="0"/>
              <a:t> </a:t>
            </a:r>
            <a:r>
              <a:rPr lang="en-PH" sz="4400" dirty="0" err="1"/>
              <a:t>nainis</a:t>
            </a:r>
            <a:r>
              <a:rPr lang="en-PH" sz="4400" dirty="0"/>
              <a:t> at </a:t>
            </a:r>
            <a:r>
              <a:rPr lang="en-PH" sz="4400" dirty="0" err="1"/>
              <a:t>sinagot</a:t>
            </a:r>
            <a:r>
              <a:rPr lang="en-PH" sz="4400" dirty="0"/>
              <a:t> ang </a:t>
            </a:r>
            <a:r>
              <a:rPr lang="en-PH" sz="4400" dirty="0" err="1"/>
              <a:t>kura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mas </a:t>
            </a:r>
            <a:r>
              <a:rPr lang="en-PH" sz="4400" dirty="0" err="1"/>
              <a:t>malaking</a:t>
            </a:r>
            <a:r>
              <a:rPr lang="en-PH" sz="4400" dirty="0"/>
              <a:t> </a:t>
            </a:r>
            <a:r>
              <a:rPr lang="en-PH" sz="4400" dirty="0" err="1"/>
              <a:t>kasalanan</a:t>
            </a:r>
            <a:r>
              <a:rPr lang="en-PH" sz="4400" dirty="0"/>
              <a:t> ang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pakikialam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pag-aari</a:t>
            </a:r>
            <a:r>
              <a:rPr lang="en-PH" sz="4400" dirty="0"/>
              <a:t> ng </a:t>
            </a:r>
            <a:r>
              <a:rPr lang="en-PH" sz="4400" dirty="0" err="1"/>
              <a:t>iba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7601424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Kaagad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lumayas</a:t>
            </a:r>
            <a:r>
              <a:rPr lang="en-PH" sz="4400" dirty="0"/>
              <a:t> ang </a:t>
            </a:r>
            <a:r>
              <a:rPr lang="en-PH" sz="4400" dirty="0" err="1"/>
              <a:t>kura</a:t>
            </a:r>
            <a:r>
              <a:rPr lang="en-PH" sz="4400" dirty="0"/>
              <a:t> at </a:t>
            </a:r>
            <a:r>
              <a:rPr lang="en-PH" sz="4400" dirty="0" err="1"/>
              <a:t>padabog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bumalik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kumbento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r>
              <a:rPr lang="en-PH" sz="4400" dirty="0" err="1"/>
              <a:t>Ilang</a:t>
            </a:r>
            <a:r>
              <a:rPr lang="en-PH" sz="4400" dirty="0"/>
              <a:t> </a:t>
            </a:r>
            <a:r>
              <a:rPr lang="en-PH" sz="4400" dirty="0" err="1"/>
              <a:t>sandali</a:t>
            </a:r>
            <a:r>
              <a:rPr lang="en-PH" sz="4400" dirty="0"/>
              <a:t> </a:t>
            </a:r>
            <a:r>
              <a:rPr lang="en-PH" sz="4400" dirty="0" err="1"/>
              <a:t>pa’y</a:t>
            </a:r>
            <a:r>
              <a:rPr lang="en-PH" sz="4400" dirty="0"/>
              <a:t> </a:t>
            </a:r>
            <a:r>
              <a:rPr lang="en-PH" sz="4400" dirty="0" err="1"/>
              <a:t>dumating</a:t>
            </a:r>
            <a:r>
              <a:rPr lang="en-PH" sz="4400" dirty="0"/>
              <a:t> </a:t>
            </a:r>
            <a:r>
              <a:rPr lang="en-PH" sz="4400" dirty="0" err="1"/>
              <a:t>naman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gwardya</a:t>
            </a:r>
            <a:r>
              <a:rPr lang="en-PH" sz="4400" dirty="0"/>
              <a:t> </a:t>
            </a:r>
            <a:r>
              <a:rPr lang="en-PH" sz="4400" dirty="0" err="1"/>
              <a:t>sibil</a:t>
            </a:r>
            <a:r>
              <a:rPr lang="en-PH" sz="4400" dirty="0"/>
              <a:t> at </a:t>
            </a:r>
            <a:r>
              <a:rPr lang="en-PH" sz="4400" dirty="0" err="1"/>
              <a:t>sarhento</a:t>
            </a:r>
            <a:r>
              <a:rPr lang="en-PH" sz="4400" dirty="0"/>
              <a:t>. Si Elias ang </a:t>
            </a:r>
            <a:r>
              <a:rPr lang="en-PH" sz="4400" dirty="0" err="1"/>
              <a:t>pakay</a:t>
            </a:r>
            <a:r>
              <a:rPr lang="en-PH" sz="4400" dirty="0"/>
              <a:t> </a:t>
            </a:r>
            <a:r>
              <a:rPr lang="en-PH" sz="4400" dirty="0" err="1"/>
              <a:t>nila</a:t>
            </a:r>
            <a:r>
              <a:rPr lang="en-PH" sz="4400" dirty="0"/>
              <a:t> </a:t>
            </a:r>
            <a:r>
              <a:rPr lang="en-PH" sz="4400" dirty="0" err="1"/>
              <a:t>sapagkat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</a:t>
            </a:r>
            <a:r>
              <a:rPr lang="en-PH" sz="4400" dirty="0" err="1"/>
              <a:t>diumano</a:t>
            </a:r>
            <a:r>
              <a:rPr lang="en-PH" sz="4400" dirty="0"/>
              <a:t> ang </a:t>
            </a:r>
            <a:r>
              <a:rPr lang="en-PH" sz="4400" dirty="0" err="1"/>
              <a:t>nanakit</a:t>
            </a:r>
            <a:r>
              <a:rPr lang="en-PH" sz="4400" dirty="0"/>
              <a:t> kay Padre </a:t>
            </a:r>
            <a:r>
              <a:rPr lang="en-PH" sz="4400" dirty="0" err="1"/>
              <a:t>Damaso</a:t>
            </a:r>
            <a:r>
              <a:rPr lang="en-PH" sz="44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39629412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24:SA KAGUBATAN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Kinuwstyon</a:t>
            </a:r>
            <a:r>
              <a:rPr lang="en-PH" sz="3600" dirty="0"/>
              <a:t> din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ang </a:t>
            </a:r>
            <a:r>
              <a:rPr lang="en-PH" sz="3600" dirty="0" err="1"/>
              <a:t>pagkupkop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kay Elias. Ito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agad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sinalungat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at </a:t>
            </a:r>
            <a:r>
              <a:rPr lang="en-PH" sz="3600" dirty="0" err="1"/>
              <a:t>sinabing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karapatan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kwestyunin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desisyon</a:t>
            </a:r>
            <a:r>
              <a:rPr lang="en-PH" sz="3600" dirty="0"/>
              <a:t> kung </a:t>
            </a:r>
            <a:r>
              <a:rPr lang="en-PH" sz="3600" dirty="0" err="1"/>
              <a:t>sino</a:t>
            </a:r>
            <a:r>
              <a:rPr lang="en-PH" sz="3600" dirty="0"/>
              <a:t> ang </a:t>
            </a:r>
            <a:r>
              <a:rPr lang="en-PH" sz="3600" dirty="0" err="1"/>
              <a:t>nais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imbitahin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tahanan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buong</a:t>
            </a:r>
            <a:r>
              <a:rPr lang="en-PH" sz="3600" dirty="0"/>
              <a:t> </a:t>
            </a:r>
            <a:r>
              <a:rPr lang="en-PH" sz="3600" dirty="0" err="1"/>
              <a:t>kagubatan</a:t>
            </a:r>
            <a:r>
              <a:rPr lang="en-PH" sz="3600" dirty="0"/>
              <a:t> ay </a:t>
            </a:r>
            <a:r>
              <a:rPr lang="en-PH" sz="3600" dirty="0" err="1"/>
              <a:t>hinalughog</a:t>
            </a:r>
            <a:r>
              <a:rPr lang="en-PH" sz="3600" dirty="0"/>
              <a:t> ng </a:t>
            </a:r>
            <a:r>
              <a:rPr lang="en-PH" sz="3600" dirty="0" err="1"/>
              <a:t>gwardya</a:t>
            </a:r>
            <a:r>
              <a:rPr lang="en-PH" sz="3600" dirty="0"/>
              <a:t> </a:t>
            </a:r>
            <a:r>
              <a:rPr lang="en-PH" sz="3600" dirty="0" err="1"/>
              <a:t>sibil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nakita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endParaRPr lang="en-PH" sz="3600" dirty="0"/>
          </a:p>
          <a:p>
            <a:pPr marL="0" indent="0" algn="just">
              <a:buNone/>
            </a:pPr>
            <a:r>
              <a:rPr lang="en-PH" sz="3600" dirty="0"/>
              <a:t>Elias.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49528598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Pumunta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Ibarra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Pilosopo</a:t>
            </a:r>
            <a:r>
              <a:rPr lang="en-PH" sz="4400" dirty="0"/>
              <a:t> </a:t>
            </a:r>
            <a:r>
              <a:rPr lang="en-PH" sz="4400" dirty="0" err="1"/>
              <a:t>Tasyo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humingi</a:t>
            </a:r>
            <a:r>
              <a:rPr lang="en-PH" sz="4400" dirty="0"/>
              <a:t> ng </a:t>
            </a:r>
            <a:r>
              <a:rPr lang="en-PH" sz="4400" dirty="0" err="1"/>
              <a:t>payo</a:t>
            </a:r>
            <a:r>
              <a:rPr lang="en-PH" sz="4400" dirty="0"/>
              <a:t> </a:t>
            </a:r>
            <a:r>
              <a:rPr lang="en-PH" sz="4400" dirty="0" err="1"/>
              <a:t>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paaralan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nais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pasimulan</a:t>
            </a:r>
            <a:r>
              <a:rPr lang="en-PH" sz="4400" dirty="0"/>
              <a:t>. Sa </a:t>
            </a:r>
            <a:r>
              <a:rPr lang="en-PH" sz="4400" dirty="0" err="1"/>
              <a:t>kabila</a:t>
            </a:r>
            <a:r>
              <a:rPr lang="en-PH" sz="4400" dirty="0"/>
              <a:t> ng </a:t>
            </a:r>
            <a:r>
              <a:rPr lang="en-PH" sz="4400" dirty="0" err="1"/>
              <a:t>pagiging</a:t>
            </a:r>
            <a:r>
              <a:rPr lang="en-PH" sz="4400" dirty="0"/>
              <a:t> </a:t>
            </a:r>
            <a:r>
              <a:rPr lang="en-PH" sz="4400" dirty="0" err="1"/>
              <a:t>abala</a:t>
            </a:r>
            <a:r>
              <a:rPr lang="en-PH" sz="4400" dirty="0"/>
              <a:t> ng </a:t>
            </a:r>
            <a:r>
              <a:rPr lang="en-PH" sz="4400" dirty="0" err="1"/>
              <a:t>Pilosopo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ginagawa</a:t>
            </a:r>
            <a:r>
              <a:rPr lang="en-PH" sz="4400" dirty="0"/>
              <a:t> ay </a:t>
            </a:r>
            <a:r>
              <a:rPr lang="en-PH" sz="4400" dirty="0" err="1"/>
              <a:t>napansin</a:t>
            </a:r>
            <a:r>
              <a:rPr lang="en-PH" sz="4400" dirty="0"/>
              <a:t> pa </a:t>
            </a:r>
            <a:r>
              <a:rPr lang="en-PH" sz="4400" dirty="0" err="1"/>
              <a:t>rin</a:t>
            </a:r>
            <a:r>
              <a:rPr lang="en-PH" sz="4400" dirty="0"/>
              <a:t> </a:t>
            </a:r>
            <a:r>
              <a:rPr lang="en-PH" sz="4400" dirty="0" err="1"/>
              <a:t>naman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ang </a:t>
            </a:r>
            <a:r>
              <a:rPr lang="en-PH" sz="4400" dirty="0" err="1"/>
              <a:t>binatang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Ibarra kaya </a:t>
            </a:r>
            <a:r>
              <a:rPr lang="en-PH" sz="4400" dirty="0" err="1"/>
              <a:t>inanyayahan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149680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Nabanggit</a:t>
            </a:r>
            <a:r>
              <a:rPr lang="en-PH" sz="4400" dirty="0"/>
              <a:t> ng </a:t>
            </a:r>
            <a:r>
              <a:rPr lang="en-PH" sz="4400" dirty="0" err="1"/>
              <a:t>Pilosopo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walang</a:t>
            </a:r>
            <a:r>
              <a:rPr lang="en-PH" sz="4400" dirty="0"/>
              <a:t> </a:t>
            </a:r>
            <a:r>
              <a:rPr lang="en-PH" sz="4400" dirty="0" err="1"/>
              <a:t>makauunanawa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ngayon</a:t>
            </a:r>
            <a:r>
              <a:rPr lang="en-PH" sz="4400" dirty="0"/>
              <a:t> 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isinusulat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ang </a:t>
            </a:r>
            <a:r>
              <a:rPr lang="en-PH" sz="4400" dirty="0" err="1"/>
              <a:t>susunod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henerasyon</a:t>
            </a:r>
            <a:r>
              <a:rPr lang="en-PH" sz="4400" dirty="0"/>
              <a:t> ang </a:t>
            </a:r>
            <a:r>
              <a:rPr lang="en-PH" sz="4400" dirty="0" err="1"/>
              <a:t>makakaunawa</a:t>
            </a:r>
            <a:r>
              <a:rPr lang="en-PH" sz="4400" dirty="0"/>
              <a:t> 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saloobin</a:t>
            </a:r>
            <a:r>
              <a:rPr lang="en-PH" sz="4400" dirty="0"/>
              <a:t>. </a:t>
            </a:r>
            <a:r>
              <a:rPr lang="en-PH" sz="4400" dirty="0" err="1"/>
              <a:t>Dagdag</a:t>
            </a:r>
            <a:r>
              <a:rPr lang="en-PH" sz="4400" dirty="0"/>
              <a:t> pa </a:t>
            </a:r>
            <a:r>
              <a:rPr lang="en-PH" sz="4400" dirty="0" err="1"/>
              <a:t>niya</a:t>
            </a:r>
            <a:r>
              <a:rPr lang="en-PH" sz="4400" dirty="0"/>
              <a:t>, </a:t>
            </a:r>
            <a:r>
              <a:rPr lang="en-PH" sz="4400" dirty="0" err="1"/>
              <a:t>wala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raw </a:t>
            </a:r>
            <a:r>
              <a:rPr lang="en-PH" sz="4400" dirty="0" err="1"/>
              <a:t>piring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mata</a:t>
            </a:r>
            <a:r>
              <a:rPr lang="en-PH" sz="4400" dirty="0"/>
              <a:t> at </a:t>
            </a:r>
            <a:r>
              <a:rPr lang="en-PH" sz="4400" dirty="0" err="1"/>
              <a:t>mulat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nangyayari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lipunan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susunod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salinlahi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75604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 err="1"/>
              <a:t>Nabanggit</a:t>
            </a:r>
            <a:r>
              <a:rPr lang="en-PH" sz="4800" dirty="0"/>
              <a:t> </a:t>
            </a:r>
            <a:r>
              <a:rPr lang="en-PH" sz="4800" dirty="0" err="1"/>
              <a:t>naman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Ibarra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kahit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ay </a:t>
            </a:r>
            <a:r>
              <a:rPr lang="en-PH" sz="4800" dirty="0" err="1"/>
              <a:t>dito</a:t>
            </a:r>
            <a:r>
              <a:rPr lang="en-PH" sz="4800" dirty="0"/>
              <a:t> </a:t>
            </a:r>
            <a:r>
              <a:rPr lang="en-PH" sz="4800" dirty="0" err="1"/>
              <a:t>ipinanganak</a:t>
            </a:r>
            <a:r>
              <a:rPr lang="en-PH" sz="4800" dirty="0"/>
              <a:t> at </a:t>
            </a:r>
            <a:r>
              <a:rPr lang="en-PH" sz="4800" dirty="0" err="1"/>
              <a:t>lumaki</a:t>
            </a:r>
            <a:r>
              <a:rPr lang="en-PH" sz="4800" dirty="0"/>
              <a:t>, </a:t>
            </a:r>
            <a:r>
              <a:rPr lang="en-PH" sz="4800" dirty="0" err="1"/>
              <a:t>ramdam</a:t>
            </a:r>
            <a:r>
              <a:rPr lang="en-PH" sz="4800" dirty="0"/>
              <a:t> </a:t>
            </a:r>
            <a:r>
              <a:rPr lang="en-PH" sz="4800" dirty="0" err="1"/>
              <a:t>niya</a:t>
            </a:r>
            <a:r>
              <a:rPr lang="en-PH" sz="4800" dirty="0"/>
              <a:t> ang </a:t>
            </a:r>
            <a:r>
              <a:rPr lang="en-PH" sz="4800" dirty="0" err="1"/>
              <a:t>palagay</a:t>
            </a:r>
            <a:r>
              <a:rPr lang="en-PH" sz="4800" dirty="0"/>
              <a:t> 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tao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ay </a:t>
            </a:r>
            <a:r>
              <a:rPr lang="en-PH" sz="4800" dirty="0" err="1"/>
              <a:t>dayuhan</a:t>
            </a:r>
            <a:r>
              <a:rPr lang="en-PH" sz="4800" dirty="0"/>
              <a:t> </a:t>
            </a:r>
            <a:r>
              <a:rPr lang="en-PH" sz="4800" dirty="0" err="1"/>
              <a:t>lamang</a:t>
            </a:r>
            <a:r>
              <a:rPr lang="en-PH" sz="4800" dirty="0"/>
              <a:t>. Kaya </a:t>
            </a:r>
            <a:r>
              <a:rPr lang="en-PH" sz="4800" dirty="0" err="1"/>
              <a:t>naman</a:t>
            </a:r>
            <a:r>
              <a:rPr lang="en-PH" sz="4800" dirty="0"/>
              <a:t> </a:t>
            </a:r>
            <a:r>
              <a:rPr lang="en-PH" sz="4800" dirty="0" err="1"/>
              <a:t>kinakailangan</a:t>
            </a:r>
            <a:r>
              <a:rPr lang="en-PH" sz="4800" dirty="0"/>
              <a:t> </a:t>
            </a:r>
            <a:r>
              <a:rPr lang="en-PH" sz="4800" dirty="0" err="1"/>
              <a:t>niyang</a:t>
            </a:r>
            <a:r>
              <a:rPr lang="en-PH" sz="4800" dirty="0"/>
              <a:t> </a:t>
            </a:r>
            <a:r>
              <a:rPr lang="en-PH" sz="4800" dirty="0" err="1"/>
              <a:t>humingi</a:t>
            </a:r>
            <a:r>
              <a:rPr lang="en-PH" sz="4800" dirty="0"/>
              <a:t> ng </a:t>
            </a:r>
            <a:r>
              <a:rPr lang="en-PH" sz="4800" dirty="0" err="1"/>
              <a:t>payo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Pilosopo</a:t>
            </a:r>
            <a:r>
              <a:rPr lang="en-PH" sz="4800" dirty="0"/>
              <a:t> </a:t>
            </a:r>
            <a:r>
              <a:rPr lang="en-PH" sz="4800" dirty="0" err="1"/>
              <a:t>dahil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ito’y</a:t>
            </a:r>
            <a:r>
              <a:rPr lang="en-PH" sz="4800" dirty="0"/>
              <a:t> </a:t>
            </a:r>
            <a:r>
              <a:rPr lang="en-PH" sz="4800" dirty="0" err="1"/>
              <a:t>higit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kilala</a:t>
            </a:r>
            <a:r>
              <a:rPr lang="en-PH" sz="4800" dirty="0"/>
              <a:t> 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tao</a:t>
            </a:r>
            <a:r>
              <a:rPr lang="en-PH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54885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Sinalungat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Pilosopo</a:t>
            </a:r>
            <a:r>
              <a:rPr lang="en-PH" sz="3600" dirty="0"/>
              <a:t> at </a:t>
            </a:r>
            <a:r>
              <a:rPr lang="en-PH" sz="3600" dirty="0" err="1"/>
              <a:t>iminungkahing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kinikilalang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lipunan</a:t>
            </a:r>
            <a:r>
              <a:rPr lang="en-PH" sz="3600" dirty="0"/>
              <a:t> </a:t>
            </a:r>
            <a:r>
              <a:rPr lang="en-PH" sz="3600" dirty="0" err="1"/>
              <a:t>tulad</a:t>
            </a:r>
            <a:r>
              <a:rPr lang="en-PH" sz="3600" dirty="0"/>
              <a:t> ng </a:t>
            </a:r>
            <a:r>
              <a:rPr lang="en-PH" sz="3600" dirty="0" err="1"/>
              <a:t>kura</a:t>
            </a:r>
            <a:r>
              <a:rPr lang="en-PH" sz="3600" dirty="0"/>
              <a:t> </a:t>
            </a:r>
            <a:r>
              <a:rPr lang="en-PH" sz="3600" dirty="0" err="1"/>
              <a:t>dapat</a:t>
            </a:r>
            <a:r>
              <a:rPr lang="en-PH" sz="3600" dirty="0"/>
              <a:t> </a:t>
            </a:r>
            <a:r>
              <a:rPr lang="en-PH" sz="3600" dirty="0" err="1"/>
              <a:t>isangguni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binabalak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Naniniwala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matuwid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layunin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kailangang</a:t>
            </a:r>
            <a:r>
              <a:rPr lang="en-PH" sz="3600" dirty="0"/>
              <a:t> </a:t>
            </a:r>
            <a:r>
              <a:rPr lang="en-PH" sz="3600" dirty="0" err="1"/>
              <a:t>balutan</a:t>
            </a:r>
            <a:r>
              <a:rPr lang="en-PH" sz="3600" dirty="0"/>
              <a:t> ng </a:t>
            </a:r>
            <a:r>
              <a:rPr lang="en-PH" sz="3600" dirty="0" err="1"/>
              <a:t>baluktot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gawain</a:t>
            </a:r>
            <a:r>
              <a:rPr lang="en-PH" sz="3600" dirty="0"/>
              <a:t>. </a:t>
            </a:r>
            <a:r>
              <a:rPr lang="en-PH" sz="3600" dirty="0" err="1"/>
              <a:t>Buo</a:t>
            </a:r>
            <a:r>
              <a:rPr lang="en-PH" sz="3600" dirty="0"/>
              <a:t> ang </a:t>
            </a:r>
            <a:r>
              <a:rPr lang="en-PH" sz="3600" dirty="0" err="1"/>
              <a:t>paniniwala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sasang-ayunan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pamahalaan</a:t>
            </a:r>
            <a:r>
              <a:rPr lang="en-PH" sz="3600" dirty="0"/>
              <a:t> at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 </a:t>
            </a:r>
            <a:r>
              <a:rPr lang="en-PH" sz="3600" dirty="0" err="1"/>
              <a:t>sapagkat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ninanais</a:t>
            </a:r>
            <a:r>
              <a:rPr lang="en-PH" sz="3600" dirty="0"/>
              <a:t> ay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kapakanan</a:t>
            </a:r>
            <a:r>
              <a:rPr lang="en-PH" sz="3600" dirty="0"/>
              <a:t> ng </a:t>
            </a:r>
            <a:r>
              <a:rPr lang="en-PH" sz="3600" dirty="0" err="1"/>
              <a:t>nakararami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8620448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Hindi </a:t>
            </a:r>
            <a:r>
              <a:rPr lang="en-PH" sz="3600" dirty="0" err="1"/>
              <a:t>makumbinsi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kapangyarihan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ay </a:t>
            </a:r>
            <a:r>
              <a:rPr lang="en-PH" sz="3600" dirty="0" err="1"/>
              <a:t>higit</a:t>
            </a:r>
            <a:r>
              <a:rPr lang="en-PH" sz="3600" dirty="0"/>
              <a:t> pa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kakayahan</a:t>
            </a:r>
            <a:r>
              <a:rPr lang="en-PH" sz="3600" dirty="0"/>
              <a:t> ng </a:t>
            </a:r>
            <a:r>
              <a:rPr lang="en-PH" sz="3600" dirty="0" err="1"/>
              <a:t>pamahalaan</a:t>
            </a:r>
            <a:r>
              <a:rPr lang="en-PH" sz="3600" dirty="0"/>
              <a:t>. Lalo pa ng </a:t>
            </a:r>
            <a:r>
              <a:rPr lang="en-PH" sz="3600" dirty="0" err="1"/>
              <a:t>sabihin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binata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kung </a:t>
            </a:r>
            <a:r>
              <a:rPr lang="en-PH" sz="3600" dirty="0" err="1"/>
              <a:t>nais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matupad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balakin</a:t>
            </a:r>
            <a:r>
              <a:rPr lang="en-PH" sz="3600" dirty="0"/>
              <a:t> ay </a:t>
            </a:r>
            <a:r>
              <a:rPr lang="en-PH" sz="3600" dirty="0" err="1"/>
              <a:t>marapat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yumuko</a:t>
            </a:r>
            <a:r>
              <a:rPr lang="en-PH" sz="3600" dirty="0"/>
              <a:t> </a:t>
            </a:r>
            <a:r>
              <a:rPr lang="en-PH" sz="3600" dirty="0" err="1"/>
              <a:t>muna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may </a:t>
            </a:r>
            <a:r>
              <a:rPr lang="en-PH" sz="3600" dirty="0" err="1"/>
              <a:t>kapangyarihan</a:t>
            </a:r>
            <a:r>
              <a:rPr lang="en-PH" sz="3600" dirty="0"/>
              <a:t> kung </a:t>
            </a:r>
            <a:r>
              <a:rPr lang="en-PH" sz="3600" dirty="0" err="1"/>
              <a:t>ayaw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mangyari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balakin</a:t>
            </a:r>
            <a:r>
              <a:rPr lang="en-PH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4210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Hindi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matanggap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dahil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 ay </a:t>
            </a:r>
            <a:r>
              <a:rPr lang="en-PH" sz="3600" dirty="0" err="1"/>
              <a:t>ideolohiyang</a:t>
            </a:r>
            <a:r>
              <a:rPr lang="en-PH" sz="3600" dirty="0"/>
              <a:t> liberal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nakamulatan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pag-aaral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Europa.</a:t>
            </a:r>
          </a:p>
          <a:p>
            <a:pPr marL="0" indent="0" algn="just">
              <a:buNone/>
            </a:pPr>
            <a:r>
              <a:rPr lang="en-PH" sz="3600" dirty="0"/>
              <a:t>Ayon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,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ganitong</a:t>
            </a:r>
            <a:r>
              <a:rPr lang="en-PH" sz="3600" dirty="0"/>
              <a:t> </a:t>
            </a:r>
            <a:r>
              <a:rPr lang="en-PH" sz="3600" dirty="0" err="1"/>
              <a:t>prinsipyo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pa </a:t>
            </a:r>
            <a:r>
              <a:rPr lang="en-PH" sz="3600" dirty="0" err="1"/>
              <a:t>katanggap-tanggap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simbahan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nagmamay-ari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</a:t>
            </a:r>
            <a:r>
              <a:rPr lang="en-PH" sz="3600" dirty="0" err="1"/>
              <a:t>pati</a:t>
            </a:r>
            <a:r>
              <a:rPr lang="en-PH" sz="3600" dirty="0"/>
              <a:t> ang </a:t>
            </a:r>
            <a:r>
              <a:rPr lang="en-PH" sz="3600" dirty="0" err="1"/>
              <a:t>buhay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nasasakupan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4506021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kalagayan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ay </a:t>
            </a:r>
            <a:r>
              <a:rPr lang="en-PH" sz="3600" dirty="0" err="1"/>
              <a:t>inihalintulad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halaman</a:t>
            </a:r>
            <a:r>
              <a:rPr lang="en-PH" sz="3600" dirty="0"/>
              <a:t> </a:t>
            </a:r>
            <a:r>
              <a:rPr lang="en-PH" sz="3600" dirty="0" err="1"/>
              <a:t>kagaya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rosas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yumuyuko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hangin</a:t>
            </a:r>
            <a:r>
              <a:rPr lang="en-PH" sz="3600" dirty="0"/>
              <a:t>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hitik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bulaklak</a:t>
            </a:r>
            <a:r>
              <a:rPr lang="en-PH" sz="3600" dirty="0"/>
              <a:t> at kung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mababali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, at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puno</a:t>
            </a:r>
            <a:r>
              <a:rPr lang="en-PH" sz="3600" dirty="0"/>
              <a:t> ng </a:t>
            </a:r>
            <a:r>
              <a:rPr lang="en-PH" sz="3600" dirty="0" err="1"/>
              <a:t>makopa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kailangan</a:t>
            </a:r>
            <a:r>
              <a:rPr lang="en-PH" sz="3600" dirty="0"/>
              <a:t> pa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tukuran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kumapit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ugat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lupa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kung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gagawin</a:t>
            </a:r>
            <a:r>
              <a:rPr lang="en-PH" sz="3600" dirty="0"/>
              <a:t> ay </a:t>
            </a:r>
            <a:r>
              <a:rPr lang="en-PH" sz="3600" dirty="0" err="1"/>
              <a:t>ibubuwal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hangin</a:t>
            </a:r>
            <a:r>
              <a:rPr lang="en-PH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744444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Ganito</a:t>
            </a:r>
            <a:r>
              <a:rPr lang="en-PH" sz="3600" dirty="0"/>
              <a:t> </a:t>
            </a:r>
            <a:r>
              <a:rPr lang="en-PH" sz="3600" dirty="0" err="1"/>
              <a:t>diumano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. Isa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punong</a:t>
            </a:r>
            <a:r>
              <a:rPr lang="en-PH" sz="3600" dirty="0"/>
              <a:t> </a:t>
            </a:r>
            <a:r>
              <a:rPr lang="en-PH" sz="3600" dirty="0" err="1"/>
              <a:t>itatanim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mabatong</a:t>
            </a:r>
            <a:r>
              <a:rPr lang="en-PH" sz="3600" dirty="0"/>
              <a:t> </a:t>
            </a:r>
            <a:r>
              <a:rPr lang="en-PH" sz="3600" dirty="0" err="1"/>
              <a:t>lupain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nagmula</a:t>
            </a:r>
            <a:r>
              <a:rPr lang="en-PH" sz="3600" dirty="0"/>
              <a:t> pa </a:t>
            </a:r>
            <a:r>
              <a:rPr lang="en-PH" sz="3600" dirty="0" err="1"/>
              <a:t>sa</a:t>
            </a:r>
            <a:r>
              <a:rPr lang="en-PH" sz="3600" dirty="0"/>
              <a:t> bayan ng Europa – </a:t>
            </a:r>
            <a:r>
              <a:rPr lang="en-PH" sz="3600" dirty="0" err="1"/>
              <a:t>kailangan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ng </a:t>
            </a:r>
            <a:r>
              <a:rPr lang="en-PH" sz="3600" dirty="0" err="1"/>
              <a:t>makakapitan</a:t>
            </a:r>
            <a:r>
              <a:rPr lang="en-PH" sz="3600" dirty="0"/>
              <a:t> at </a:t>
            </a:r>
            <a:r>
              <a:rPr lang="en-PH" sz="3600" dirty="0" err="1"/>
              <a:t>masasandalan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sabi</a:t>
            </a:r>
            <a:r>
              <a:rPr lang="en-PH" sz="3600" dirty="0"/>
              <a:t> pa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,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kaduwagan</a:t>
            </a:r>
            <a:r>
              <a:rPr lang="en-PH" sz="3600" dirty="0"/>
              <a:t> ang </a:t>
            </a:r>
            <a:r>
              <a:rPr lang="en-PH" sz="3600" dirty="0" err="1"/>
              <a:t>pagyuko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kapangyarihan</a:t>
            </a:r>
            <a:r>
              <a:rPr lang="en-PH" sz="3600" dirty="0"/>
              <a:t>. Ang </a:t>
            </a:r>
            <a:r>
              <a:rPr lang="en-PH" sz="3600" dirty="0" err="1"/>
              <a:t>pagyuko</a:t>
            </a:r>
            <a:r>
              <a:rPr lang="en-PH" sz="3600" dirty="0"/>
              <a:t> at </a:t>
            </a:r>
            <a:r>
              <a:rPr lang="en-PH" sz="3600" dirty="0" err="1"/>
              <a:t>pag-iwas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dumarating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punlo</a:t>
            </a:r>
            <a:r>
              <a:rPr lang="en-PH" sz="3600" dirty="0"/>
              <a:t> ay mas </a:t>
            </a:r>
            <a:r>
              <a:rPr lang="en-PH" sz="3600" dirty="0" err="1"/>
              <a:t>mainam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</a:t>
            </a:r>
            <a:r>
              <a:rPr lang="en-PH" sz="3600" dirty="0" err="1"/>
              <a:t>salubungin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bala</a:t>
            </a:r>
            <a:r>
              <a:rPr lang="en-PH" sz="3600" dirty="0"/>
              <a:t> ng </a:t>
            </a:r>
            <a:r>
              <a:rPr lang="en-PH" sz="3600" dirty="0" err="1"/>
              <a:t>baril</a:t>
            </a:r>
            <a:r>
              <a:rPr lang="en-PH" sz="3600" dirty="0"/>
              <a:t> at </a:t>
            </a:r>
            <a:r>
              <a:rPr lang="en-PH" sz="3600" dirty="0" err="1"/>
              <a:t>tuluyan</a:t>
            </a:r>
            <a:r>
              <a:rPr lang="en-PH" sz="3600" dirty="0"/>
              <a:t> ng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makabangon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66607003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Maraming</a:t>
            </a:r>
            <a:r>
              <a:rPr lang="en-PH" sz="4400" dirty="0"/>
              <a:t> </a:t>
            </a:r>
            <a:r>
              <a:rPr lang="en-PH" sz="4400" dirty="0" err="1"/>
              <a:t>tumatakbo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isipan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Ibarra. </a:t>
            </a:r>
            <a:r>
              <a:rPr lang="en-PH" sz="4400" dirty="0" err="1"/>
              <a:t>Paano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lamang</a:t>
            </a:r>
            <a:r>
              <a:rPr lang="en-PH" sz="4400" dirty="0"/>
              <a:t> raw kung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lubos</a:t>
            </a:r>
            <a:r>
              <a:rPr lang="en-PH" sz="4400" dirty="0"/>
              <a:t> ang </a:t>
            </a:r>
            <a:r>
              <a:rPr lang="en-PH" sz="4400" dirty="0" err="1"/>
              <a:t>pagtulong</a:t>
            </a:r>
            <a:r>
              <a:rPr lang="en-PH" sz="4400" dirty="0"/>
              <a:t> ng </a:t>
            </a:r>
            <a:r>
              <a:rPr lang="en-PH" sz="4400" dirty="0" err="1"/>
              <a:t>simbahan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balakin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ang </a:t>
            </a:r>
            <a:r>
              <a:rPr lang="en-PH" sz="4400" dirty="0" err="1"/>
              <a:t>karunungan</a:t>
            </a:r>
            <a:r>
              <a:rPr lang="en-PH" sz="4400" dirty="0"/>
              <a:t> ay </a:t>
            </a:r>
            <a:r>
              <a:rPr lang="en-PH" sz="4400" dirty="0" err="1"/>
              <a:t>kaagaw</a:t>
            </a:r>
            <a:r>
              <a:rPr lang="en-PH" sz="4400" dirty="0"/>
              <a:t> ng </a:t>
            </a:r>
            <a:r>
              <a:rPr lang="en-PH" sz="4400" dirty="0" err="1"/>
              <a:t>simbahan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pagpapayaman</a:t>
            </a:r>
            <a:r>
              <a:rPr lang="en-PH" sz="4400" dirty="0"/>
              <a:t>, at kung may </a:t>
            </a:r>
            <a:r>
              <a:rPr lang="en-PH" sz="4400" dirty="0" err="1"/>
              <a:t>maiiwan</a:t>
            </a:r>
            <a:r>
              <a:rPr lang="en-PH" sz="4400" dirty="0"/>
              <a:t> </a:t>
            </a:r>
            <a:r>
              <a:rPr lang="en-PH" sz="4400" dirty="0" err="1"/>
              <a:t>ba</a:t>
            </a:r>
            <a:r>
              <a:rPr lang="en-PH" sz="4400" dirty="0"/>
              <a:t> </a:t>
            </a:r>
            <a:r>
              <a:rPr lang="en-PH" sz="4400" dirty="0" err="1"/>
              <a:t>siyang</a:t>
            </a:r>
            <a:r>
              <a:rPr lang="en-PH" sz="4400" dirty="0"/>
              <a:t> </a:t>
            </a:r>
            <a:r>
              <a:rPr lang="en-PH" sz="4400" dirty="0" err="1"/>
              <a:t>legasiya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binabalak</a:t>
            </a:r>
            <a:r>
              <a:rPr lang="en-PH" sz="4400" dirty="0"/>
              <a:t> para </a:t>
            </a:r>
            <a:r>
              <a:rPr lang="en-PH" sz="4400" dirty="0" err="1"/>
              <a:t>sa</a:t>
            </a:r>
            <a:r>
              <a:rPr lang="en-PH" sz="4400" dirty="0"/>
              <a:t> bayan.</a:t>
            </a:r>
          </a:p>
        </p:txBody>
      </p:sp>
    </p:spTree>
    <p:extLst>
      <p:ext uri="{BB962C8B-B14F-4D97-AF65-F5344CB8AC3E}">
        <p14:creationId xmlns:p14="http://schemas.microsoft.com/office/powerpoint/2010/main" val="157140322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25:Sa Tahanan ng Pilosopo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 err="1"/>
              <a:t>Bago</a:t>
            </a:r>
            <a:r>
              <a:rPr lang="en-PH" sz="4800" dirty="0"/>
              <a:t> pa man </a:t>
            </a:r>
            <a:r>
              <a:rPr lang="en-PH" sz="4800" dirty="0" err="1"/>
              <a:t>magpaalam</a:t>
            </a:r>
            <a:r>
              <a:rPr lang="en-PH" sz="4800" dirty="0"/>
              <a:t> </a:t>
            </a:r>
            <a:r>
              <a:rPr lang="en-PH" sz="4800" dirty="0" err="1"/>
              <a:t>si</a:t>
            </a:r>
            <a:r>
              <a:rPr lang="en-PH" sz="4800" dirty="0"/>
              <a:t> Ibarra ay </a:t>
            </a:r>
            <a:r>
              <a:rPr lang="en-PH" sz="4800" dirty="0" err="1"/>
              <a:t>binigyan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ng </a:t>
            </a:r>
            <a:r>
              <a:rPr lang="en-PH" sz="4800" dirty="0" err="1"/>
              <a:t>inspirasyon</a:t>
            </a:r>
            <a:r>
              <a:rPr lang="en-PH" sz="4800" dirty="0"/>
              <a:t> ng </a:t>
            </a:r>
            <a:r>
              <a:rPr lang="en-PH" sz="4800" dirty="0" err="1"/>
              <a:t>Pilosopo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kung </a:t>
            </a:r>
            <a:r>
              <a:rPr lang="en-PH" sz="4800" dirty="0" err="1"/>
              <a:t>sakaling</a:t>
            </a:r>
            <a:r>
              <a:rPr lang="en-PH" sz="4800" dirty="0"/>
              <a:t> </a:t>
            </a:r>
            <a:r>
              <a:rPr lang="en-PH" sz="4800" dirty="0" err="1"/>
              <a:t>hindi</a:t>
            </a:r>
            <a:r>
              <a:rPr lang="en-PH" sz="4800" dirty="0"/>
              <a:t> man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magtagumpay</a:t>
            </a:r>
            <a:r>
              <a:rPr lang="en-PH" sz="4800" dirty="0"/>
              <a:t> ay may </a:t>
            </a:r>
            <a:r>
              <a:rPr lang="en-PH" sz="4800" dirty="0" err="1"/>
              <a:t>uusbong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pananim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siyang</a:t>
            </a:r>
            <a:r>
              <a:rPr lang="en-PH" sz="4800" dirty="0"/>
              <a:t> </a:t>
            </a:r>
            <a:r>
              <a:rPr lang="en-PH" sz="4800" dirty="0" err="1"/>
              <a:t>magpapatuloy</a:t>
            </a:r>
            <a:r>
              <a:rPr lang="en-PH" sz="4800" dirty="0"/>
              <a:t> ng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nasimulan</a:t>
            </a:r>
            <a:r>
              <a:rPr lang="en-PH" sz="4800" dirty="0"/>
              <a:t>. </a:t>
            </a:r>
            <a:r>
              <a:rPr lang="en-PH" sz="4800" dirty="0" err="1"/>
              <a:t>Pagkatapos</a:t>
            </a:r>
            <a:r>
              <a:rPr lang="en-PH" sz="4800" dirty="0"/>
              <a:t> </a:t>
            </a:r>
            <a:r>
              <a:rPr lang="en-PH" sz="4800" dirty="0" err="1"/>
              <a:t>nito’y</a:t>
            </a:r>
            <a:r>
              <a:rPr lang="en-PH" sz="4800" dirty="0"/>
              <a:t> </a:t>
            </a:r>
            <a:r>
              <a:rPr lang="en-PH" sz="4800" dirty="0" err="1"/>
              <a:t>nagpaalam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ang </a:t>
            </a:r>
            <a:r>
              <a:rPr lang="en-PH" sz="4800" dirty="0" err="1"/>
              <a:t>binata</a:t>
            </a:r>
            <a:r>
              <a:rPr lang="en-PH" sz="4800" dirty="0"/>
              <a:t> kay </a:t>
            </a:r>
            <a:r>
              <a:rPr lang="en-PH" sz="4800" dirty="0" err="1"/>
              <a:t>Pilosopo</a:t>
            </a:r>
            <a:r>
              <a:rPr lang="en-PH" sz="4800" dirty="0"/>
              <a:t> </a:t>
            </a:r>
            <a:r>
              <a:rPr lang="en-PH" sz="4800" dirty="0" err="1"/>
              <a:t>Tasyo</a:t>
            </a:r>
            <a:r>
              <a:rPr lang="en-PH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815505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Tuwing</a:t>
            </a:r>
            <a:r>
              <a:rPr lang="en-PH" sz="4400" dirty="0"/>
              <a:t> </a:t>
            </a:r>
            <a:r>
              <a:rPr lang="en-PH" sz="4400" dirty="0" err="1"/>
              <a:t>ika-sampu</a:t>
            </a:r>
            <a:r>
              <a:rPr lang="en-PH" sz="4400" dirty="0"/>
              <a:t> ng </a:t>
            </a:r>
            <a:r>
              <a:rPr lang="en-PH" sz="4400" dirty="0" err="1"/>
              <a:t>Nobyembre</a:t>
            </a:r>
            <a:r>
              <a:rPr lang="en-PH" sz="4400" dirty="0"/>
              <a:t> ay </a:t>
            </a:r>
            <a:r>
              <a:rPr lang="en-PH" sz="4400" dirty="0" err="1"/>
              <a:t>bisperas</a:t>
            </a:r>
            <a:r>
              <a:rPr lang="en-PH" sz="4400" dirty="0"/>
              <a:t> ng </a:t>
            </a:r>
            <a:r>
              <a:rPr lang="en-PH" sz="4400" dirty="0" err="1"/>
              <a:t>pista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San Diego. </a:t>
            </a:r>
            <a:r>
              <a:rPr lang="en-PH" sz="4400" dirty="0" err="1"/>
              <a:t>Handa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lahat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bisperas</a:t>
            </a:r>
            <a:r>
              <a:rPr lang="en-PH" sz="4400" dirty="0"/>
              <a:t> pa </a:t>
            </a:r>
            <a:r>
              <a:rPr lang="en-PH" sz="4400" dirty="0" err="1"/>
              <a:t>lamang</a:t>
            </a:r>
            <a:r>
              <a:rPr lang="en-PH" sz="4400" dirty="0"/>
              <a:t> kaya </a:t>
            </a:r>
            <a:r>
              <a:rPr lang="en-PH" sz="4400" dirty="0" err="1"/>
              <a:t>nakagayak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kani-kanilang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bahay</a:t>
            </a:r>
            <a:r>
              <a:rPr lang="en-PH" sz="4400" dirty="0"/>
              <a:t> ng </a:t>
            </a:r>
            <a:r>
              <a:rPr lang="en-PH" sz="4400" dirty="0" err="1"/>
              <a:t>pinakagarbong</a:t>
            </a:r>
            <a:r>
              <a:rPr lang="en-PH" sz="4400" dirty="0"/>
              <a:t> </a:t>
            </a:r>
            <a:r>
              <a:rPr lang="en-PH" sz="4400" dirty="0" err="1"/>
              <a:t>palamuti</a:t>
            </a:r>
            <a:r>
              <a:rPr lang="en-PH" sz="4400" dirty="0"/>
              <a:t>, </a:t>
            </a:r>
            <a:r>
              <a:rPr lang="en-PH" sz="4400" dirty="0" err="1"/>
              <a:t>kurtina</a:t>
            </a:r>
            <a:r>
              <a:rPr lang="en-PH" sz="4400" dirty="0"/>
              <a:t> at </a:t>
            </a:r>
            <a:r>
              <a:rPr lang="en-PH" sz="4400" dirty="0" err="1"/>
              <a:t>iba’t-ibang</a:t>
            </a:r>
            <a:r>
              <a:rPr lang="en-PH" sz="4400" dirty="0"/>
              <a:t> </a:t>
            </a:r>
            <a:r>
              <a:rPr lang="en-PH" sz="4400" dirty="0" err="1"/>
              <a:t>dekorasyon</a:t>
            </a:r>
            <a:r>
              <a:rPr lang="en-PH" sz="4400" dirty="0"/>
              <a:t> </a:t>
            </a:r>
            <a:r>
              <a:rPr lang="en-PH" sz="4400" dirty="0" err="1"/>
              <a:t>pati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minana</a:t>
            </a:r>
            <a:r>
              <a:rPr lang="en-PH" sz="4400" dirty="0"/>
              <a:t> at </a:t>
            </a:r>
            <a:r>
              <a:rPr lang="en-PH" sz="4400" dirty="0" err="1"/>
              <a:t>antigong</a:t>
            </a:r>
            <a:r>
              <a:rPr lang="en-PH" sz="4400" dirty="0"/>
              <a:t> </a:t>
            </a:r>
            <a:r>
              <a:rPr lang="en-PH" sz="4400" dirty="0" err="1"/>
              <a:t>kagamitan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451192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4400" dirty="0"/>
              <a:t>Punong-</a:t>
            </a:r>
            <a:r>
              <a:rPr lang="en-PH" sz="4400" dirty="0" err="1"/>
              <a:t>puno</a:t>
            </a:r>
            <a:r>
              <a:rPr lang="en-PH" sz="4400" dirty="0"/>
              <a:t> ng </a:t>
            </a:r>
            <a:r>
              <a:rPr lang="en-PH" sz="4400" dirty="0" err="1"/>
              <a:t>iba’t</a:t>
            </a:r>
            <a:r>
              <a:rPr lang="en-PH" sz="4400" dirty="0"/>
              <a:t> </a:t>
            </a:r>
            <a:r>
              <a:rPr lang="en-PH" sz="4400" dirty="0" err="1"/>
              <a:t>ibang</a:t>
            </a:r>
            <a:r>
              <a:rPr lang="en-PH" sz="4400" dirty="0"/>
              <a:t> </a:t>
            </a:r>
            <a:r>
              <a:rPr lang="en-PH" sz="4400" dirty="0" err="1"/>
              <a:t>masasarap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putahe</a:t>
            </a:r>
            <a:r>
              <a:rPr lang="en-PH" sz="4400" dirty="0"/>
              <a:t> ang </a:t>
            </a:r>
            <a:r>
              <a:rPr lang="en-PH" sz="4400" dirty="0" err="1"/>
              <a:t>hapag</a:t>
            </a:r>
            <a:r>
              <a:rPr lang="en-PH" sz="4400" dirty="0"/>
              <a:t> </a:t>
            </a:r>
            <a:r>
              <a:rPr lang="en-PH" sz="4400" dirty="0" err="1"/>
              <a:t>kainan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mayayaman</a:t>
            </a:r>
            <a:r>
              <a:rPr lang="en-PH" sz="4400" dirty="0"/>
              <a:t>. </a:t>
            </a:r>
            <a:r>
              <a:rPr lang="en-PH" sz="4400" dirty="0" err="1"/>
              <a:t>Nariyan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kakanin</a:t>
            </a:r>
            <a:r>
              <a:rPr lang="en-PH" sz="4400" dirty="0"/>
              <a:t>, </a:t>
            </a:r>
            <a:r>
              <a:rPr lang="en-PH" sz="4400" dirty="0" err="1"/>
              <a:t>panghimagas</a:t>
            </a:r>
            <a:r>
              <a:rPr lang="en-PH" sz="4400" dirty="0"/>
              <a:t> at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inangkat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mamahaling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alak</a:t>
            </a:r>
            <a:r>
              <a:rPr lang="en-PH" sz="4400" dirty="0"/>
              <a:t> </a:t>
            </a:r>
            <a:r>
              <a:rPr lang="en-PH" sz="4400" dirty="0" err="1"/>
              <a:t>mula</a:t>
            </a:r>
            <a:r>
              <a:rPr lang="en-PH" sz="4400" dirty="0"/>
              <a:t> pa </a:t>
            </a:r>
            <a:r>
              <a:rPr lang="en-PH" sz="4400" dirty="0" err="1"/>
              <a:t>sa</a:t>
            </a:r>
            <a:r>
              <a:rPr lang="en-PH" sz="4400" dirty="0"/>
              <a:t> Europa. Para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lahat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pagkain</a:t>
            </a:r>
            <a:r>
              <a:rPr lang="en-PH" sz="4400" dirty="0"/>
              <a:t> </a:t>
            </a:r>
            <a:r>
              <a:rPr lang="en-PH" sz="4400" dirty="0" err="1"/>
              <a:t>dito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kahit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taga</a:t>
            </a:r>
            <a:r>
              <a:rPr lang="en-PH" sz="4400" dirty="0"/>
              <a:t> </a:t>
            </a:r>
            <a:r>
              <a:rPr lang="en-PH" sz="4400" dirty="0" err="1"/>
              <a:t>ibang</a:t>
            </a:r>
            <a:r>
              <a:rPr lang="en-PH" sz="4400" dirty="0"/>
              <a:t> bayan ay </a:t>
            </a:r>
            <a:r>
              <a:rPr lang="en-PH" sz="4400" dirty="0" err="1"/>
              <a:t>maging</a:t>
            </a:r>
            <a:r>
              <a:rPr lang="en-PH" sz="4400" dirty="0"/>
              <a:t> </a:t>
            </a:r>
            <a:r>
              <a:rPr lang="en-PH" sz="4400" dirty="0" err="1"/>
              <a:t>masaya</a:t>
            </a:r>
            <a:r>
              <a:rPr lang="en-PH" sz="4400" dirty="0"/>
              <a:t> din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kapistahan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9814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/>
              <a:t>Panay </a:t>
            </a:r>
            <a:r>
              <a:rPr lang="en-PH" sz="4400" dirty="0" err="1"/>
              <a:t>rin</a:t>
            </a:r>
            <a:r>
              <a:rPr lang="en-PH" sz="4400" dirty="0"/>
              <a:t> ang </a:t>
            </a:r>
            <a:r>
              <a:rPr lang="en-PH" sz="4400" dirty="0" err="1"/>
              <a:t>pagpapaputok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kwitis</a:t>
            </a:r>
            <a:r>
              <a:rPr lang="en-PH" sz="4400" dirty="0"/>
              <a:t>, </a:t>
            </a:r>
            <a:r>
              <a:rPr lang="en-PH" sz="4400" dirty="0" err="1"/>
              <a:t>batingaw</a:t>
            </a:r>
            <a:r>
              <a:rPr lang="en-PH" sz="4400" dirty="0"/>
              <a:t> ng </a:t>
            </a:r>
            <a:r>
              <a:rPr lang="en-PH" sz="4400" dirty="0" err="1"/>
              <a:t>kampana</a:t>
            </a:r>
            <a:r>
              <a:rPr lang="en-PH" sz="4400" dirty="0"/>
              <a:t> at </a:t>
            </a:r>
            <a:r>
              <a:rPr lang="en-PH" sz="4400" dirty="0" err="1"/>
              <a:t>tugtugan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banda</a:t>
            </a:r>
            <a:r>
              <a:rPr lang="en-PH" sz="4400" dirty="0"/>
              <a:t> ng </a:t>
            </a:r>
            <a:r>
              <a:rPr lang="en-PH" sz="4400" dirty="0" err="1"/>
              <a:t>musiko</a:t>
            </a:r>
            <a:r>
              <a:rPr lang="en-PH" sz="4400" dirty="0"/>
              <a:t>.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matataong</a:t>
            </a:r>
            <a:r>
              <a:rPr lang="en-PH" sz="4400" dirty="0"/>
              <a:t> </a:t>
            </a:r>
            <a:r>
              <a:rPr lang="en-PH" sz="4400" dirty="0" err="1"/>
              <a:t>lugar</a:t>
            </a:r>
            <a:r>
              <a:rPr lang="en-PH" sz="4400" dirty="0"/>
              <a:t> </a:t>
            </a:r>
            <a:r>
              <a:rPr lang="en-PH" sz="4400" dirty="0" err="1"/>
              <a:t>kabilang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ang </a:t>
            </a:r>
            <a:r>
              <a:rPr lang="en-PH" sz="4400" dirty="0" err="1"/>
              <a:t>plasa</a:t>
            </a:r>
            <a:r>
              <a:rPr lang="en-PH" sz="4400" dirty="0"/>
              <a:t> ng San Diego ay </a:t>
            </a:r>
            <a:r>
              <a:rPr lang="en-PH" sz="4400" dirty="0" err="1"/>
              <a:t>pinalamutian</a:t>
            </a:r>
            <a:r>
              <a:rPr lang="en-PH" sz="4400" dirty="0"/>
              <a:t> ng </a:t>
            </a:r>
            <a:r>
              <a:rPr lang="en-PH" sz="4400" dirty="0" err="1"/>
              <a:t>arkong</a:t>
            </a:r>
            <a:r>
              <a:rPr lang="en-PH" sz="4400" dirty="0"/>
              <a:t> </a:t>
            </a:r>
            <a:r>
              <a:rPr lang="en-PH" sz="4400" dirty="0" err="1"/>
              <a:t>kawayan</a:t>
            </a:r>
            <a:r>
              <a:rPr lang="en-PH" sz="4400" dirty="0"/>
              <a:t>. </a:t>
            </a:r>
            <a:r>
              <a:rPr lang="en-PH" sz="4400" dirty="0" err="1"/>
              <a:t>Nilagyan</a:t>
            </a:r>
            <a:r>
              <a:rPr lang="en-PH" sz="4400" dirty="0"/>
              <a:t> din ng </a:t>
            </a:r>
            <a:r>
              <a:rPr lang="en-PH" sz="4400" dirty="0" err="1"/>
              <a:t>tolda</a:t>
            </a:r>
            <a:r>
              <a:rPr lang="en-PH" sz="4400" dirty="0"/>
              <a:t> ang </a:t>
            </a:r>
            <a:r>
              <a:rPr lang="en-PH" sz="4400" dirty="0" err="1"/>
              <a:t>harapan</a:t>
            </a:r>
            <a:r>
              <a:rPr lang="en-PH" sz="4400" dirty="0"/>
              <a:t> ng </a:t>
            </a:r>
            <a:r>
              <a:rPr lang="en-PH" sz="4400" dirty="0" err="1"/>
              <a:t>simbahan</a:t>
            </a:r>
            <a:r>
              <a:rPr lang="en-PH" sz="4400" dirty="0"/>
              <a:t> para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prusisyon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165574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May </a:t>
            </a:r>
            <a:r>
              <a:rPr lang="en-PH" sz="3600" dirty="0" err="1"/>
              <a:t>nakalaan</a:t>
            </a:r>
            <a:r>
              <a:rPr lang="en-PH" sz="3600" dirty="0"/>
              <a:t> ding </a:t>
            </a:r>
            <a:r>
              <a:rPr lang="en-PH" sz="3600" dirty="0" err="1"/>
              <a:t>tanghalan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komedya</a:t>
            </a:r>
            <a:r>
              <a:rPr lang="en-PH" sz="3600" dirty="0"/>
              <a:t> at </a:t>
            </a:r>
            <a:r>
              <a:rPr lang="en-PH" sz="3600" dirty="0" err="1"/>
              <a:t>iba</a:t>
            </a:r>
            <a:r>
              <a:rPr lang="en-PH" sz="3600" dirty="0"/>
              <a:t> pang </a:t>
            </a:r>
            <a:r>
              <a:rPr lang="en-PH" sz="3600" dirty="0" err="1"/>
              <a:t>palatuntunan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Sina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, </a:t>
            </a:r>
            <a:r>
              <a:rPr lang="en-PH" sz="3600" dirty="0" err="1"/>
              <a:t>Kapitan</a:t>
            </a:r>
            <a:r>
              <a:rPr lang="en-PH" sz="3600" dirty="0"/>
              <a:t> Joaquin, ang </a:t>
            </a:r>
            <a:r>
              <a:rPr lang="en-PH" sz="3600" dirty="0" err="1"/>
              <a:t>intsik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Carlos, at </a:t>
            </a:r>
            <a:r>
              <a:rPr lang="en-PH" sz="3600" dirty="0" err="1"/>
              <a:t>iba</a:t>
            </a:r>
            <a:r>
              <a:rPr lang="en-PH" sz="3600" dirty="0"/>
              <a:t> pang </a:t>
            </a:r>
            <a:r>
              <a:rPr lang="en-PH" sz="3600" dirty="0" err="1"/>
              <a:t>mayayaman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 ng San Diego ay may </a:t>
            </a:r>
            <a:r>
              <a:rPr lang="en-PH" sz="3600" dirty="0" err="1"/>
              <a:t>partisipasyon</a:t>
            </a:r>
            <a:r>
              <a:rPr lang="en-PH" sz="3600" dirty="0"/>
              <a:t> din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kasayahan</a:t>
            </a:r>
            <a:r>
              <a:rPr lang="en-PH" sz="3600" dirty="0"/>
              <a:t>. </a:t>
            </a:r>
            <a:r>
              <a:rPr lang="en-PH" sz="3600" dirty="0" err="1"/>
              <a:t>Nakalaan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magmisa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umaga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Iginayak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magsasaka</a:t>
            </a:r>
            <a:r>
              <a:rPr lang="en-PH" sz="3600" dirty="0"/>
              <a:t> at </a:t>
            </a:r>
            <a:r>
              <a:rPr lang="en-PH" sz="3600" dirty="0" err="1"/>
              <a:t>mahihirap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pinakamainam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ani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ihandog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may-</a:t>
            </a:r>
            <a:r>
              <a:rPr lang="en-PH" sz="3600" dirty="0" err="1"/>
              <a:t>ari</a:t>
            </a:r>
            <a:r>
              <a:rPr lang="en-PH" sz="3600" dirty="0"/>
              <a:t> 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bukirin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25344986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Samantala</a:t>
            </a:r>
            <a:r>
              <a:rPr lang="en-PH" sz="3600" dirty="0"/>
              <a:t>, </a:t>
            </a:r>
            <a:r>
              <a:rPr lang="en-PH" sz="3600" dirty="0" err="1"/>
              <a:t>tinatapos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bahay-paaralan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pinapagawa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malapit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tahanan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pamamatnubay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Nol</a:t>
            </a:r>
            <a:r>
              <a:rPr lang="en-PH" sz="3600" dirty="0"/>
              <a:t> Juan.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gastos</a:t>
            </a:r>
            <a:r>
              <a:rPr lang="en-PH" sz="3600" dirty="0"/>
              <a:t> ay </a:t>
            </a:r>
            <a:r>
              <a:rPr lang="en-PH" sz="3600" dirty="0" err="1"/>
              <a:t>sagot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Ibarra. </a:t>
            </a:r>
            <a:r>
              <a:rPr lang="en-PH" sz="3600" dirty="0" err="1"/>
              <a:t>Magalang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tinanggihan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ang </a:t>
            </a:r>
            <a:r>
              <a:rPr lang="en-PH" sz="3600" dirty="0" err="1"/>
              <a:t>alok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tulong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mayayaman</a:t>
            </a:r>
            <a:r>
              <a:rPr lang="en-PH" sz="3600" dirty="0"/>
              <a:t> at 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98481863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400" dirty="0" err="1"/>
              <a:t>Katumbas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paaralan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Europa ang </a:t>
            </a:r>
            <a:r>
              <a:rPr lang="en-PH" sz="4400" dirty="0" err="1"/>
              <a:t>bahay-paaralan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ipinapatayo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Ibarra kung </a:t>
            </a:r>
            <a:r>
              <a:rPr lang="en-PH" sz="4400" dirty="0" err="1"/>
              <a:t>saan</a:t>
            </a:r>
            <a:r>
              <a:rPr lang="en-PH" sz="4400" dirty="0"/>
              <a:t> </a:t>
            </a:r>
            <a:r>
              <a:rPr lang="en-PH" sz="4400" dirty="0" err="1"/>
              <a:t>hiwalay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babae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lalaki</a:t>
            </a:r>
            <a:r>
              <a:rPr lang="en-PH" sz="4400" dirty="0"/>
              <a:t>. </a:t>
            </a:r>
            <a:r>
              <a:rPr lang="en-PH" sz="4400" dirty="0" err="1"/>
              <a:t>Mayroong</a:t>
            </a:r>
            <a:r>
              <a:rPr lang="en-PH" sz="4400" dirty="0"/>
              <a:t> </a:t>
            </a:r>
            <a:r>
              <a:rPr lang="en-PH" sz="4400" dirty="0" err="1"/>
              <a:t>lugar</a:t>
            </a:r>
            <a:r>
              <a:rPr lang="en-PH" sz="4400" dirty="0"/>
              <a:t> para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pagtatanim</a:t>
            </a:r>
            <a:r>
              <a:rPr lang="en-PH" sz="4400" dirty="0"/>
              <a:t> ng </a:t>
            </a:r>
            <a:r>
              <a:rPr lang="en-PH" sz="4400" dirty="0" err="1"/>
              <a:t>puno</a:t>
            </a:r>
            <a:r>
              <a:rPr lang="en-PH" sz="4400" dirty="0"/>
              <a:t> at </a:t>
            </a:r>
            <a:r>
              <a:rPr lang="en-PH" sz="4400" dirty="0" err="1"/>
              <a:t>gulay</a:t>
            </a:r>
            <a:r>
              <a:rPr lang="en-PH" sz="4400" dirty="0"/>
              <a:t> </a:t>
            </a:r>
            <a:r>
              <a:rPr lang="en-PH" sz="4400" dirty="0" err="1"/>
              <a:t>pati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rin</a:t>
            </a:r>
            <a:r>
              <a:rPr lang="en-PH" sz="4400" dirty="0"/>
              <a:t> bodega. May </a:t>
            </a:r>
            <a:r>
              <a:rPr lang="en-PH" sz="4400" dirty="0" err="1"/>
              <a:t>silid</a:t>
            </a:r>
            <a:r>
              <a:rPr lang="en-PH" sz="4400" dirty="0"/>
              <a:t> pang-</a:t>
            </a:r>
            <a:r>
              <a:rPr lang="en-PH" sz="4400" dirty="0" err="1"/>
              <a:t>disiplina</a:t>
            </a:r>
            <a:r>
              <a:rPr lang="en-PH" sz="4400" dirty="0"/>
              <a:t> din para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batang</a:t>
            </a:r>
            <a:r>
              <a:rPr lang="en-PH" sz="4400" dirty="0"/>
              <a:t> mag-</a:t>
            </a:r>
            <a:r>
              <a:rPr lang="en-PH" sz="4400" dirty="0" err="1"/>
              <a:t>aaral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98665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26:Ang Bisperas ng Pista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800" dirty="0"/>
              <a:t>Sa </a:t>
            </a:r>
            <a:r>
              <a:rPr lang="en-PH" sz="4800" dirty="0" err="1"/>
              <a:t>ginawang</a:t>
            </a:r>
            <a:r>
              <a:rPr lang="en-PH" sz="4800" dirty="0"/>
              <a:t> </a:t>
            </a:r>
            <a:r>
              <a:rPr lang="en-PH" sz="4800" dirty="0" err="1"/>
              <a:t>ito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Ibarra ay </a:t>
            </a:r>
            <a:r>
              <a:rPr lang="en-PH" sz="4800" dirty="0" err="1"/>
              <a:t>maraming</a:t>
            </a:r>
            <a:r>
              <a:rPr lang="en-PH" sz="4800" dirty="0"/>
              <a:t> </a:t>
            </a:r>
            <a:r>
              <a:rPr lang="en-PH" sz="4800" dirty="0" err="1"/>
              <a:t>humanga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kanya</a:t>
            </a:r>
            <a:r>
              <a:rPr lang="en-PH" sz="4800" dirty="0"/>
              <a:t> </a:t>
            </a:r>
            <a:r>
              <a:rPr lang="en-PH" sz="4800" dirty="0" err="1"/>
              <a:t>ngunit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kabilang</a:t>
            </a:r>
            <a:r>
              <a:rPr lang="en-PH" sz="4800" dirty="0"/>
              <a:t> </a:t>
            </a:r>
            <a:r>
              <a:rPr lang="en-PH" sz="4800" dirty="0" err="1"/>
              <a:t>banda</a:t>
            </a:r>
            <a:r>
              <a:rPr lang="en-PH" sz="4800" dirty="0"/>
              <a:t> </a:t>
            </a:r>
            <a:r>
              <a:rPr lang="en-PH" sz="4800" dirty="0" err="1"/>
              <a:t>nama’y</a:t>
            </a:r>
            <a:r>
              <a:rPr lang="en-PH" sz="4800" dirty="0"/>
              <a:t> </a:t>
            </a:r>
            <a:r>
              <a:rPr lang="en-PH" sz="4800" dirty="0" err="1"/>
              <a:t>marami</a:t>
            </a:r>
            <a:r>
              <a:rPr lang="en-PH" sz="4800" dirty="0"/>
              <a:t> din ang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naging</a:t>
            </a:r>
            <a:r>
              <a:rPr lang="en-PH" sz="4800" dirty="0"/>
              <a:t> </a:t>
            </a:r>
            <a:r>
              <a:rPr lang="en-PH" sz="4800" dirty="0" err="1"/>
              <a:t>palihim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kaaway</a:t>
            </a:r>
            <a:r>
              <a:rPr lang="en-PH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002728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27:Sa Pagtatakipsilim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000" dirty="0" err="1"/>
              <a:t>Sinasadya</a:t>
            </a:r>
            <a:r>
              <a:rPr lang="en-PH" sz="4000" dirty="0"/>
              <a:t> </a:t>
            </a:r>
            <a:r>
              <a:rPr lang="en-PH" sz="4000" dirty="0" err="1"/>
              <a:t>talagang</a:t>
            </a:r>
            <a:r>
              <a:rPr lang="en-PH" sz="4000" dirty="0"/>
              <a:t> </a:t>
            </a:r>
            <a:r>
              <a:rPr lang="en-PH" sz="4000" dirty="0" err="1"/>
              <a:t>higitan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</a:t>
            </a:r>
            <a:r>
              <a:rPr lang="en-PH" sz="4000" dirty="0" err="1"/>
              <a:t>Kapitan</a:t>
            </a:r>
            <a:r>
              <a:rPr lang="en-PH" sz="4000" dirty="0"/>
              <a:t> </a:t>
            </a:r>
            <a:r>
              <a:rPr lang="en-PH" sz="4000" dirty="0" err="1"/>
              <a:t>Tiyago</a:t>
            </a:r>
            <a:r>
              <a:rPr lang="en-PH" sz="4000" dirty="0"/>
              <a:t> ang </a:t>
            </a:r>
            <a:r>
              <a:rPr lang="en-PH" sz="4000" dirty="0" err="1"/>
              <a:t>paghahanda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kapistahan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ikinatutuwa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mabangong</a:t>
            </a:r>
            <a:r>
              <a:rPr lang="en-PH" sz="4000" dirty="0"/>
              <a:t> </a:t>
            </a:r>
            <a:r>
              <a:rPr lang="en-PH" sz="4000" dirty="0" err="1"/>
              <a:t>pagtanggap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tao</a:t>
            </a:r>
            <a:r>
              <a:rPr lang="en-PH" sz="4000" dirty="0"/>
              <a:t> kay Ibarra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kanyang</a:t>
            </a:r>
            <a:r>
              <a:rPr lang="en-PH" sz="4000" dirty="0"/>
              <a:t> </a:t>
            </a:r>
            <a:r>
              <a:rPr lang="en-PH" sz="4000" dirty="0" err="1"/>
              <a:t>mamanugangin</a:t>
            </a:r>
            <a:r>
              <a:rPr lang="en-PH" sz="4000" dirty="0"/>
              <a:t>. Hindi </a:t>
            </a:r>
            <a:r>
              <a:rPr lang="en-PH" sz="4000" dirty="0" err="1"/>
              <a:t>lingid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kaalaman</a:t>
            </a:r>
            <a:r>
              <a:rPr lang="en-PH" sz="4000" dirty="0"/>
              <a:t> ng </a:t>
            </a:r>
            <a:r>
              <a:rPr lang="en-PH" sz="4000" dirty="0" err="1"/>
              <a:t>Kapitan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tanyag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tanyag</a:t>
            </a:r>
            <a:r>
              <a:rPr lang="en-PH" sz="4000" dirty="0"/>
              <a:t> ang </a:t>
            </a:r>
            <a:r>
              <a:rPr lang="en-PH" sz="4000" dirty="0" err="1"/>
              <a:t>binata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Maynila kaya </a:t>
            </a:r>
            <a:r>
              <a:rPr lang="en-PH" sz="4000" dirty="0" err="1"/>
              <a:t>sinasamantala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ganitong</a:t>
            </a:r>
            <a:r>
              <a:rPr lang="en-PH" sz="4000" dirty="0"/>
              <a:t> </a:t>
            </a:r>
            <a:r>
              <a:rPr lang="en-PH" sz="4000" dirty="0" err="1"/>
              <a:t>pagkakataon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kasama</a:t>
            </a:r>
            <a:r>
              <a:rPr lang="en-PH" sz="4000" dirty="0"/>
              <a:t> </a:t>
            </a:r>
            <a:r>
              <a:rPr lang="en-PH" sz="4000" dirty="0" err="1"/>
              <a:t>siyang</a:t>
            </a:r>
            <a:r>
              <a:rPr lang="en-PH" sz="4000" dirty="0"/>
              <a:t> </a:t>
            </a:r>
            <a:r>
              <a:rPr lang="en-PH" sz="4000" dirty="0" err="1"/>
              <a:t>mapuri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pahayagan</a:t>
            </a:r>
            <a:r>
              <a:rPr lang="en-PH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674248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27:Sa Pagtatakipsilim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Sari-</a:t>
            </a:r>
            <a:r>
              <a:rPr lang="en-PH" sz="3600" dirty="0" err="1"/>
              <a:t>saring</a:t>
            </a:r>
            <a:r>
              <a:rPr lang="en-PH" sz="3600" dirty="0"/>
              <a:t> </a:t>
            </a:r>
            <a:r>
              <a:rPr lang="en-PH" sz="3600" dirty="0" err="1"/>
              <a:t>pagkain</a:t>
            </a:r>
            <a:r>
              <a:rPr lang="en-PH" sz="3600" dirty="0"/>
              <a:t> at </a:t>
            </a:r>
            <a:r>
              <a:rPr lang="en-PH" sz="3600" dirty="0" err="1"/>
              <a:t>inumin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pa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ibang</a:t>
            </a:r>
            <a:r>
              <a:rPr lang="en-PH" sz="3600" dirty="0"/>
              <a:t> </a:t>
            </a:r>
            <a:r>
              <a:rPr lang="en-PH" sz="3600" dirty="0" err="1"/>
              <a:t>bansa</a:t>
            </a:r>
            <a:r>
              <a:rPr lang="en-PH" sz="3600" dirty="0"/>
              <a:t> ang </a:t>
            </a:r>
            <a:r>
              <a:rPr lang="en-PH" sz="3600" dirty="0" err="1"/>
              <a:t>handa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. Si Maria Clara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pinasalubungan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kagamitang</a:t>
            </a:r>
            <a:r>
              <a:rPr lang="en-PH" sz="3600" dirty="0"/>
              <a:t> may </a:t>
            </a:r>
            <a:r>
              <a:rPr lang="en-PH" sz="3600" dirty="0" err="1"/>
              <a:t>mamahaling</a:t>
            </a:r>
            <a:r>
              <a:rPr lang="en-PH" sz="3600" dirty="0"/>
              <a:t> </a:t>
            </a:r>
            <a:r>
              <a:rPr lang="en-PH" sz="3600" dirty="0" err="1"/>
              <a:t>bato</a:t>
            </a:r>
            <a:r>
              <a:rPr lang="en-PH" sz="3600" dirty="0"/>
              <a:t>. </a:t>
            </a:r>
            <a:r>
              <a:rPr lang="en-PH" sz="3600" dirty="0" err="1"/>
              <a:t>Bandang</a:t>
            </a:r>
            <a:r>
              <a:rPr lang="en-PH" sz="3600" dirty="0"/>
              <a:t> </a:t>
            </a:r>
            <a:r>
              <a:rPr lang="en-PH" sz="3600" dirty="0" err="1"/>
              <a:t>hapon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magkita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Ibarra at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Si Maria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nagpaalam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mamasyal</a:t>
            </a:r>
            <a:r>
              <a:rPr lang="en-PH" sz="3600" dirty="0"/>
              <a:t> </a:t>
            </a:r>
            <a:r>
              <a:rPr lang="en-PH" sz="3600" dirty="0" err="1"/>
              <a:t>kasama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kaibigan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dalaga</a:t>
            </a:r>
            <a:r>
              <a:rPr lang="en-PH" sz="3600" dirty="0"/>
              <a:t>. </a:t>
            </a:r>
            <a:r>
              <a:rPr lang="en-PH" sz="3600" dirty="0" err="1"/>
              <a:t>Niyaya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at </a:t>
            </a:r>
            <a:r>
              <a:rPr lang="en-PH" sz="3600" dirty="0" err="1"/>
              <a:t>pinaunlakan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ang </a:t>
            </a:r>
            <a:r>
              <a:rPr lang="en-PH" sz="3600" dirty="0" err="1"/>
              <a:t>paanyaya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30740591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27:Sa Pagtatakipsilim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inanyayahan</a:t>
            </a:r>
            <a:r>
              <a:rPr lang="en-PH" sz="3600" dirty="0"/>
              <a:t> din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doon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</a:t>
            </a:r>
            <a:r>
              <a:rPr lang="en-PH" sz="3600" dirty="0"/>
              <a:t> </a:t>
            </a:r>
            <a:r>
              <a:rPr lang="en-PH" sz="3600" dirty="0" err="1"/>
              <a:t>maghapunan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darating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magalang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tinanggihan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Lumakad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kasama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kadalagahan</a:t>
            </a:r>
            <a:r>
              <a:rPr lang="en-PH" sz="3600" dirty="0"/>
              <a:t> ang </a:t>
            </a:r>
            <a:r>
              <a:rPr lang="en-PH" sz="3600" dirty="0" err="1"/>
              <a:t>magkatipan</a:t>
            </a:r>
            <a:r>
              <a:rPr lang="en-PH" sz="3600" dirty="0"/>
              <a:t> at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mapadaan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kina </a:t>
            </a:r>
            <a:r>
              <a:rPr lang="en-PH" sz="3600" dirty="0" err="1"/>
              <a:t>Simang</a:t>
            </a:r>
            <a:r>
              <a:rPr lang="en-PH" sz="3600" dirty="0"/>
              <a:t> ay </a:t>
            </a:r>
            <a:r>
              <a:rPr lang="en-PH" sz="3600" dirty="0" err="1"/>
              <a:t>kanila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niyaya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kaagad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sumama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77729337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27:Sa Pagtatakipsilim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liwasang</a:t>
            </a:r>
            <a:r>
              <a:rPr lang="en-PH" sz="3600" dirty="0"/>
              <a:t> bayan ay </a:t>
            </a:r>
            <a:r>
              <a:rPr lang="en-PH" sz="3600" dirty="0" err="1"/>
              <a:t>sinalubong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ketongin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pinandidirihan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. Si </a:t>
            </a:r>
            <a:r>
              <a:rPr lang="en-PH" sz="3600" dirty="0" err="1"/>
              <a:t>Maria’y</a:t>
            </a:r>
            <a:r>
              <a:rPr lang="en-PH" sz="3600" dirty="0"/>
              <a:t> </a:t>
            </a:r>
            <a:r>
              <a:rPr lang="en-PH" sz="3600" dirty="0" err="1"/>
              <a:t>naawa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 kaya </a:t>
            </a:r>
            <a:r>
              <a:rPr lang="en-PH" sz="3600" dirty="0" err="1"/>
              <a:t>ibinigay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iniregalo</a:t>
            </a:r>
            <a:r>
              <a:rPr lang="en-PH" sz="3600" dirty="0"/>
              <a:t> ng ama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kabila</a:t>
            </a:r>
            <a:r>
              <a:rPr lang="en-PH" sz="3600" dirty="0"/>
              <a:t> ng </a:t>
            </a:r>
            <a:r>
              <a:rPr lang="en-PH" sz="3600" dirty="0" err="1"/>
              <a:t>pagtataka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kaibigan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Lumapit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at </a:t>
            </a:r>
            <a:r>
              <a:rPr lang="en-PH" sz="3600" dirty="0" err="1"/>
              <a:t>kinausap</a:t>
            </a:r>
            <a:r>
              <a:rPr lang="en-PH" sz="3600" dirty="0"/>
              <a:t> ang </a:t>
            </a:r>
            <a:r>
              <a:rPr lang="en-PH" sz="3600" dirty="0" err="1"/>
              <a:t>ketongin</a:t>
            </a:r>
            <a:r>
              <a:rPr lang="en-PH" sz="3600" dirty="0"/>
              <a:t>.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itinuro</a:t>
            </a:r>
            <a:r>
              <a:rPr lang="en-PH" sz="3600" dirty="0"/>
              <a:t> ang </a:t>
            </a:r>
            <a:r>
              <a:rPr lang="en-PH" sz="3600" dirty="0" err="1"/>
              <a:t>kampanaryo</a:t>
            </a:r>
            <a:r>
              <a:rPr lang="en-PH" sz="3600" dirty="0"/>
              <a:t> at </a:t>
            </a:r>
            <a:r>
              <a:rPr lang="en-PH" sz="3600" dirty="0" err="1"/>
              <a:t>sinabing</a:t>
            </a:r>
            <a:r>
              <a:rPr lang="en-PH" sz="3600" dirty="0"/>
              <a:t> </a:t>
            </a:r>
            <a:r>
              <a:rPr lang="en-PH" sz="3600" dirty="0" err="1"/>
              <a:t>nandoon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. </a:t>
            </a:r>
            <a:r>
              <a:rPr lang="en-PH" sz="3600" dirty="0" err="1"/>
              <a:t>Umalis</a:t>
            </a:r>
            <a:r>
              <a:rPr lang="en-PH" sz="3600" dirty="0"/>
              <a:t> ng </a:t>
            </a:r>
            <a:r>
              <a:rPr lang="en-PH" sz="3600" dirty="0" err="1"/>
              <a:t>pakantakanta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Sisa</a:t>
            </a:r>
            <a:r>
              <a:rPr lang="en-PH" sz="3600" dirty="0"/>
              <a:t> </a:t>
            </a:r>
            <a:r>
              <a:rPr lang="en-PH" sz="3600" dirty="0" err="1"/>
              <a:t>samantalang</a:t>
            </a:r>
            <a:r>
              <a:rPr lang="en-PH" sz="3600" dirty="0"/>
              <a:t> ang </a:t>
            </a:r>
            <a:r>
              <a:rPr lang="en-PH" sz="3600" dirty="0" err="1"/>
              <a:t>ketongin</a:t>
            </a:r>
            <a:r>
              <a:rPr lang="en-PH" sz="3600" dirty="0"/>
              <a:t>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umalis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din </a:t>
            </a:r>
            <a:r>
              <a:rPr lang="en-PH" sz="3600" dirty="0" err="1"/>
              <a:t>dala</a:t>
            </a:r>
            <a:r>
              <a:rPr lang="en-PH" sz="3600" dirty="0"/>
              <a:t> ang </a:t>
            </a:r>
            <a:r>
              <a:rPr lang="en-PH" sz="3600" dirty="0" err="1"/>
              <a:t>bigay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Maria Clara.</a:t>
            </a:r>
          </a:p>
          <a:p>
            <a:pPr marL="0" indent="0" algn="just">
              <a:buNone/>
            </a:pPr>
            <a:r>
              <a:rPr lang="en-PH" sz="3600" dirty="0" err="1"/>
              <a:t>Napag-isip-isip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Maria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marami</a:t>
            </a:r>
            <a:r>
              <a:rPr lang="en-PH" sz="3600" dirty="0"/>
              <a:t> </a:t>
            </a:r>
            <a:r>
              <a:rPr lang="en-PH" sz="3600" dirty="0" err="1"/>
              <a:t>palang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mahihirap</a:t>
            </a:r>
            <a:r>
              <a:rPr lang="en-PH" sz="3600" dirty="0"/>
              <a:t> at </a:t>
            </a:r>
            <a:r>
              <a:rPr lang="en-PH" sz="3600" dirty="0" err="1"/>
              <a:t>kapus-palad</a:t>
            </a:r>
            <a:r>
              <a:rPr lang="en-PH" sz="3600" dirty="0"/>
              <a:t> at </a:t>
            </a:r>
            <a:r>
              <a:rPr lang="en-PH" sz="3600" dirty="0" err="1"/>
              <a:t>iyon</a:t>
            </a:r>
            <a:r>
              <a:rPr lang="en-PH" sz="3600" dirty="0"/>
              <a:t> ay </a:t>
            </a: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lingid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kaalaman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76149571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28:Sulatan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naganap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kapistahan</a:t>
            </a:r>
            <a:r>
              <a:rPr lang="en-PH" sz="3600" dirty="0"/>
              <a:t> ng San Diego ay </a:t>
            </a:r>
            <a:r>
              <a:rPr lang="en-PH" sz="3600" dirty="0" err="1"/>
              <a:t>nalathala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pahayagan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Maynila. Kasama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naiulat</a:t>
            </a:r>
            <a:r>
              <a:rPr lang="en-PH" sz="3600" dirty="0"/>
              <a:t> ang </a:t>
            </a:r>
            <a:r>
              <a:rPr lang="en-PH" sz="3600" dirty="0" err="1"/>
              <a:t>marangyang</a:t>
            </a:r>
            <a:r>
              <a:rPr lang="en-PH" sz="3600" dirty="0"/>
              <a:t> </a:t>
            </a:r>
            <a:r>
              <a:rPr lang="en-PH" sz="3600" dirty="0" err="1"/>
              <a:t>kapistahan</a:t>
            </a:r>
            <a:r>
              <a:rPr lang="en-PH" sz="3600" dirty="0"/>
              <a:t> ng bayan,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kilalang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San Diego, ang </a:t>
            </a:r>
            <a:r>
              <a:rPr lang="en-PH" sz="3600" dirty="0" err="1"/>
              <a:t>naganap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palatuntunan</a:t>
            </a:r>
            <a:r>
              <a:rPr lang="en-PH" sz="3600" dirty="0"/>
              <a:t>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musiko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Nabalita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 at ang </a:t>
            </a:r>
            <a:r>
              <a:rPr lang="en-PH" sz="3600" dirty="0" err="1"/>
              <a:t>komedyang</a:t>
            </a:r>
            <a:r>
              <a:rPr lang="en-PH" sz="3600" dirty="0"/>
              <a:t> </a:t>
            </a:r>
            <a:r>
              <a:rPr lang="en-PH" sz="3600" dirty="0" err="1"/>
              <a:t>naganap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mahuhusay</a:t>
            </a:r>
            <a:r>
              <a:rPr lang="en-PH" sz="3600" dirty="0"/>
              <a:t> </a:t>
            </a:r>
            <a:r>
              <a:rPr lang="en-PH" sz="3600" dirty="0" err="1"/>
              <a:t>nitong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artista</a:t>
            </a:r>
            <a:r>
              <a:rPr lang="en-PH" sz="3600" dirty="0"/>
              <a:t>.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ang </a:t>
            </a:r>
            <a:r>
              <a:rPr lang="en-PH" sz="3600" dirty="0" err="1"/>
              <a:t>nasiyan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komedya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idinaos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wikang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. </a:t>
            </a:r>
            <a:r>
              <a:rPr lang="en-PH" sz="3600" dirty="0" err="1"/>
              <a:t>Nasiyahan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Pilipino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komedyang</a:t>
            </a:r>
            <a:r>
              <a:rPr lang="en-PH" sz="3600" dirty="0"/>
              <a:t> </a:t>
            </a:r>
            <a:r>
              <a:rPr lang="en-PH" sz="3600" dirty="0" err="1"/>
              <a:t>tagalog</a:t>
            </a:r>
            <a:r>
              <a:rPr lang="en-PH" sz="3600" dirty="0"/>
              <a:t>. </a:t>
            </a:r>
            <a:r>
              <a:rPr lang="en-PH" sz="3600" dirty="0" err="1"/>
              <a:t>Samatala</a:t>
            </a:r>
            <a:r>
              <a:rPr lang="en-PH" sz="3600" dirty="0"/>
              <a:t>,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Ibarra’y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dinaluhan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palabas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59409850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28:Sulatan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Nagkaroon</a:t>
            </a:r>
            <a:r>
              <a:rPr lang="en-PH" sz="3600" dirty="0"/>
              <a:t> ng </a:t>
            </a:r>
            <a:r>
              <a:rPr lang="en-PH" sz="3600" dirty="0" err="1"/>
              <a:t>prusisyon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santo at </a:t>
            </a:r>
            <a:r>
              <a:rPr lang="en-PH" sz="3600" dirty="0" err="1"/>
              <a:t>santa</a:t>
            </a:r>
            <a:r>
              <a:rPr lang="en-PH" sz="3600" dirty="0"/>
              <a:t> </a:t>
            </a:r>
            <a:r>
              <a:rPr lang="en-PH" sz="3600" dirty="0" err="1"/>
              <a:t>kinabukasan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ang </a:t>
            </a:r>
            <a:r>
              <a:rPr lang="en-PH" sz="3600" dirty="0" err="1"/>
              <a:t>misa</a:t>
            </a:r>
            <a:r>
              <a:rPr lang="en-PH" sz="3600" dirty="0"/>
              <a:t> ay </a:t>
            </a:r>
            <a:r>
              <a:rPr lang="en-PH" sz="3600" dirty="0" err="1"/>
              <a:t>pinamunuan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Manuel Martin.</a:t>
            </a:r>
          </a:p>
          <a:p>
            <a:pPr marL="0" indent="0" algn="just">
              <a:buNone/>
            </a:pPr>
            <a:r>
              <a:rPr lang="en-PH" sz="3600" dirty="0" err="1"/>
              <a:t>Nagkaroon</a:t>
            </a:r>
            <a:r>
              <a:rPr lang="en-PH" sz="3600" dirty="0"/>
              <a:t> din ng </a:t>
            </a:r>
            <a:r>
              <a:rPr lang="en-PH" sz="3600" dirty="0" err="1"/>
              <a:t>sayawan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pinangunahan</a:t>
            </a:r>
            <a:r>
              <a:rPr lang="en-PH" sz="3600" dirty="0"/>
              <a:t> ng mag-ama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at Maria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ikinayamot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dalaga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Pagdaka’y</a:t>
            </a:r>
            <a:r>
              <a:rPr lang="en-PH" sz="3600" dirty="0"/>
              <a:t> </a:t>
            </a:r>
            <a:r>
              <a:rPr lang="en-PH" sz="3600" dirty="0" err="1"/>
              <a:t>sinulatan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Maria Clara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ilang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nakikita</a:t>
            </a:r>
            <a:r>
              <a:rPr lang="en-PH" sz="3600" dirty="0"/>
              <a:t>. </a:t>
            </a:r>
            <a:r>
              <a:rPr lang="en-PH" sz="3600" dirty="0" err="1"/>
              <a:t>Hiniling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dalawin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at </a:t>
            </a:r>
            <a:r>
              <a:rPr lang="en-PH" sz="3600" dirty="0" err="1"/>
              <a:t>imbitahan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pagpapasinaya</a:t>
            </a:r>
            <a:r>
              <a:rPr lang="en-PH" sz="3600" dirty="0"/>
              <a:t> ng </a:t>
            </a:r>
            <a:r>
              <a:rPr lang="en-PH" sz="3600" dirty="0" err="1"/>
              <a:t>bahay-paaralan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ipinatayo</a:t>
            </a:r>
            <a:endParaRPr lang="en-PH" sz="3600" dirty="0"/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22694523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29:Ang Kapistahan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Handa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banda</a:t>
            </a:r>
            <a:r>
              <a:rPr lang="en-PH" sz="3600" dirty="0"/>
              <a:t> ng </a:t>
            </a:r>
            <a:r>
              <a:rPr lang="en-PH" sz="3600" dirty="0" err="1"/>
              <a:t>musiko</a:t>
            </a:r>
            <a:r>
              <a:rPr lang="en-PH" sz="3600" dirty="0"/>
              <a:t> </a:t>
            </a:r>
            <a:r>
              <a:rPr lang="en-PH" sz="3600" dirty="0" err="1"/>
              <a:t>umaga</a:t>
            </a:r>
            <a:r>
              <a:rPr lang="en-PH" sz="3600" dirty="0"/>
              <a:t> pa lang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magbigay</a:t>
            </a:r>
            <a:r>
              <a:rPr lang="en-PH" sz="3600" dirty="0"/>
              <a:t> </a:t>
            </a:r>
            <a:r>
              <a:rPr lang="en-PH" sz="3600" dirty="0" err="1"/>
              <a:t>saya</a:t>
            </a:r>
            <a:r>
              <a:rPr lang="en-PH" sz="3600" dirty="0"/>
              <a:t> at </a:t>
            </a:r>
            <a:r>
              <a:rPr lang="en-PH" sz="3600" dirty="0" err="1"/>
              <a:t>salubungin</a:t>
            </a:r>
            <a:r>
              <a:rPr lang="en-PH" sz="3600" dirty="0"/>
              <a:t> ang </a:t>
            </a:r>
            <a:r>
              <a:rPr lang="en-PH" sz="3600" dirty="0" err="1"/>
              <a:t>kapistahan</a:t>
            </a:r>
            <a:r>
              <a:rPr lang="en-PH" sz="3600" dirty="0"/>
              <a:t>. </a:t>
            </a:r>
            <a:r>
              <a:rPr lang="en-PH" sz="3600" dirty="0" err="1"/>
              <a:t>Sinabay</a:t>
            </a:r>
            <a:r>
              <a:rPr lang="en-PH" sz="3600" dirty="0"/>
              <a:t> pa ang </a:t>
            </a:r>
            <a:r>
              <a:rPr lang="en-PH" sz="3600" dirty="0" err="1"/>
              <a:t>tunog</a:t>
            </a:r>
            <a:r>
              <a:rPr lang="en-PH" sz="3600" dirty="0"/>
              <a:t> ng </a:t>
            </a:r>
            <a:r>
              <a:rPr lang="en-PH" sz="3600" dirty="0" err="1"/>
              <a:t>kampana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siklab</a:t>
            </a:r>
            <a:r>
              <a:rPr lang="en-PH" sz="3600" dirty="0"/>
              <a:t> at </a:t>
            </a:r>
            <a:r>
              <a:rPr lang="en-PH" sz="3600" dirty="0" err="1"/>
              <a:t>pasabog</a:t>
            </a:r>
            <a:r>
              <a:rPr lang="en-PH" sz="3600" dirty="0"/>
              <a:t> ng </a:t>
            </a:r>
            <a:r>
              <a:rPr lang="en-PH" sz="3600" dirty="0" err="1"/>
              <a:t>paputok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Samantalang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 ay </a:t>
            </a:r>
            <a:r>
              <a:rPr lang="en-PH" sz="3600" dirty="0" err="1"/>
              <a:t>nagising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at </a:t>
            </a:r>
            <a:r>
              <a:rPr lang="en-PH" sz="3600" dirty="0" err="1"/>
              <a:t>nagsigayak</a:t>
            </a:r>
            <a:r>
              <a:rPr lang="en-PH" sz="3600" dirty="0"/>
              <a:t> para </a:t>
            </a:r>
            <a:r>
              <a:rPr lang="en-PH" sz="3600" dirty="0" err="1"/>
              <a:t>makiisa</a:t>
            </a:r>
            <a:r>
              <a:rPr lang="en-PH" sz="3600" dirty="0"/>
              <a:t>. </a:t>
            </a:r>
            <a:r>
              <a:rPr lang="en-PH" sz="3600" dirty="0" err="1"/>
              <a:t>Suot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pinakamainan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kasuotan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alahas</a:t>
            </a:r>
            <a:r>
              <a:rPr lang="en-PH" sz="3600" dirty="0"/>
              <a:t>. </a:t>
            </a:r>
            <a:r>
              <a:rPr lang="en-PH" sz="3600" dirty="0" err="1"/>
              <a:t>Hinatak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tikman</a:t>
            </a:r>
            <a:r>
              <a:rPr lang="en-PH" sz="3600" dirty="0"/>
              <a:t> ang </a:t>
            </a:r>
            <a:r>
              <a:rPr lang="en-PH" sz="3600" dirty="0" err="1"/>
              <a:t>masasarap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pagkaing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hinanda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222403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29:Ang Kapistahan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PH" sz="3600" dirty="0"/>
              <a:t>Hindi </a:t>
            </a:r>
            <a:r>
              <a:rPr lang="en-PH" sz="3600" dirty="0" err="1"/>
              <a:t>naman</a:t>
            </a:r>
            <a:r>
              <a:rPr lang="en-PH" sz="3600" dirty="0"/>
              <a:t> sang-</a:t>
            </a:r>
            <a:r>
              <a:rPr lang="en-PH" sz="3600" dirty="0" err="1"/>
              <a:t>ayon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Tasyo</a:t>
            </a:r>
            <a:r>
              <a:rPr lang="en-PH" sz="3600" dirty="0"/>
              <a:t>. Aniya, </a:t>
            </a:r>
            <a:r>
              <a:rPr lang="en-PH" sz="3600" dirty="0" err="1"/>
              <a:t>paglulustay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ng </a:t>
            </a:r>
            <a:r>
              <a:rPr lang="en-PH" sz="3600" dirty="0" err="1"/>
              <a:t>salapi</a:t>
            </a:r>
            <a:r>
              <a:rPr lang="en-PH" sz="3600" dirty="0"/>
              <a:t> at </a:t>
            </a:r>
            <a:r>
              <a:rPr lang="en-PH" sz="3600" dirty="0" err="1"/>
              <a:t>pagpapakitang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ang </a:t>
            </a:r>
            <a:r>
              <a:rPr lang="en-PH" sz="3600" dirty="0" err="1"/>
              <a:t>pagsasaya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. Mas </a:t>
            </a:r>
            <a:r>
              <a:rPr lang="en-PH" sz="3600" dirty="0" err="1"/>
              <a:t>marami</a:t>
            </a:r>
            <a:r>
              <a:rPr lang="en-PH" sz="3600" dirty="0"/>
              <a:t> </a:t>
            </a:r>
            <a:r>
              <a:rPr lang="en-PH" sz="3600" dirty="0" err="1"/>
              <a:t>umano</a:t>
            </a:r>
            <a:r>
              <a:rPr lang="en-PH" sz="3600" dirty="0"/>
              <a:t> ang may </a:t>
            </a:r>
            <a:r>
              <a:rPr lang="en-PH" sz="3600" dirty="0" err="1"/>
              <a:t>kabuluhan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dapat</a:t>
            </a:r>
            <a:r>
              <a:rPr lang="en-PH" sz="3600" dirty="0"/>
              <a:t> </a:t>
            </a:r>
            <a:r>
              <a:rPr lang="en-PH" sz="3600" dirty="0" err="1"/>
              <a:t>pagkagastusan</a:t>
            </a:r>
            <a:r>
              <a:rPr lang="en-PH" sz="3600" dirty="0"/>
              <a:t> at </a:t>
            </a:r>
            <a:r>
              <a:rPr lang="en-PH" sz="3600" dirty="0" err="1"/>
              <a:t>isama</a:t>
            </a:r>
            <a:r>
              <a:rPr lang="en-PH" sz="3600" dirty="0"/>
              <a:t> pa </a:t>
            </a:r>
            <a:r>
              <a:rPr lang="en-PH" sz="3600" dirty="0" err="1"/>
              <a:t>diyan</a:t>
            </a:r>
            <a:r>
              <a:rPr lang="en-PH" sz="3600" dirty="0"/>
              <a:t> ang </a:t>
            </a:r>
            <a:r>
              <a:rPr lang="en-PH" sz="3600" dirty="0" err="1"/>
              <a:t>maraming</a:t>
            </a:r>
            <a:r>
              <a:rPr lang="en-PH" sz="3600" dirty="0"/>
              <a:t> </a:t>
            </a:r>
            <a:r>
              <a:rPr lang="en-PH" sz="3600" dirty="0" err="1"/>
              <a:t>hinaing</a:t>
            </a:r>
            <a:r>
              <a:rPr lang="en-PH" sz="3600" dirty="0"/>
              <a:t> ng bayan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natutugunan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Sang </a:t>
            </a:r>
            <a:r>
              <a:rPr lang="en-PH" sz="3600" dirty="0" err="1"/>
              <a:t>ayon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Don </a:t>
            </a:r>
            <a:r>
              <a:rPr lang="en-PH" sz="3600" dirty="0" err="1"/>
              <a:t>Filipo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 ng </a:t>
            </a:r>
            <a:r>
              <a:rPr lang="en-PH" sz="3600" dirty="0" err="1"/>
              <a:t>Pilosopo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wala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lakas</a:t>
            </a:r>
            <a:r>
              <a:rPr lang="en-PH" sz="3600" dirty="0"/>
              <a:t> ng </a:t>
            </a:r>
            <a:r>
              <a:rPr lang="en-PH" sz="3600" dirty="0" err="1"/>
              <a:t>loob</a:t>
            </a:r>
            <a:r>
              <a:rPr lang="en-PH" sz="3600" dirty="0"/>
              <a:t> para </a:t>
            </a:r>
            <a:r>
              <a:rPr lang="en-PH" sz="3600" dirty="0" err="1"/>
              <a:t>salungatin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Naghihintay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simbahan</a:t>
            </a:r>
            <a:r>
              <a:rPr lang="en-PH" sz="3600" dirty="0"/>
              <a:t>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tanyag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San Diego.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1935004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29:Ang Kapistahan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PH" sz="3600" dirty="0" err="1"/>
              <a:t>Sinadya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magkasakit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higit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makakuha</a:t>
            </a:r>
            <a:r>
              <a:rPr lang="en-PH" sz="3600" dirty="0"/>
              <a:t> ng </a:t>
            </a:r>
            <a:r>
              <a:rPr lang="en-PH" sz="3600" dirty="0" err="1"/>
              <a:t>importansya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. Ang </a:t>
            </a:r>
            <a:r>
              <a:rPr lang="en-PH" sz="3600" dirty="0" err="1"/>
              <a:t>taga-pangasiwa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ang nag-</a:t>
            </a:r>
            <a:r>
              <a:rPr lang="en-PH" sz="3600" dirty="0" err="1"/>
              <a:t>aalaga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habang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ay may </a:t>
            </a:r>
            <a:r>
              <a:rPr lang="en-PH" sz="3600" dirty="0" err="1"/>
              <a:t>sakit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Bandang</a:t>
            </a:r>
            <a:r>
              <a:rPr lang="en-PH" sz="3600" dirty="0"/>
              <a:t> alas-</a:t>
            </a:r>
            <a:r>
              <a:rPr lang="en-PH" sz="3600" dirty="0" err="1"/>
              <a:t>otso</a:t>
            </a:r>
            <a:r>
              <a:rPr lang="en-PH" sz="3600" dirty="0"/>
              <a:t> ng </a:t>
            </a:r>
            <a:r>
              <a:rPr lang="en-PH" sz="3600" dirty="0" err="1"/>
              <a:t>umaga</a:t>
            </a:r>
            <a:r>
              <a:rPr lang="en-PH" sz="3600" dirty="0"/>
              <a:t>, </a:t>
            </a:r>
            <a:r>
              <a:rPr lang="en-PH" sz="3600" dirty="0" err="1"/>
              <a:t>sinimulan</a:t>
            </a:r>
            <a:r>
              <a:rPr lang="en-PH" sz="3600" dirty="0"/>
              <a:t> ang </a:t>
            </a:r>
            <a:r>
              <a:rPr lang="en-PH" sz="3600" dirty="0" err="1"/>
              <a:t>mahabang</a:t>
            </a:r>
            <a:r>
              <a:rPr lang="en-PH" sz="3600" dirty="0"/>
              <a:t> </a:t>
            </a:r>
            <a:r>
              <a:rPr lang="en-PH" sz="3600" dirty="0" err="1"/>
              <a:t>prusisyon</a:t>
            </a:r>
            <a:r>
              <a:rPr lang="en-PH" sz="3600" dirty="0"/>
              <a:t> ng </a:t>
            </a:r>
            <a:r>
              <a:rPr lang="en-PH" sz="3600" dirty="0" err="1"/>
              <a:t>iba’tibang</a:t>
            </a:r>
            <a:r>
              <a:rPr lang="en-PH" sz="3600" dirty="0"/>
              <a:t> santo. Sa </a:t>
            </a:r>
            <a:r>
              <a:rPr lang="en-PH" sz="3600" dirty="0" err="1"/>
              <a:t>prusisyon</a:t>
            </a:r>
            <a:r>
              <a:rPr lang="en-PH" sz="3600" dirty="0"/>
              <a:t> ay </a:t>
            </a:r>
            <a:r>
              <a:rPr lang="en-PH" sz="3600" dirty="0" err="1"/>
              <a:t>makikita</a:t>
            </a:r>
            <a:r>
              <a:rPr lang="en-PH" sz="3600" dirty="0"/>
              <a:t> ang </a:t>
            </a:r>
            <a:r>
              <a:rPr lang="en-PH" sz="3600" dirty="0" err="1"/>
              <a:t>pagkakaiba</a:t>
            </a:r>
            <a:r>
              <a:rPr lang="en-PH" sz="3600" dirty="0"/>
              <a:t> ng </a:t>
            </a:r>
            <a:r>
              <a:rPr lang="en-PH" sz="3600" dirty="0" err="1"/>
              <a:t>antas</a:t>
            </a:r>
            <a:r>
              <a:rPr lang="en-PH" sz="3600" dirty="0"/>
              <a:t> o </a:t>
            </a:r>
            <a:r>
              <a:rPr lang="en-PH" sz="3600" dirty="0" err="1"/>
              <a:t>diskriminasyon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lipunan</a:t>
            </a:r>
            <a:r>
              <a:rPr lang="en-PH" sz="3600" dirty="0"/>
              <a:t>. Kahit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nagpuprusisyon</a:t>
            </a:r>
            <a:r>
              <a:rPr lang="en-PH" sz="3600" dirty="0"/>
              <a:t> ay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ginggon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Sa </a:t>
            </a:r>
            <a:r>
              <a:rPr lang="en-PH" sz="3600" dirty="0" err="1"/>
              <a:t>tapat</a:t>
            </a:r>
            <a:r>
              <a:rPr lang="en-PH" sz="3600" dirty="0"/>
              <a:t> ng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</a:t>
            </a:r>
            <a:r>
              <a:rPr lang="en-PH" sz="3600" dirty="0" err="1"/>
              <a:t>natapos</a:t>
            </a:r>
            <a:r>
              <a:rPr lang="en-PH" sz="3600" dirty="0"/>
              <a:t> ang </a:t>
            </a:r>
            <a:r>
              <a:rPr lang="en-PH" sz="3600" dirty="0" err="1"/>
              <a:t>prusisyon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inaabangan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ibang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</a:t>
            </a:r>
            <a:r>
              <a:rPr lang="en-PH" sz="3600" dirty="0" err="1"/>
              <a:t>pati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nina</a:t>
            </a:r>
            <a:r>
              <a:rPr lang="en-PH" sz="3600" dirty="0"/>
              <a:t> Maria Clara at Ibarra.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89211927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30:Sa Simbahan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simbahan</a:t>
            </a:r>
            <a:r>
              <a:rPr lang="en-PH" sz="3600" dirty="0"/>
              <a:t> ay </a:t>
            </a:r>
            <a:r>
              <a:rPr lang="en-PH" sz="3600" dirty="0" err="1"/>
              <a:t>dinumog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nagsisiksikan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kabila</a:t>
            </a:r>
            <a:r>
              <a:rPr lang="en-PH" sz="3600" dirty="0"/>
              <a:t> ng </a:t>
            </a:r>
            <a:r>
              <a:rPr lang="en-PH" sz="3600" dirty="0" err="1"/>
              <a:t>init</a:t>
            </a:r>
            <a:r>
              <a:rPr lang="en-PH" sz="3600" dirty="0"/>
              <a:t> at </a:t>
            </a:r>
            <a:r>
              <a:rPr lang="en-PH" sz="3600" dirty="0" err="1"/>
              <a:t>iyakan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</a:t>
            </a:r>
            <a:r>
              <a:rPr lang="en-PH" sz="3600" dirty="0"/>
              <a:t>. Ang </a:t>
            </a:r>
            <a:r>
              <a:rPr lang="en-PH" sz="3600" dirty="0" err="1"/>
              <a:t>misa</a:t>
            </a:r>
            <a:r>
              <a:rPr lang="en-PH" sz="3600" dirty="0"/>
              <a:t> ay </a:t>
            </a:r>
            <a:r>
              <a:rPr lang="en-PH" sz="3600" dirty="0" err="1"/>
              <a:t>bayad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kabanalan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halagang</a:t>
            </a:r>
            <a:r>
              <a:rPr lang="en-PH" sz="3600" dirty="0"/>
              <a:t>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daan</a:t>
            </a:r>
            <a:r>
              <a:rPr lang="en-PH" sz="3600" dirty="0"/>
              <a:t> at </a:t>
            </a:r>
            <a:r>
              <a:rPr lang="en-PH" sz="3600" dirty="0" err="1"/>
              <a:t>limampung</a:t>
            </a:r>
            <a:r>
              <a:rPr lang="en-PH" sz="3600" dirty="0"/>
              <a:t> </a:t>
            </a:r>
            <a:r>
              <a:rPr lang="en-PH" sz="3600" dirty="0" err="1"/>
              <a:t>piso</a:t>
            </a:r>
            <a:r>
              <a:rPr lang="en-PH" sz="3600" dirty="0"/>
              <a:t>. </a:t>
            </a:r>
            <a:r>
              <a:rPr lang="en-PH" sz="3600" dirty="0" err="1"/>
              <a:t>Pinaniniwalaan</a:t>
            </a:r>
            <a:r>
              <a:rPr lang="en-PH" sz="3600" dirty="0"/>
              <a:t> noon </a:t>
            </a:r>
            <a:r>
              <a:rPr lang="en-PH" sz="3600" dirty="0" err="1"/>
              <a:t>na</a:t>
            </a:r>
            <a:r>
              <a:rPr lang="en-PH" sz="3600" dirty="0"/>
              <a:t> mas </a:t>
            </a:r>
            <a:r>
              <a:rPr lang="en-PH" sz="3600" dirty="0" err="1"/>
              <a:t>mabuti</a:t>
            </a:r>
            <a:r>
              <a:rPr lang="en-PH" sz="3600" dirty="0"/>
              <a:t> ng </a:t>
            </a:r>
            <a:r>
              <a:rPr lang="en-PH" sz="3600" dirty="0" err="1"/>
              <a:t>magbayad</a:t>
            </a:r>
            <a:r>
              <a:rPr lang="en-PH" sz="3600" dirty="0"/>
              <a:t> ng mahal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misa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komedya</a:t>
            </a:r>
            <a:r>
              <a:rPr lang="en-PH" sz="3600" dirty="0"/>
              <a:t> </a:t>
            </a:r>
            <a:r>
              <a:rPr lang="en-PH" sz="3600" dirty="0" err="1"/>
              <a:t>sapagkat</a:t>
            </a:r>
            <a:r>
              <a:rPr lang="en-PH" sz="3600" dirty="0"/>
              <a:t> ang </a:t>
            </a:r>
            <a:r>
              <a:rPr lang="en-PH" sz="3600" dirty="0" err="1"/>
              <a:t>misa</a:t>
            </a:r>
            <a:r>
              <a:rPr lang="en-PH" sz="3600" dirty="0"/>
              <a:t> ay </a:t>
            </a:r>
            <a:r>
              <a:rPr lang="en-PH" sz="3600" dirty="0" err="1"/>
              <a:t>makapagdadala</a:t>
            </a:r>
            <a:r>
              <a:rPr lang="en-PH" sz="3600" dirty="0"/>
              <a:t> ng </a:t>
            </a:r>
            <a:r>
              <a:rPr lang="en-PH" sz="3600" dirty="0" err="1"/>
              <a:t>kaluluwa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langit</a:t>
            </a:r>
            <a:r>
              <a:rPr lang="en-PH" sz="3600" dirty="0"/>
              <a:t> </a:t>
            </a:r>
            <a:r>
              <a:rPr lang="en-PH" sz="3600" dirty="0" err="1"/>
              <a:t>samantalang</a:t>
            </a:r>
            <a:r>
              <a:rPr lang="en-PH" sz="3600" dirty="0"/>
              <a:t> </a:t>
            </a:r>
            <a:r>
              <a:rPr lang="en-PH" sz="3600" dirty="0" err="1"/>
              <a:t>impyerno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komedya</a:t>
            </a:r>
            <a:r>
              <a:rPr lang="en-PH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961914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30:Sa Simbahan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Samantala</a:t>
            </a:r>
            <a:r>
              <a:rPr lang="en-PH" sz="3600" dirty="0"/>
              <a:t>,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sinimulan</a:t>
            </a:r>
            <a:r>
              <a:rPr lang="en-PH" sz="3600" dirty="0"/>
              <a:t> ang </a:t>
            </a:r>
            <a:r>
              <a:rPr lang="en-PH" sz="3600" dirty="0" err="1"/>
              <a:t>misa</a:t>
            </a:r>
            <a:r>
              <a:rPr lang="en-PH" sz="3600" dirty="0"/>
              <a:t> </a:t>
            </a:r>
            <a:r>
              <a:rPr lang="en-PH" sz="3600" dirty="0" err="1"/>
              <a:t>hangga’t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dumarating</a:t>
            </a:r>
            <a:r>
              <a:rPr lang="en-PH" sz="3600" dirty="0"/>
              <a:t> ang </a:t>
            </a:r>
            <a:r>
              <a:rPr lang="en-PH" sz="3600" dirty="0" err="1"/>
              <a:t>alkalde</a:t>
            </a:r>
            <a:r>
              <a:rPr lang="en-PH" sz="3600" dirty="0"/>
              <a:t> mayor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sinadya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magpahuli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higit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mapansin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. </a:t>
            </a:r>
            <a:r>
              <a:rPr lang="en-PH" sz="3600" dirty="0" err="1"/>
              <a:t>Nakasuot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ng </a:t>
            </a:r>
            <a:r>
              <a:rPr lang="en-PH" sz="3600" dirty="0" err="1"/>
              <a:t>limang</a:t>
            </a:r>
            <a:r>
              <a:rPr lang="en-PH" sz="3600" dirty="0"/>
              <a:t> </a:t>
            </a:r>
            <a:r>
              <a:rPr lang="en-PH" sz="3600" dirty="0" err="1"/>
              <a:t>medalya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sagisag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tungkulin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Nang </a:t>
            </a:r>
            <a:r>
              <a:rPr lang="en-PH" sz="3600" dirty="0" err="1"/>
              <a:t>dumating</a:t>
            </a:r>
            <a:r>
              <a:rPr lang="en-PH" sz="3600" dirty="0"/>
              <a:t> ang </a:t>
            </a:r>
            <a:r>
              <a:rPr lang="en-PH" sz="3600" dirty="0" err="1"/>
              <a:t>alkade</a:t>
            </a:r>
            <a:r>
              <a:rPr lang="en-PH" sz="3600" dirty="0"/>
              <a:t> mayor ay </a:t>
            </a:r>
            <a:r>
              <a:rPr lang="en-PH" sz="3600" dirty="0" err="1"/>
              <a:t>nagsimula</a:t>
            </a:r>
            <a:r>
              <a:rPr lang="en-PH" sz="3600" dirty="0"/>
              <a:t> ang </a:t>
            </a:r>
            <a:r>
              <a:rPr lang="en-PH" sz="3600" dirty="0" err="1"/>
              <a:t>pagmimisa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6582086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30:Sa Simbahan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Sinamantala</a:t>
            </a:r>
            <a:r>
              <a:rPr lang="en-PH" sz="3600" dirty="0"/>
              <a:t> ng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pakundangang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 ang </a:t>
            </a:r>
            <a:r>
              <a:rPr lang="en-PH" sz="3600" dirty="0" err="1"/>
              <a:t>paglibak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nagmisa</a:t>
            </a:r>
            <a:r>
              <a:rPr lang="en-PH" sz="3600" dirty="0"/>
              <a:t> </a:t>
            </a:r>
            <a:r>
              <a:rPr lang="en-PH" sz="3600" dirty="0" err="1"/>
              <a:t>kahapon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Manuel Martin.</a:t>
            </a:r>
          </a:p>
          <a:p>
            <a:pPr marL="0" indent="0" algn="just">
              <a:buNone/>
            </a:pP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ay </a:t>
            </a:r>
            <a:r>
              <a:rPr lang="en-PH" sz="3600" dirty="0" err="1"/>
              <a:t>higit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mahusay</a:t>
            </a:r>
            <a:r>
              <a:rPr lang="en-PH" sz="3600" dirty="0"/>
              <a:t> </a:t>
            </a:r>
            <a:r>
              <a:rPr lang="en-PH" sz="3600" dirty="0" err="1"/>
              <a:t>magmisa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Padre Manuel Martin. </a:t>
            </a:r>
            <a:r>
              <a:rPr lang="en-PH" sz="3600" dirty="0" err="1"/>
              <a:t>Hangga’t</a:t>
            </a:r>
            <a:r>
              <a:rPr lang="en-PH" sz="3600" dirty="0"/>
              <a:t> di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natatapos</a:t>
            </a:r>
            <a:r>
              <a:rPr lang="en-PH" sz="3600" dirty="0"/>
              <a:t> </a:t>
            </a:r>
            <a:r>
              <a:rPr lang="en-PH" sz="3600" dirty="0" err="1"/>
              <a:t>magyabang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nagsimulang</a:t>
            </a:r>
            <a:r>
              <a:rPr lang="en-PH" sz="3600"/>
              <a:t> mag-sermon.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635150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31:Ang Sermon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Si Padre </a:t>
            </a:r>
            <a:r>
              <a:rPr lang="en-PH" sz="3600" dirty="0" err="1"/>
              <a:t>Damaso</a:t>
            </a:r>
            <a:r>
              <a:rPr lang="en-PH" sz="3600" dirty="0"/>
              <a:t> ay </a:t>
            </a:r>
            <a:r>
              <a:rPr lang="en-PH" sz="3600" dirty="0" err="1"/>
              <a:t>nagsimulang</a:t>
            </a:r>
            <a:r>
              <a:rPr lang="en-PH" sz="3600" dirty="0"/>
              <a:t> </a:t>
            </a:r>
            <a:r>
              <a:rPr lang="en-PH" sz="3600" dirty="0" err="1"/>
              <a:t>magsermon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wikang</a:t>
            </a:r>
            <a:r>
              <a:rPr lang="en-PH" sz="3600" dirty="0"/>
              <a:t> Tagalog at </a:t>
            </a:r>
            <a:r>
              <a:rPr lang="en-PH" sz="3600" dirty="0" err="1"/>
              <a:t>Kastila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sipi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Bibliya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kabuuan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sermon ay </a:t>
            </a:r>
            <a:r>
              <a:rPr lang="en-PH" sz="3600" dirty="0" err="1"/>
              <a:t>tumatalakay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pagpupuri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banal </a:t>
            </a:r>
            <a:r>
              <a:rPr lang="en-PH" sz="3600" dirty="0" err="1"/>
              <a:t>na</a:t>
            </a:r>
            <a:r>
              <a:rPr lang="en-PH" sz="3600" dirty="0"/>
              <a:t> santo ng </a:t>
            </a:r>
            <a:r>
              <a:rPr lang="en-PH" sz="3600" dirty="0" err="1"/>
              <a:t>simbahan</a:t>
            </a:r>
            <a:r>
              <a:rPr lang="en-PH" sz="3600" dirty="0"/>
              <a:t>, ang </a:t>
            </a:r>
            <a:r>
              <a:rPr lang="en-PH" sz="3600" dirty="0" err="1"/>
              <a:t>pagtulad</a:t>
            </a:r>
            <a:r>
              <a:rPr lang="en-PH" sz="3600" dirty="0"/>
              <a:t> kay Haring David, ang </a:t>
            </a:r>
            <a:r>
              <a:rPr lang="en-PH" sz="3600" dirty="0" err="1"/>
              <a:t>mapagwaging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Gideon, at </a:t>
            </a:r>
            <a:r>
              <a:rPr lang="en-PH" sz="3600" dirty="0" err="1"/>
              <a:t>si</a:t>
            </a:r>
            <a:r>
              <a:rPr lang="en-PH" sz="3600" dirty="0"/>
              <a:t> Roldan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tapat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mananampalataya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61938913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31:Ang Sermon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higit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, </a:t>
            </a:r>
            <a:r>
              <a:rPr lang="en-PH" sz="3600" dirty="0" err="1"/>
              <a:t>kasama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sermon ang </a:t>
            </a:r>
            <a:r>
              <a:rPr lang="en-PH" sz="3600" dirty="0" err="1"/>
              <a:t>panlilibak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Pilipino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binigkas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wikang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kaya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kamalay-malay</a:t>
            </a:r>
            <a:r>
              <a:rPr lang="en-PH" sz="3600" dirty="0"/>
              <a:t> ang </a:t>
            </a:r>
            <a:r>
              <a:rPr lang="en-PH" sz="3600" dirty="0" err="1"/>
              <a:t>nakararami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kahulugan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sinasabi</a:t>
            </a:r>
            <a:r>
              <a:rPr lang="en-PH" sz="3600" dirty="0"/>
              <a:t>. </a:t>
            </a:r>
            <a:r>
              <a:rPr lang="en-PH" sz="3600" dirty="0" err="1"/>
              <a:t>Nagpatusada</a:t>
            </a:r>
            <a:r>
              <a:rPr lang="en-PH" sz="3600" dirty="0"/>
              <a:t> din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Damso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gusto para </a:t>
            </a:r>
            <a:r>
              <a:rPr lang="en-PH" sz="3600" dirty="0" err="1"/>
              <a:t>ipahiya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karamihan</a:t>
            </a:r>
            <a:r>
              <a:rPr lang="en-PH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44244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31:Ang Sermon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Dahil </a:t>
            </a:r>
            <a:r>
              <a:rPr lang="en-PH" sz="3600" dirty="0" err="1"/>
              <a:t>marami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naroon</a:t>
            </a:r>
            <a:r>
              <a:rPr lang="en-PH" sz="3600" dirty="0"/>
              <a:t> ay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naiintindihan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pinagsasasabi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,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napigilang</a:t>
            </a:r>
            <a:r>
              <a:rPr lang="en-PH" sz="3600" dirty="0"/>
              <a:t> </a:t>
            </a:r>
            <a:r>
              <a:rPr lang="en-PH" sz="3600" dirty="0" err="1"/>
              <a:t>antukin</a:t>
            </a:r>
            <a:r>
              <a:rPr lang="en-PH" sz="3600" dirty="0"/>
              <a:t> at </a:t>
            </a:r>
            <a:r>
              <a:rPr lang="en-PH" sz="3600" dirty="0" err="1"/>
              <a:t>maghikab</a:t>
            </a:r>
            <a:r>
              <a:rPr lang="en-PH" sz="3600" dirty="0"/>
              <a:t>, </a:t>
            </a:r>
            <a:r>
              <a:rPr lang="en-PH" sz="3600" dirty="0" err="1"/>
              <a:t>kabilang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Palihim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nagsusulyapan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Maria at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kapwa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mata’y</a:t>
            </a:r>
            <a:r>
              <a:rPr lang="en-PH" sz="3600" dirty="0"/>
              <a:t> </a:t>
            </a:r>
            <a:r>
              <a:rPr lang="en-PH" sz="3600" dirty="0" err="1"/>
              <a:t>nangungusap</a:t>
            </a:r>
            <a:r>
              <a:rPr lang="en-PH" sz="3600" dirty="0"/>
              <a:t>. Sa wakas ay </a:t>
            </a:r>
            <a:r>
              <a:rPr lang="en-PH" sz="3600" dirty="0" err="1"/>
              <a:t>sinimulan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sermon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wikang</a:t>
            </a:r>
            <a:r>
              <a:rPr lang="en-PH" sz="3600" dirty="0"/>
              <a:t> Tagalog.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46601491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31:Ang Sermon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Dito’y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pakundangan</a:t>
            </a:r>
            <a:r>
              <a:rPr lang="en-PH" sz="3600" dirty="0"/>
              <a:t> </a:t>
            </a:r>
            <a:r>
              <a:rPr lang="en-PH" sz="3600" dirty="0" err="1"/>
              <a:t>nyang</a:t>
            </a:r>
            <a:r>
              <a:rPr lang="en-PH" sz="3600" dirty="0"/>
              <a:t> </a:t>
            </a:r>
            <a:r>
              <a:rPr lang="en-PH" sz="3600" dirty="0" err="1"/>
              <a:t>tinuligsa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Ibarra. </a:t>
            </a:r>
            <a:r>
              <a:rPr lang="en-PH" sz="3600" dirty="0" err="1"/>
              <a:t>Bagaman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pinangalanan</a:t>
            </a:r>
            <a:r>
              <a:rPr lang="en-PH" sz="3600" dirty="0"/>
              <a:t> kung </a:t>
            </a:r>
            <a:r>
              <a:rPr lang="en-PH" sz="3600" dirty="0" err="1"/>
              <a:t>sino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tinutukoy</a:t>
            </a:r>
            <a:r>
              <a:rPr lang="en-PH" sz="3600" dirty="0"/>
              <a:t> ay </a:t>
            </a:r>
            <a:r>
              <a:rPr lang="en-PH" sz="3600" dirty="0" err="1"/>
              <a:t>halata</a:t>
            </a:r>
            <a:r>
              <a:rPr lang="en-PH" sz="3600" dirty="0"/>
              <a:t> </a:t>
            </a:r>
            <a:r>
              <a:rPr lang="en-PH" sz="3600" dirty="0" err="1"/>
              <a:t>namang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pinatatamaan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Hindi </a:t>
            </a:r>
            <a:r>
              <a:rPr lang="en-PH" sz="3600" dirty="0" err="1"/>
              <a:t>natuwa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Salvi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nagaganap</a:t>
            </a:r>
            <a:r>
              <a:rPr lang="en-PH" sz="3600" dirty="0"/>
              <a:t> kaya </a:t>
            </a:r>
            <a:r>
              <a:rPr lang="en-PH" sz="3600" dirty="0" err="1"/>
              <a:t>nagpakuliling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, </a:t>
            </a:r>
            <a:r>
              <a:rPr lang="en-PH" sz="3600" dirty="0" err="1"/>
              <a:t>hudyat</a:t>
            </a:r>
            <a:r>
              <a:rPr lang="en-PH" sz="3600" dirty="0"/>
              <a:t> para </a:t>
            </a:r>
            <a:r>
              <a:rPr lang="en-PH" sz="3600" dirty="0" err="1"/>
              <a:t>tapusin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sermon.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720995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31:Ang Sermon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Tila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narinig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kaya </a:t>
            </a:r>
            <a:r>
              <a:rPr lang="en-PH" sz="3600" dirty="0" err="1"/>
              <a:t>nagpatuloy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kwentang</a:t>
            </a:r>
            <a:r>
              <a:rPr lang="en-PH" sz="3600" dirty="0"/>
              <a:t> sermon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umabot</a:t>
            </a:r>
            <a:r>
              <a:rPr lang="en-PH" sz="3600" dirty="0"/>
              <a:t> pa ng </a:t>
            </a:r>
            <a:r>
              <a:rPr lang="en-PH" sz="3600" dirty="0" err="1"/>
              <a:t>kalahating</a:t>
            </a:r>
            <a:r>
              <a:rPr lang="en-PH" sz="3600" dirty="0"/>
              <a:t> </a:t>
            </a:r>
            <a:r>
              <a:rPr lang="en-PH" sz="3600" dirty="0" err="1"/>
              <a:t>oras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Samantala</a:t>
            </a:r>
            <a:r>
              <a:rPr lang="en-PH" sz="3600" dirty="0"/>
              <a:t>,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loob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ay </a:t>
            </a:r>
            <a:r>
              <a:rPr lang="en-PH" sz="3600" dirty="0" err="1"/>
              <a:t>palihim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nakalapit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Elias kay Ibarra at </a:t>
            </a:r>
            <a:r>
              <a:rPr lang="en-PH" sz="3600" dirty="0" err="1"/>
              <a:t>binalaan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mag-</a:t>
            </a:r>
            <a:r>
              <a:rPr lang="en-PH" sz="3600" dirty="0" err="1"/>
              <a:t>ingat</a:t>
            </a:r>
            <a:r>
              <a:rPr lang="en-PH" sz="3600" dirty="0"/>
              <a:t> at </a:t>
            </a:r>
            <a:r>
              <a:rPr lang="en-PH" sz="3600" dirty="0" err="1"/>
              <a:t>huwag</a:t>
            </a:r>
            <a:r>
              <a:rPr lang="en-PH" sz="3600" dirty="0"/>
              <a:t> </a:t>
            </a:r>
            <a:r>
              <a:rPr lang="en-PH" sz="3600" dirty="0" err="1"/>
              <a:t>lalapit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ibabaon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hukay</a:t>
            </a:r>
            <a:r>
              <a:rPr lang="en-PH" sz="3600" dirty="0"/>
              <a:t> </a:t>
            </a:r>
            <a:r>
              <a:rPr lang="en-PH" sz="3600" dirty="0" err="1"/>
              <a:t>sapagkat</a:t>
            </a:r>
            <a:r>
              <a:rPr lang="en-PH" sz="3600" dirty="0"/>
              <a:t> </a:t>
            </a:r>
            <a:r>
              <a:rPr lang="en-PH" sz="3600" dirty="0" err="1"/>
              <a:t>maaari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itong</a:t>
            </a:r>
            <a:r>
              <a:rPr lang="en-PH" sz="3600" dirty="0"/>
              <a:t> </a:t>
            </a:r>
            <a:r>
              <a:rPr lang="en-PH" sz="3600" dirty="0" err="1"/>
              <a:t>ikamatay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nakapansin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isa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pagdating</a:t>
            </a:r>
            <a:r>
              <a:rPr lang="en-PH" sz="3600" dirty="0"/>
              <a:t> at </a:t>
            </a:r>
            <a:r>
              <a:rPr lang="en-PH" sz="3600" dirty="0" err="1"/>
              <a:t>pag-alis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Elias.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43164274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32:Ang Panghugos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ay </a:t>
            </a:r>
            <a:r>
              <a:rPr lang="en-PH" sz="3600" dirty="0" err="1"/>
              <a:t>nagkaroon</a:t>
            </a:r>
            <a:r>
              <a:rPr lang="en-PH" sz="3600" dirty="0"/>
              <a:t> ng </a:t>
            </a:r>
            <a:r>
              <a:rPr lang="en-PH" sz="3600" dirty="0" err="1"/>
              <a:t>demonstrasyon</a:t>
            </a:r>
            <a:r>
              <a:rPr lang="en-PH" sz="3600" dirty="0"/>
              <a:t> kay </a:t>
            </a:r>
            <a:r>
              <a:rPr lang="en-PH" sz="3600" dirty="0" err="1"/>
              <a:t>Nol</a:t>
            </a:r>
            <a:r>
              <a:rPr lang="en-PH" sz="3600" dirty="0"/>
              <a:t> Juan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paggamit</a:t>
            </a:r>
            <a:r>
              <a:rPr lang="en-PH" sz="3600" dirty="0"/>
              <a:t> ng </a:t>
            </a:r>
            <a:r>
              <a:rPr lang="en-PH" sz="3600" dirty="0" err="1"/>
              <a:t>panghugos</a:t>
            </a:r>
            <a:r>
              <a:rPr lang="en-PH" sz="3600" dirty="0"/>
              <a:t> </a:t>
            </a:r>
            <a:r>
              <a:rPr lang="en-PH" sz="3600" dirty="0" err="1"/>
              <a:t>bago</a:t>
            </a:r>
            <a:r>
              <a:rPr lang="en-PH" sz="3600" dirty="0"/>
              <a:t> </a:t>
            </a:r>
            <a:r>
              <a:rPr lang="en-PH" sz="3600" dirty="0" err="1"/>
              <a:t>ganapin</a:t>
            </a:r>
            <a:r>
              <a:rPr lang="en-PH" sz="3600" dirty="0"/>
              <a:t> ang </a:t>
            </a:r>
            <a:r>
              <a:rPr lang="en-PH" sz="3600" dirty="0" err="1"/>
              <a:t>pagpapasinaya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paaralan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nasabing</a:t>
            </a:r>
            <a:r>
              <a:rPr lang="en-PH" sz="3600" dirty="0"/>
              <a:t> </a:t>
            </a:r>
            <a:r>
              <a:rPr lang="en-PH" sz="3600" dirty="0" err="1"/>
              <a:t>istruktura</a:t>
            </a:r>
            <a:r>
              <a:rPr lang="en-PH" sz="3600" dirty="0"/>
              <a:t> ay may </a:t>
            </a:r>
            <a:r>
              <a:rPr lang="en-PH" sz="3600" dirty="0" err="1"/>
              <a:t>walong</a:t>
            </a:r>
            <a:r>
              <a:rPr lang="en-PH" sz="3600" dirty="0"/>
              <a:t> metro ang </a:t>
            </a:r>
            <a:r>
              <a:rPr lang="en-PH" sz="3600" dirty="0" err="1"/>
              <a:t>taas</a:t>
            </a:r>
            <a:r>
              <a:rPr lang="en-PH" sz="3600" dirty="0"/>
              <a:t> at ang </a:t>
            </a:r>
            <a:r>
              <a:rPr lang="en-PH" sz="3600" dirty="0" err="1"/>
              <a:t>apat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haligi</a:t>
            </a:r>
            <a:r>
              <a:rPr lang="en-PH" sz="3600" dirty="0"/>
              <a:t> ay </a:t>
            </a:r>
            <a:r>
              <a:rPr lang="en-PH" sz="3600" dirty="0" err="1"/>
              <a:t>nakabaon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ilalim</a:t>
            </a:r>
            <a:r>
              <a:rPr lang="en-PH" sz="3600" dirty="0"/>
              <a:t> ng </a:t>
            </a:r>
            <a:r>
              <a:rPr lang="en-PH" sz="3600" dirty="0" err="1"/>
              <a:t>lupa</a:t>
            </a:r>
            <a:r>
              <a:rPr lang="en-PH" sz="3600" dirty="0"/>
              <a:t>. May </a:t>
            </a:r>
            <a:r>
              <a:rPr lang="en-PH" sz="3600" dirty="0" err="1"/>
              <a:t>apat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haligi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nasasabitan</a:t>
            </a:r>
            <a:r>
              <a:rPr lang="en-PH" sz="3600" dirty="0"/>
              <a:t> ng </a:t>
            </a:r>
            <a:r>
              <a:rPr lang="en-PH" sz="3600" dirty="0" err="1"/>
              <a:t>malalaking</a:t>
            </a:r>
            <a:r>
              <a:rPr lang="en-PH" sz="3600" dirty="0"/>
              <a:t> </a:t>
            </a:r>
            <a:r>
              <a:rPr lang="en-PH" sz="3600" dirty="0" err="1"/>
              <a:t>lubid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tiningnan</a:t>
            </a:r>
            <a:r>
              <a:rPr lang="en-PH" sz="3600" dirty="0"/>
              <a:t> ay para bang </a:t>
            </a:r>
            <a:r>
              <a:rPr lang="en-PH" sz="3600" dirty="0" err="1"/>
              <a:t>napakatibay</a:t>
            </a:r>
            <a:r>
              <a:rPr lang="en-PH" sz="3600" dirty="0"/>
              <a:t> ng </a:t>
            </a:r>
            <a:r>
              <a:rPr lang="en-PH" sz="3600" dirty="0" err="1"/>
              <a:t>pagkakayari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87872132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32:Ang Panghugos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ay </a:t>
            </a:r>
            <a:r>
              <a:rPr lang="en-PH" sz="3600" dirty="0" err="1"/>
              <a:t>ipinagmamalaki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natutuhan</a:t>
            </a:r>
            <a:r>
              <a:rPr lang="en-PH" sz="3600" dirty="0"/>
              <a:t> ang </a:t>
            </a:r>
            <a:r>
              <a:rPr lang="en-PH" sz="3600" dirty="0" err="1"/>
              <a:t>ganitong</a:t>
            </a:r>
            <a:r>
              <a:rPr lang="en-PH" sz="3600" dirty="0"/>
              <a:t> </a:t>
            </a:r>
            <a:r>
              <a:rPr lang="en-PH" sz="3600" dirty="0" err="1"/>
              <a:t>paraan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ninuno</a:t>
            </a:r>
            <a:r>
              <a:rPr lang="en-PH" sz="3600" dirty="0"/>
              <a:t> pa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Don </a:t>
            </a:r>
            <a:r>
              <a:rPr lang="en-PH" sz="3600" dirty="0" err="1"/>
              <a:t>Saturnino</a:t>
            </a:r>
            <a:r>
              <a:rPr lang="en-PH" sz="3600" dirty="0"/>
              <a:t>. </a:t>
            </a:r>
            <a:r>
              <a:rPr lang="en-PH" sz="3600" dirty="0" err="1"/>
              <a:t>Iminustra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kung </a:t>
            </a:r>
            <a:r>
              <a:rPr lang="en-PH" sz="3600" dirty="0" err="1"/>
              <a:t>papaano</a:t>
            </a:r>
            <a:r>
              <a:rPr lang="en-PH" sz="3600" dirty="0"/>
              <a:t> </a:t>
            </a:r>
            <a:r>
              <a:rPr lang="en-PH" sz="3600" dirty="0" err="1"/>
              <a:t>itinataas</a:t>
            </a:r>
            <a:r>
              <a:rPr lang="en-PH" sz="3600" dirty="0"/>
              <a:t> at </a:t>
            </a:r>
            <a:r>
              <a:rPr lang="en-PH" sz="3600" dirty="0" err="1"/>
              <a:t>ibinababa</a:t>
            </a:r>
            <a:r>
              <a:rPr lang="en-PH" sz="3600" dirty="0"/>
              <a:t> ang </a:t>
            </a:r>
            <a:r>
              <a:rPr lang="en-PH" sz="3600" dirty="0" err="1"/>
              <a:t>batong</a:t>
            </a:r>
            <a:r>
              <a:rPr lang="en-PH" sz="3600" dirty="0"/>
              <a:t> </a:t>
            </a:r>
            <a:r>
              <a:rPr lang="en-PH" sz="3600" dirty="0" err="1"/>
              <a:t>malaki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ibabaon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hukay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napapagitnaan</a:t>
            </a:r>
            <a:r>
              <a:rPr lang="en-PH" sz="3600" dirty="0"/>
              <a:t> ng </a:t>
            </a:r>
            <a:r>
              <a:rPr lang="en-PH" sz="3600" dirty="0" err="1"/>
              <a:t>apat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haligi</a:t>
            </a:r>
            <a:r>
              <a:rPr lang="en-PH" sz="3600" dirty="0"/>
              <a:t>. </a:t>
            </a:r>
            <a:r>
              <a:rPr lang="en-PH" sz="3600" dirty="0" err="1"/>
              <a:t>Pinuri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paligid</a:t>
            </a:r>
            <a:r>
              <a:rPr lang="en-PH" sz="3600" dirty="0"/>
              <a:t> at </a:t>
            </a:r>
            <a:r>
              <a:rPr lang="en-PH" sz="3600" dirty="0" err="1"/>
              <a:t>maging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Nol</a:t>
            </a:r>
            <a:r>
              <a:rPr lang="en-PH" sz="3600" dirty="0"/>
              <a:t> Juan ay </a:t>
            </a:r>
            <a:r>
              <a:rPr lang="en-PH" sz="3600" dirty="0" err="1"/>
              <a:t>hinangaan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Dumating</a:t>
            </a:r>
            <a:r>
              <a:rPr lang="en-PH" sz="3600" dirty="0"/>
              <a:t> ang </a:t>
            </a:r>
            <a:r>
              <a:rPr lang="en-PH" sz="3600" dirty="0" err="1"/>
              <a:t>araw</a:t>
            </a:r>
            <a:r>
              <a:rPr lang="en-PH" sz="3600" dirty="0"/>
              <a:t> ng </a:t>
            </a:r>
            <a:r>
              <a:rPr lang="en-PH" sz="3600" dirty="0" err="1"/>
              <a:t>pagpapasinaya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bahay-paaralan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43766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32:Ang Panghugos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Naghanda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guro</a:t>
            </a:r>
            <a:r>
              <a:rPr lang="en-PH" sz="3600" dirty="0"/>
              <a:t> at mag-</a:t>
            </a:r>
            <a:r>
              <a:rPr lang="en-PH" sz="3600" dirty="0" err="1"/>
              <a:t>aaral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pagkain</a:t>
            </a:r>
            <a:r>
              <a:rPr lang="en-PH" sz="3600" dirty="0"/>
              <a:t>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. May </a:t>
            </a:r>
            <a:r>
              <a:rPr lang="en-PH" sz="3600" dirty="0" err="1"/>
              <a:t>banda</a:t>
            </a:r>
            <a:r>
              <a:rPr lang="en-PH" sz="3600" dirty="0"/>
              <a:t> din ng </a:t>
            </a:r>
            <a:r>
              <a:rPr lang="en-PH" sz="3600" dirty="0" err="1"/>
              <a:t>musiko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Nagsimula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basbasan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Salvi ang </a:t>
            </a:r>
            <a:r>
              <a:rPr lang="en-PH" sz="3600" dirty="0" err="1"/>
              <a:t>bahay-paaralan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mahahalagang</a:t>
            </a:r>
            <a:r>
              <a:rPr lang="en-PH" sz="3600" dirty="0"/>
              <a:t> </a:t>
            </a:r>
            <a:r>
              <a:rPr lang="en-PH" sz="3600" dirty="0" err="1"/>
              <a:t>kasulatan</a:t>
            </a:r>
            <a:r>
              <a:rPr lang="en-PH" sz="3600" dirty="0"/>
              <a:t> </a:t>
            </a:r>
            <a:r>
              <a:rPr lang="en-PH" sz="3600" dirty="0" err="1"/>
              <a:t>maging</a:t>
            </a:r>
            <a:r>
              <a:rPr lang="en-PH" sz="3600" dirty="0"/>
              <a:t> ang </a:t>
            </a:r>
            <a:r>
              <a:rPr lang="en-PH" sz="3600" dirty="0" err="1"/>
              <a:t>relikya</a:t>
            </a:r>
            <a:r>
              <a:rPr lang="en-PH" sz="3600" dirty="0"/>
              <a:t> at </a:t>
            </a:r>
            <a:r>
              <a:rPr lang="en-PH" sz="3600" dirty="0" err="1"/>
              <a:t>iba</a:t>
            </a:r>
            <a:r>
              <a:rPr lang="en-PH" sz="3600" dirty="0"/>
              <a:t> pang </a:t>
            </a:r>
            <a:r>
              <a:rPr lang="en-PH" sz="3600" dirty="0" err="1"/>
              <a:t>mahahalagang</a:t>
            </a:r>
            <a:r>
              <a:rPr lang="en-PH" sz="3600" dirty="0"/>
              <a:t> </a:t>
            </a:r>
            <a:r>
              <a:rPr lang="en-PH" sz="3600" dirty="0" err="1"/>
              <a:t>bagay</a:t>
            </a:r>
            <a:r>
              <a:rPr lang="en-PH" sz="3600" dirty="0"/>
              <a:t> ay </a:t>
            </a:r>
            <a:r>
              <a:rPr lang="en-PH" sz="3600" dirty="0" err="1"/>
              <a:t>inilulan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kahang</a:t>
            </a:r>
            <a:r>
              <a:rPr lang="en-PH" sz="3600" dirty="0"/>
              <a:t> </a:t>
            </a:r>
            <a:r>
              <a:rPr lang="en-PH" sz="3600" dirty="0" err="1"/>
              <a:t>bakal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ipinasok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bumbong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yari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tingga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71570968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32:Ang Panghugos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nagko-kontrol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bato</a:t>
            </a:r>
            <a:r>
              <a:rPr lang="en-PH" sz="3600" dirty="0"/>
              <a:t> ay ang </a:t>
            </a:r>
            <a:r>
              <a:rPr lang="en-PH" sz="3600" dirty="0" err="1"/>
              <a:t>lubid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may </a:t>
            </a:r>
            <a:r>
              <a:rPr lang="en-PH" sz="3600" dirty="0" err="1"/>
              <a:t>hukay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gitna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</a:t>
            </a:r>
            <a:r>
              <a:rPr lang="en-PH" sz="3600" dirty="0" err="1"/>
              <a:t>ilalagay</a:t>
            </a:r>
            <a:r>
              <a:rPr lang="en-PH" sz="3600" dirty="0"/>
              <a:t> ang </a:t>
            </a:r>
            <a:r>
              <a:rPr lang="en-PH" sz="3600" dirty="0" err="1"/>
              <a:t>tingga</a:t>
            </a:r>
            <a:r>
              <a:rPr lang="en-PH" sz="3600" dirty="0"/>
              <a:t>. Ang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ang may </a:t>
            </a:r>
            <a:r>
              <a:rPr lang="en-PH" sz="3600" dirty="0" err="1"/>
              <a:t>hawak</a:t>
            </a:r>
            <a:r>
              <a:rPr lang="en-PH" sz="3600" dirty="0"/>
              <a:t> ng </a:t>
            </a:r>
            <a:r>
              <a:rPr lang="en-PH" sz="3600" dirty="0" err="1"/>
              <a:t>nasabing</a:t>
            </a:r>
            <a:r>
              <a:rPr lang="en-PH" sz="3600" dirty="0"/>
              <a:t> </a:t>
            </a:r>
            <a:r>
              <a:rPr lang="en-PH" sz="3600" dirty="0" err="1"/>
              <a:t>lubid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Nagsibabaan</a:t>
            </a:r>
            <a:r>
              <a:rPr lang="en-PH" sz="3600" dirty="0"/>
              <a:t> ang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importanteng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sumaksi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magsimula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seremonya</a:t>
            </a:r>
            <a:r>
              <a:rPr lang="en-PH" sz="3600" dirty="0"/>
              <a:t>. Isa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naroroon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sumaksi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okasyon</a:t>
            </a:r>
            <a:r>
              <a:rPr lang="en-PH" sz="3600" dirty="0"/>
              <a:t> ay </a:t>
            </a:r>
            <a:r>
              <a:rPr lang="en-PH" sz="3600" dirty="0" err="1"/>
              <a:t>si</a:t>
            </a:r>
            <a:r>
              <a:rPr lang="en-PH" sz="3600" dirty="0"/>
              <a:t> Elias at ‘di </a:t>
            </a:r>
            <a:r>
              <a:rPr lang="en-PH" sz="3600" dirty="0" err="1"/>
              <a:t>winaglit</a:t>
            </a:r>
            <a:r>
              <a:rPr lang="en-PH" sz="3600" dirty="0"/>
              <a:t> ang </a:t>
            </a:r>
            <a:r>
              <a:rPr lang="en-PH" sz="3600" dirty="0" err="1"/>
              <a:t>tingin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9892913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32:Ang Panghugos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3600" dirty="0" err="1"/>
              <a:t>Pagbaba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makiisa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pagsaksi</a:t>
            </a:r>
            <a:r>
              <a:rPr lang="en-PH" sz="3600" dirty="0"/>
              <a:t> ay </a:t>
            </a:r>
            <a:r>
              <a:rPr lang="en-PH" sz="3600" dirty="0" err="1"/>
              <a:t>humulagpos</a:t>
            </a:r>
            <a:r>
              <a:rPr lang="en-PH" sz="3600" dirty="0"/>
              <a:t> ang </a:t>
            </a:r>
            <a:r>
              <a:rPr lang="en-PH" sz="3600" dirty="0" err="1"/>
              <a:t>lubid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kalo</a:t>
            </a:r>
            <a:r>
              <a:rPr lang="en-PH" sz="3600" dirty="0"/>
              <a:t> at </a:t>
            </a:r>
            <a:r>
              <a:rPr lang="en-PH" sz="3600" dirty="0" err="1"/>
              <a:t>kasabay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ay ang </a:t>
            </a:r>
            <a:r>
              <a:rPr lang="en-PH" sz="3600" dirty="0" err="1"/>
              <a:t>pagkagiba</a:t>
            </a:r>
            <a:r>
              <a:rPr lang="en-PH" sz="3600" dirty="0"/>
              <a:t> ng </a:t>
            </a:r>
            <a:r>
              <a:rPr lang="en-PH" sz="3600" dirty="0" err="1"/>
              <a:t>balangkas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Ilang</a:t>
            </a:r>
            <a:r>
              <a:rPr lang="en-PH" sz="3600" dirty="0"/>
              <a:t> </a:t>
            </a:r>
            <a:r>
              <a:rPr lang="en-PH" sz="3600" dirty="0" err="1"/>
              <a:t>saglit</a:t>
            </a:r>
            <a:r>
              <a:rPr lang="en-PH" sz="3600" dirty="0"/>
              <a:t> lang ay </a:t>
            </a:r>
            <a:r>
              <a:rPr lang="en-PH" sz="3600" dirty="0" err="1"/>
              <a:t>nasaksihan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ay </a:t>
            </a:r>
            <a:r>
              <a:rPr lang="en-PH" sz="3600" dirty="0" err="1"/>
              <a:t>nakatayo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pagitan</a:t>
            </a:r>
            <a:r>
              <a:rPr lang="en-PH" sz="3600" dirty="0"/>
              <a:t> ng </a:t>
            </a:r>
            <a:r>
              <a:rPr lang="en-PH" sz="3600" dirty="0" err="1"/>
              <a:t>nasirang</a:t>
            </a:r>
            <a:r>
              <a:rPr lang="en-PH" sz="3600" dirty="0"/>
              <a:t> </a:t>
            </a:r>
            <a:r>
              <a:rPr lang="en-PH" sz="3600" dirty="0" err="1"/>
              <a:t>kalo</a:t>
            </a:r>
            <a:r>
              <a:rPr lang="en-PH" sz="3600" dirty="0"/>
              <a:t> at ng </a:t>
            </a:r>
            <a:r>
              <a:rPr lang="en-PH" sz="3600" dirty="0" err="1"/>
              <a:t>malaking</a:t>
            </a:r>
            <a:r>
              <a:rPr lang="en-PH" sz="3600" dirty="0"/>
              <a:t> </a:t>
            </a:r>
            <a:r>
              <a:rPr lang="en-PH" sz="3600" dirty="0" err="1"/>
              <a:t>bato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ang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ay </a:t>
            </a:r>
            <a:r>
              <a:rPr lang="en-PH" sz="3600" dirty="0" err="1"/>
              <a:t>namatay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Ipahuhuli</a:t>
            </a:r>
            <a:r>
              <a:rPr lang="en-PH" sz="3600" dirty="0"/>
              <a:t> </a:t>
            </a:r>
            <a:r>
              <a:rPr lang="en-PH" sz="3600" dirty="0" err="1"/>
              <a:t>sana</a:t>
            </a:r>
            <a:r>
              <a:rPr lang="en-PH" sz="3600" dirty="0"/>
              <a:t> ng </a:t>
            </a:r>
            <a:r>
              <a:rPr lang="en-PH" sz="3600" dirty="0" err="1"/>
              <a:t>alkalde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Nol</a:t>
            </a:r>
            <a:r>
              <a:rPr lang="en-PH" sz="3600" dirty="0"/>
              <a:t> Juan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pinigilan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at </a:t>
            </a:r>
            <a:r>
              <a:rPr lang="en-PH" sz="3600" dirty="0" err="1"/>
              <a:t>sinabing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bahala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lahat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68831389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33:Malayang Kaisipan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Si Elias ay </a:t>
            </a:r>
            <a:r>
              <a:rPr lang="en-PH" sz="3600" dirty="0" err="1"/>
              <a:t>palihim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at </a:t>
            </a:r>
            <a:r>
              <a:rPr lang="en-PH" sz="3600" dirty="0" err="1"/>
              <a:t>sila’y</a:t>
            </a:r>
            <a:r>
              <a:rPr lang="en-PH" sz="3600" dirty="0"/>
              <a:t> nag-</a:t>
            </a:r>
            <a:r>
              <a:rPr lang="en-PH" sz="3600" dirty="0" err="1"/>
              <a:t>usap</a:t>
            </a:r>
            <a:r>
              <a:rPr lang="en-PH" sz="3600" dirty="0"/>
              <a:t> </a:t>
            </a:r>
            <a:r>
              <a:rPr lang="en-PH" sz="3600" dirty="0" err="1"/>
              <a:t>tungkol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kaaway</a:t>
            </a:r>
            <a:r>
              <a:rPr lang="en-PH" sz="3600" dirty="0"/>
              <a:t> ng </a:t>
            </a:r>
            <a:r>
              <a:rPr lang="en-PH" sz="3600" dirty="0" err="1"/>
              <a:t>katipan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Maria.</a:t>
            </a:r>
          </a:p>
          <a:p>
            <a:pPr marL="0" indent="0" algn="just">
              <a:buNone/>
            </a:pPr>
            <a:r>
              <a:rPr lang="en-PH" sz="3600" dirty="0"/>
              <a:t>Kahit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hangad</a:t>
            </a:r>
            <a:r>
              <a:rPr lang="en-PH" sz="3600" dirty="0"/>
              <a:t> ay </a:t>
            </a:r>
            <a:r>
              <a:rPr lang="en-PH" sz="3600" dirty="0" err="1"/>
              <a:t>kabutihan</a:t>
            </a:r>
            <a:r>
              <a:rPr lang="en-PH" sz="3600" dirty="0"/>
              <a:t>, </a:t>
            </a:r>
            <a:r>
              <a:rPr lang="en-PH" sz="3600" dirty="0" err="1"/>
              <a:t>pinayuhan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Elias </a:t>
            </a:r>
            <a:r>
              <a:rPr lang="en-PH" sz="3600" dirty="0" err="1"/>
              <a:t>si</a:t>
            </a:r>
            <a:r>
              <a:rPr lang="en-PH" sz="3600" dirty="0"/>
              <a:t> Ibarra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nagkalat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kaaway</a:t>
            </a:r>
            <a:r>
              <a:rPr lang="en-PH" sz="3600" dirty="0"/>
              <a:t>. </a:t>
            </a:r>
            <a:r>
              <a:rPr lang="en-PH" sz="3600" dirty="0" err="1"/>
              <a:t>Nasabi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pagkakatuklas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balak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pagpatay</a:t>
            </a:r>
            <a:r>
              <a:rPr lang="en-PH" sz="3600" dirty="0"/>
              <a:t> 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kay Ibarra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ng </a:t>
            </a:r>
            <a:r>
              <a:rPr lang="en-PH" sz="3600" dirty="0" err="1"/>
              <a:t>pagpapasinaya</a:t>
            </a:r>
            <a:r>
              <a:rPr lang="en-PH" sz="3600" dirty="0"/>
              <a:t> ng </a:t>
            </a:r>
            <a:r>
              <a:rPr lang="en-PH" sz="3600" dirty="0" err="1"/>
              <a:t>paaralan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09090635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33:Malayang Kaisipan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Lihim</a:t>
            </a:r>
            <a:r>
              <a:rPr lang="en-PH" sz="3600" dirty="0"/>
              <a:t> pa lang </a:t>
            </a:r>
            <a:r>
              <a:rPr lang="en-PH" sz="3600" dirty="0" err="1"/>
              <a:t>sinubaybayan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Elias ang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at </a:t>
            </a:r>
            <a:r>
              <a:rPr lang="en-PH" sz="3600" dirty="0" err="1"/>
              <a:t>nalaman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prinisinta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sarili</a:t>
            </a:r>
            <a:r>
              <a:rPr lang="en-PH" sz="3600" dirty="0"/>
              <a:t> kay </a:t>
            </a:r>
            <a:r>
              <a:rPr lang="en-PH" sz="3600" dirty="0" err="1"/>
              <a:t>Nol</a:t>
            </a:r>
            <a:r>
              <a:rPr lang="en-PH" sz="3600" dirty="0"/>
              <a:t> Juan </a:t>
            </a:r>
            <a:r>
              <a:rPr lang="en-PH" sz="3600" dirty="0" err="1"/>
              <a:t>kahit</a:t>
            </a:r>
            <a:r>
              <a:rPr lang="en-PH" sz="3600" dirty="0"/>
              <a:t> </a:t>
            </a:r>
            <a:r>
              <a:rPr lang="en-PH" sz="3600" dirty="0" err="1"/>
              <a:t>maliit</a:t>
            </a:r>
            <a:r>
              <a:rPr lang="en-PH" sz="3600" dirty="0"/>
              <a:t> ang </a:t>
            </a:r>
            <a:r>
              <a:rPr lang="en-PH" sz="3600" dirty="0" err="1"/>
              <a:t>sahod</a:t>
            </a:r>
            <a:r>
              <a:rPr lang="en-PH" sz="3600" dirty="0"/>
              <a:t> </a:t>
            </a:r>
            <a:r>
              <a:rPr lang="en-PH" sz="3600" dirty="0" err="1"/>
              <a:t>kapalit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kaalaman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Si Ibarra </a:t>
            </a:r>
            <a:r>
              <a:rPr lang="en-PH" sz="3600" dirty="0" err="1"/>
              <a:t>nama’y</a:t>
            </a:r>
            <a:r>
              <a:rPr lang="en-PH" sz="3600" dirty="0"/>
              <a:t> </a:t>
            </a:r>
            <a:r>
              <a:rPr lang="en-PH" sz="3600" dirty="0" err="1"/>
              <a:t>nanghinayang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maagang</a:t>
            </a:r>
            <a:r>
              <a:rPr lang="en-PH" sz="3600" dirty="0"/>
              <a:t> </a:t>
            </a:r>
            <a:r>
              <a:rPr lang="en-PH" sz="3600" dirty="0" err="1"/>
              <a:t>pagkawala</a:t>
            </a:r>
            <a:r>
              <a:rPr lang="en-PH" sz="3600" dirty="0"/>
              <a:t> 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marami</a:t>
            </a:r>
            <a:r>
              <a:rPr lang="en-PH" sz="3600" dirty="0"/>
              <a:t> pa raw </a:t>
            </a:r>
            <a:r>
              <a:rPr lang="en-PH" sz="3600" dirty="0" err="1"/>
              <a:t>sana</a:t>
            </a:r>
            <a:r>
              <a:rPr lang="en-PH" sz="3600" dirty="0"/>
              <a:t> </a:t>
            </a:r>
            <a:r>
              <a:rPr lang="en-PH" sz="3600" dirty="0" err="1"/>
              <a:t>siyang</a:t>
            </a:r>
            <a:r>
              <a:rPr lang="en-PH" sz="3600" dirty="0"/>
              <a:t> </a:t>
            </a:r>
            <a:r>
              <a:rPr lang="en-PH" sz="3600" dirty="0" err="1"/>
              <a:t>matutuklasan</a:t>
            </a:r>
            <a:r>
              <a:rPr lang="en-PH" sz="3600" dirty="0"/>
              <a:t> kung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nabubuhay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69535043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33:Malayang Kaisipan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Salungat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Elias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tiyak</a:t>
            </a:r>
            <a:r>
              <a:rPr lang="en-PH" sz="3600" dirty="0"/>
              <a:t> </a:t>
            </a:r>
            <a:r>
              <a:rPr lang="en-PH" sz="3600" dirty="0" err="1"/>
              <a:t>niyang</a:t>
            </a:r>
            <a:r>
              <a:rPr lang="en-PH" sz="3600" dirty="0"/>
              <a:t> </a:t>
            </a:r>
            <a:r>
              <a:rPr lang="en-PH" sz="3600" dirty="0" err="1"/>
              <a:t>makaliligtas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hukuman</a:t>
            </a:r>
            <a:r>
              <a:rPr lang="en-PH" sz="3600" dirty="0"/>
              <a:t> ang </a:t>
            </a:r>
            <a:r>
              <a:rPr lang="en-PH" sz="3600" dirty="0" err="1"/>
              <a:t>taong</a:t>
            </a:r>
            <a:r>
              <a:rPr lang="en-PH" sz="3600" dirty="0"/>
              <a:t> </a:t>
            </a:r>
            <a:r>
              <a:rPr lang="en-PH" sz="3600" dirty="0" err="1"/>
              <a:t>dilaw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kabulagan</a:t>
            </a:r>
            <a:r>
              <a:rPr lang="en-PH" sz="3600" dirty="0"/>
              <a:t> ng </a:t>
            </a:r>
            <a:r>
              <a:rPr lang="en-PH" sz="3600" dirty="0" err="1"/>
              <a:t>hustisya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bayan.</a:t>
            </a:r>
          </a:p>
          <a:p>
            <a:pPr marL="0" indent="0" algn="just">
              <a:buNone/>
            </a:pPr>
            <a:r>
              <a:rPr lang="en-PH" sz="3600" dirty="0" err="1"/>
              <a:t>Tila</a:t>
            </a:r>
            <a:r>
              <a:rPr lang="en-PH" sz="3600" dirty="0"/>
              <a:t> </a:t>
            </a:r>
            <a:r>
              <a:rPr lang="en-PH" sz="3600" dirty="0" err="1"/>
              <a:t>nagkaroon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ng </a:t>
            </a:r>
            <a:r>
              <a:rPr lang="en-PH" sz="3600" dirty="0" err="1"/>
              <a:t>interes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kay Elias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kaisipan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kakaiba</a:t>
            </a:r>
            <a:r>
              <a:rPr lang="en-PH" sz="3600" dirty="0"/>
              <a:t> </a:t>
            </a:r>
            <a:r>
              <a:rPr lang="en-PH" sz="3600" dirty="0" err="1"/>
              <a:t>kaysa</a:t>
            </a:r>
            <a:r>
              <a:rPr lang="en-PH" sz="3600" dirty="0"/>
              <a:t> </a:t>
            </a:r>
            <a:r>
              <a:rPr lang="en-PH" sz="3600" dirty="0" err="1"/>
              <a:t>ordinaryong</a:t>
            </a:r>
            <a:r>
              <a:rPr lang="en-PH" sz="3600" dirty="0"/>
              <a:t> </a:t>
            </a:r>
            <a:r>
              <a:rPr lang="en-PH" sz="3600" dirty="0" err="1"/>
              <a:t>mamamayan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85086438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33:Malayang Kaisipan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Napadpad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usapan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paniniwala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Diyos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‘di </a:t>
            </a:r>
            <a:r>
              <a:rPr lang="en-PH" sz="3600" dirty="0" err="1"/>
              <a:t>tinanggi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Elias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siya’y</a:t>
            </a:r>
            <a:r>
              <a:rPr lang="en-PH" sz="3600" dirty="0"/>
              <a:t> </a:t>
            </a:r>
            <a:r>
              <a:rPr lang="en-PH" sz="3600" dirty="0" err="1"/>
              <a:t>nawawalan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ng </a:t>
            </a:r>
            <a:r>
              <a:rPr lang="en-PH" sz="3600" dirty="0" err="1"/>
              <a:t>tiwala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Maya-maya </a:t>
            </a:r>
            <a:r>
              <a:rPr lang="en-PH" sz="3600" dirty="0" err="1"/>
              <a:t>pa’y</a:t>
            </a:r>
            <a:r>
              <a:rPr lang="en-PH" sz="3600" dirty="0"/>
              <a:t> </a:t>
            </a:r>
            <a:r>
              <a:rPr lang="en-PH" sz="3600" dirty="0" err="1"/>
              <a:t>nagpaalam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Elias </a:t>
            </a:r>
            <a:r>
              <a:rPr lang="en-PH" sz="3600" dirty="0" err="1"/>
              <a:t>baon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pangako</a:t>
            </a:r>
            <a:r>
              <a:rPr lang="en-PH" sz="3600" dirty="0"/>
              <a:t> ng </a:t>
            </a:r>
            <a:r>
              <a:rPr lang="en-PH" sz="3600" dirty="0" err="1"/>
              <a:t>katapatan</a:t>
            </a:r>
            <a:r>
              <a:rPr lang="en-PH" sz="3600" dirty="0"/>
              <a:t> kay Ibarra.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21975318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34:Ang Pananghalian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Noong</a:t>
            </a:r>
            <a:r>
              <a:rPr lang="en-PH" sz="3600" dirty="0"/>
              <a:t> </a:t>
            </a:r>
            <a:r>
              <a:rPr lang="en-PH" sz="3600" dirty="0" err="1"/>
              <a:t>araw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 ay </a:t>
            </a:r>
            <a:r>
              <a:rPr lang="en-PH" sz="3600" dirty="0" err="1"/>
              <a:t>darating</a:t>
            </a:r>
            <a:r>
              <a:rPr lang="en-PH" sz="3600" dirty="0"/>
              <a:t> ang </a:t>
            </a:r>
            <a:r>
              <a:rPr lang="en-PH" sz="3600" dirty="0" err="1"/>
              <a:t>Heneral</a:t>
            </a:r>
            <a:r>
              <a:rPr lang="en-PH" sz="3600" dirty="0"/>
              <a:t> at </a:t>
            </a:r>
            <a:r>
              <a:rPr lang="en-PH" sz="3600" dirty="0" err="1"/>
              <a:t>tutuloy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. </a:t>
            </a:r>
            <a:r>
              <a:rPr lang="en-PH" sz="3600" dirty="0" err="1"/>
              <a:t>Magkakaharap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nananghalian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taga</a:t>
            </a:r>
            <a:r>
              <a:rPr lang="en-PH" sz="3600" dirty="0"/>
              <a:t> San Diego.</a:t>
            </a:r>
          </a:p>
          <a:p>
            <a:pPr marL="0" indent="0" algn="just">
              <a:buNone/>
            </a:pPr>
            <a:r>
              <a:rPr lang="en-PH" sz="3600" dirty="0"/>
              <a:t>Si Ibarra at ang </a:t>
            </a:r>
            <a:r>
              <a:rPr lang="en-PH" sz="3600" dirty="0" err="1"/>
              <a:t>alkalde</a:t>
            </a:r>
            <a:r>
              <a:rPr lang="en-PH" sz="3600" dirty="0"/>
              <a:t> mayor ay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magkabilang</a:t>
            </a:r>
            <a:r>
              <a:rPr lang="en-PH" sz="3600" dirty="0"/>
              <a:t> </a:t>
            </a:r>
            <a:r>
              <a:rPr lang="en-PH" sz="3600" dirty="0" err="1"/>
              <a:t>dulo</a:t>
            </a:r>
            <a:r>
              <a:rPr lang="en-PH" sz="3600" dirty="0"/>
              <a:t> ng </a:t>
            </a:r>
            <a:r>
              <a:rPr lang="en-PH" sz="3600" dirty="0" err="1"/>
              <a:t>hapag</a:t>
            </a:r>
            <a:r>
              <a:rPr lang="en-PH" sz="3600" dirty="0"/>
              <a:t>. Si Maria ay </a:t>
            </a:r>
            <a:r>
              <a:rPr lang="en-PH" sz="3600" dirty="0" err="1"/>
              <a:t>nasa</a:t>
            </a:r>
            <a:r>
              <a:rPr lang="en-PH" sz="3600" dirty="0"/>
              <a:t> </a:t>
            </a:r>
            <a:r>
              <a:rPr lang="en-PH" sz="3600" dirty="0" err="1"/>
              <a:t>gawing</a:t>
            </a:r>
            <a:r>
              <a:rPr lang="en-PH" sz="3600" dirty="0"/>
              <a:t> </a:t>
            </a:r>
            <a:r>
              <a:rPr lang="en-PH" sz="3600" dirty="0" err="1"/>
              <a:t>kanan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samantalang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kaliwa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eskribano</a:t>
            </a:r>
            <a:r>
              <a:rPr lang="en-PH" sz="3600" dirty="0"/>
              <a:t>. Nasa </a:t>
            </a:r>
            <a:r>
              <a:rPr lang="en-PH" sz="3600" dirty="0" err="1"/>
              <a:t>hapag</a:t>
            </a:r>
            <a:r>
              <a:rPr lang="en-PH" sz="3600" dirty="0"/>
              <a:t> din </a:t>
            </a:r>
            <a:r>
              <a:rPr lang="en-PH" sz="3600" dirty="0" err="1"/>
              <a:t>sina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, </a:t>
            </a:r>
            <a:r>
              <a:rPr lang="en-PH" sz="3600" dirty="0" err="1"/>
              <a:t>iba</a:t>
            </a:r>
            <a:r>
              <a:rPr lang="en-PH" sz="3600" dirty="0"/>
              <a:t> pang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 ng San Diego,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,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kawani</a:t>
            </a:r>
            <a:r>
              <a:rPr lang="en-PH" sz="3600" dirty="0"/>
              <a:t> ng </a:t>
            </a:r>
            <a:r>
              <a:rPr lang="en-PH" sz="3600" dirty="0" err="1"/>
              <a:t>pamahalaan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kaibigan</a:t>
            </a:r>
            <a:r>
              <a:rPr lang="en-PH" sz="3600" dirty="0"/>
              <a:t> </a:t>
            </a:r>
            <a:r>
              <a:rPr lang="en-PH" sz="3600" dirty="0" err="1"/>
              <a:t>nina</a:t>
            </a:r>
            <a:r>
              <a:rPr lang="en-PH" sz="3600" dirty="0"/>
              <a:t> Maria Clara at Ibarra.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74085836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34:Ang Pananghalian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4400" dirty="0"/>
              <a:t>Ang </a:t>
            </a:r>
            <a:r>
              <a:rPr lang="en-PH" sz="4400" dirty="0" err="1"/>
              <a:t>karamihan</a:t>
            </a:r>
            <a:r>
              <a:rPr lang="en-PH" sz="4400" dirty="0"/>
              <a:t> </a:t>
            </a:r>
            <a:r>
              <a:rPr lang="en-PH" sz="4400" dirty="0" err="1"/>
              <a:t>naman</a:t>
            </a:r>
            <a:r>
              <a:rPr lang="en-PH" sz="4400" dirty="0"/>
              <a:t> ay </a:t>
            </a:r>
            <a:r>
              <a:rPr lang="en-PH" sz="4400" dirty="0" err="1"/>
              <a:t>nagtaka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wala</a:t>
            </a:r>
            <a:r>
              <a:rPr lang="en-PH" sz="4400" dirty="0"/>
              <a:t> pa </a:t>
            </a:r>
            <a:r>
              <a:rPr lang="en-PH" sz="4400" dirty="0" err="1"/>
              <a:t>si</a:t>
            </a:r>
            <a:r>
              <a:rPr lang="en-PH" sz="4400" dirty="0"/>
              <a:t> Padre </a:t>
            </a:r>
            <a:r>
              <a:rPr lang="en-PH" sz="4400" dirty="0" err="1"/>
              <a:t>Damaso</a:t>
            </a:r>
            <a:r>
              <a:rPr lang="en-PH" sz="4400" dirty="0"/>
              <a:t>. Nag-</a:t>
            </a:r>
            <a:r>
              <a:rPr lang="en-PH" sz="4400" dirty="0" err="1"/>
              <a:t>uusap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nasa</a:t>
            </a:r>
            <a:r>
              <a:rPr lang="en-PH" sz="4400" dirty="0"/>
              <a:t> </a:t>
            </a:r>
            <a:r>
              <a:rPr lang="en-PH" sz="4400" dirty="0" err="1"/>
              <a:t>hapag</a:t>
            </a:r>
            <a:r>
              <a:rPr lang="en-PH" sz="4400" dirty="0"/>
              <a:t> </a:t>
            </a:r>
            <a:r>
              <a:rPr lang="en-PH" sz="4400" dirty="0" err="1"/>
              <a:t>habang</a:t>
            </a:r>
            <a:r>
              <a:rPr lang="en-PH" sz="4400" dirty="0"/>
              <a:t> </a:t>
            </a:r>
            <a:r>
              <a:rPr lang="en-PH" sz="4400" dirty="0" err="1"/>
              <a:t>kumakain</a:t>
            </a:r>
            <a:r>
              <a:rPr lang="en-PH" sz="4400" dirty="0"/>
              <a:t>. </a:t>
            </a:r>
            <a:r>
              <a:rPr lang="en-PH" sz="4400" dirty="0" err="1"/>
              <a:t>Napag-usapan</a:t>
            </a:r>
            <a:r>
              <a:rPr lang="en-PH" sz="4400" dirty="0"/>
              <a:t> </a:t>
            </a:r>
            <a:r>
              <a:rPr lang="en-PH" sz="4400" dirty="0" err="1"/>
              <a:t>anila</a:t>
            </a:r>
            <a:r>
              <a:rPr lang="en-PH" sz="4400" dirty="0"/>
              <a:t> ang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pagdating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Padre </a:t>
            </a:r>
            <a:r>
              <a:rPr lang="en-PH" sz="4400" dirty="0" err="1"/>
              <a:t>Damaso</a:t>
            </a:r>
            <a:r>
              <a:rPr lang="en-PH" sz="4400" dirty="0"/>
              <a:t>, ang </a:t>
            </a:r>
            <a:r>
              <a:rPr lang="en-PH" sz="4400" dirty="0" err="1"/>
              <a:t>kamangmangan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magsasaka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kubyertos</a:t>
            </a:r>
            <a:r>
              <a:rPr lang="en-PH" sz="4400" dirty="0"/>
              <a:t>,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kursong</a:t>
            </a:r>
            <a:r>
              <a:rPr lang="en-PH" sz="4400" dirty="0"/>
              <a:t> </a:t>
            </a:r>
            <a:r>
              <a:rPr lang="en-PH" sz="4400" dirty="0" err="1"/>
              <a:t>nais</a:t>
            </a:r>
            <a:r>
              <a:rPr lang="en-PH" sz="4400" dirty="0"/>
              <a:t> </a:t>
            </a:r>
            <a:r>
              <a:rPr lang="en-PH" sz="4400" dirty="0" err="1"/>
              <a:t>nilang</a:t>
            </a:r>
            <a:r>
              <a:rPr lang="en-PH" sz="4400" dirty="0"/>
              <a:t> </a:t>
            </a:r>
            <a:r>
              <a:rPr lang="en-PH" sz="4400" dirty="0" err="1"/>
              <a:t>ipakuha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kanilang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anak</a:t>
            </a:r>
            <a:r>
              <a:rPr lang="en-PH" sz="4400" dirty="0"/>
              <a:t>, at </a:t>
            </a:r>
            <a:r>
              <a:rPr lang="en-PH" sz="4400" dirty="0" err="1"/>
              <a:t>marami</a:t>
            </a:r>
            <a:r>
              <a:rPr lang="en-PH" sz="4400" dirty="0"/>
              <a:t> pang </a:t>
            </a:r>
            <a:r>
              <a:rPr lang="en-PH" sz="4400" dirty="0" err="1"/>
              <a:t>iba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82149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34:Ang Pananghalian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Maya-</a:t>
            </a:r>
            <a:r>
              <a:rPr lang="en-PH" sz="3600" dirty="0" err="1"/>
              <a:t>maya’y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at ang </a:t>
            </a:r>
            <a:r>
              <a:rPr lang="en-PH" sz="3600" dirty="0" err="1"/>
              <a:t>lahat</a:t>
            </a:r>
            <a:r>
              <a:rPr lang="en-PH" sz="3600" dirty="0"/>
              <a:t> doon ay </a:t>
            </a:r>
            <a:r>
              <a:rPr lang="en-PH" sz="3600" dirty="0" err="1"/>
              <a:t>bumati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</a:t>
            </a:r>
            <a:r>
              <a:rPr lang="en-PH" sz="3600" dirty="0" err="1"/>
              <a:t>liban</a:t>
            </a:r>
            <a:r>
              <a:rPr lang="en-PH" sz="3600" dirty="0"/>
              <a:t> kay Ibarra. </a:t>
            </a:r>
            <a:r>
              <a:rPr lang="en-PH" sz="3600" dirty="0" err="1"/>
              <a:t>Habang</a:t>
            </a:r>
            <a:r>
              <a:rPr lang="en-PH" sz="3600" dirty="0"/>
              <a:t> </a:t>
            </a:r>
            <a:r>
              <a:rPr lang="en-PH" sz="3600" dirty="0" err="1"/>
              <a:t>inihahanda</a:t>
            </a:r>
            <a:r>
              <a:rPr lang="en-PH" sz="3600" dirty="0"/>
              <a:t> ang </a:t>
            </a:r>
            <a:r>
              <a:rPr lang="en-PH" sz="3600" dirty="0" err="1"/>
              <a:t>serbesa</a:t>
            </a:r>
            <a:r>
              <a:rPr lang="en-PH" sz="3600" dirty="0"/>
              <a:t> ay </a:t>
            </a:r>
            <a:r>
              <a:rPr lang="en-PH" sz="3600" dirty="0" err="1"/>
              <a:t>nagsimula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ring </a:t>
            </a:r>
            <a:r>
              <a:rPr lang="en-PH" sz="3600" dirty="0" err="1"/>
              <a:t>patutsadahan</a:t>
            </a:r>
            <a:r>
              <a:rPr lang="en-PH" sz="3600" dirty="0"/>
              <a:t> ng </a:t>
            </a:r>
            <a:r>
              <a:rPr lang="en-PH" sz="3600" dirty="0" err="1"/>
              <a:t>pari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Ibarra.</a:t>
            </a:r>
          </a:p>
          <a:p>
            <a:pPr marL="0" indent="0" algn="just">
              <a:buNone/>
            </a:pPr>
            <a:r>
              <a:rPr lang="en-PH" sz="3600" dirty="0" err="1"/>
              <a:t>Sisingit</a:t>
            </a:r>
            <a:r>
              <a:rPr lang="en-PH" sz="3600" dirty="0"/>
              <a:t> </a:t>
            </a:r>
            <a:r>
              <a:rPr lang="en-PH" sz="3600" dirty="0" err="1"/>
              <a:t>sana</a:t>
            </a:r>
            <a:r>
              <a:rPr lang="en-PH" sz="3600" dirty="0"/>
              <a:t> ang </a:t>
            </a:r>
            <a:r>
              <a:rPr lang="en-PH" sz="3600" dirty="0" err="1"/>
              <a:t>alkalde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usapan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maiba</a:t>
            </a:r>
            <a:r>
              <a:rPr lang="en-PH" sz="3600" dirty="0"/>
              <a:t> ang </a:t>
            </a:r>
            <a:r>
              <a:rPr lang="en-PH" sz="3600" dirty="0" err="1"/>
              <a:t>paksa</a:t>
            </a:r>
            <a:r>
              <a:rPr lang="en-PH" sz="3600" dirty="0"/>
              <a:t> </a:t>
            </a:r>
            <a:r>
              <a:rPr lang="en-PH" sz="3600" dirty="0" err="1"/>
              <a:t>ngunit</a:t>
            </a:r>
            <a:r>
              <a:rPr lang="en-PH" sz="3600" dirty="0"/>
              <a:t> </a:t>
            </a:r>
            <a:r>
              <a:rPr lang="en-PH" sz="3600" dirty="0" err="1"/>
              <a:t>ayaw</a:t>
            </a:r>
            <a:r>
              <a:rPr lang="en-PH" sz="3600" dirty="0"/>
              <a:t> </a:t>
            </a:r>
            <a:r>
              <a:rPr lang="en-PH" sz="3600" dirty="0" err="1"/>
              <a:t>papigil</a:t>
            </a:r>
            <a:r>
              <a:rPr lang="en-PH" sz="3600" dirty="0"/>
              <a:t> ng </a:t>
            </a:r>
            <a:r>
              <a:rPr lang="en-PH" sz="3600" dirty="0" err="1"/>
              <a:t>mayabang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. </a:t>
            </a:r>
            <a:r>
              <a:rPr lang="en-PH" sz="3600" dirty="0" err="1"/>
              <a:t>Tahimik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nakikinig</a:t>
            </a:r>
            <a:r>
              <a:rPr lang="en-PH" sz="3600" dirty="0"/>
              <a:t> </a:t>
            </a:r>
            <a:r>
              <a:rPr lang="en-PH" sz="3600" dirty="0" err="1"/>
              <a:t>habang</a:t>
            </a:r>
            <a:r>
              <a:rPr lang="en-PH" sz="3600" dirty="0"/>
              <a:t> </a:t>
            </a:r>
            <a:r>
              <a:rPr lang="en-PH" sz="3600" dirty="0" err="1"/>
              <a:t>nagtitimpi</a:t>
            </a:r>
            <a:r>
              <a:rPr lang="en-PH" sz="3600" dirty="0"/>
              <a:t> ang </a:t>
            </a:r>
            <a:r>
              <a:rPr lang="en-PH" sz="3600" dirty="0" err="1"/>
              <a:t>binatang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35120224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34:Ang Pananghalian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000" dirty="0" err="1"/>
              <a:t>Tila</a:t>
            </a:r>
            <a:r>
              <a:rPr lang="en-PH" sz="4000" dirty="0"/>
              <a:t> </a:t>
            </a:r>
            <a:r>
              <a:rPr lang="en-PH" sz="4000" dirty="0" err="1"/>
              <a:t>nananadya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Padre </a:t>
            </a:r>
            <a:r>
              <a:rPr lang="en-PH" sz="4000" dirty="0" err="1"/>
              <a:t>Damaso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inungkat</a:t>
            </a:r>
            <a:r>
              <a:rPr lang="en-PH" sz="4000" dirty="0"/>
              <a:t> </a:t>
            </a:r>
            <a:r>
              <a:rPr lang="en-PH" sz="4000" dirty="0" err="1"/>
              <a:t>nito</a:t>
            </a:r>
            <a:r>
              <a:rPr lang="en-PH" sz="4000" dirty="0"/>
              <a:t> ang </a:t>
            </a:r>
            <a:r>
              <a:rPr lang="en-PH" sz="4000" dirty="0" err="1"/>
              <a:t>pagkamatay</a:t>
            </a:r>
            <a:r>
              <a:rPr lang="en-PH" sz="4000" dirty="0"/>
              <a:t> ng ama </a:t>
            </a:r>
            <a:r>
              <a:rPr lang="en-PH" sz="4000" dirty="0" err="1"/>
              <a:t>ni</a:t>
            </a:r>
            <a:r>
              <a:rPr lang="en-PH" sz="4000" dirty="0"/>
              <a:t> Ibarra. Sa </a:t>
            </a:r>
            <a:r>
              <a:rPr lang="en-PH" sz="4000" dirty="0" err="1"/>
              <a:t>pagkakataong</a:t>
            </a:r>
            <a:r>
              <a:rPr lang="en-PH" sz="4000" dirty="0"/>
              <a:t> </a:t>
            </a:r>
            <a:r>
              <a:rPr lang="en-PH" sz="4000" dirty="0" err="1"/>
              <a:t>ito’y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pinalampas</a:t>
            </a:r>
            <a:r>
              <a:rPr lang="en-PH" sz="4000" dirty="0"/>
              <a:t> ng </a:t>
            </a:r>
            <a:r>
              <a:rPr lang="en-PH" sz="4000" dirty="0" err="1"/>
              <a:t>binata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sinabi</a:t>
            </a:r>
            <a:r>
              <a:rPr lang="en-PH" sz="4000" dirty="0"/>
              <a:t> ng </a:t>
            </a:r>
            <a:r>
              <a:rPr lang="en-PH" sz="4000" dirty="0" err="1"/>
              <a:t>pari</a:t>
            </a:r>
            <a:r>
              <a:rPr lang="en-PH" sz="4000" dirty="0"/>
              <a:t> kaya </a:t>
            </a:r>
            <a:r>
              <a:rPr lang="en-PH" sz="4000" dirty="0" err="1"/>
              <a:t>naman</a:t>
            </a:r>
            <a:r>
              <a:rPr lang="en-PH" sz="4000" dirty="0"/>
              <a:t> </a:t>
            </a:r>
            <a:r>
              <a:rPr lang="en-PH" sz="4000" dirty="0" err="1"/>
              <a:t>muntik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itong</a:t>
            </a:r>
            <a:r>
              <a:rPr lang="en-PH" sz="4000" dirty="0"/>
              <a:t> </a:t>
            </a:r>
            <a:r>
              <a:rPr lang="en-PH" sz="4000" dirty="0" err="1"/>
              <a:t>saksakin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r>
              <a:rPr lang="en-PH" sz="4000" dirty="0"/>
              <a:t>Mabuti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lamang</a:t>
            </a:r>
            <a:r>
              <a:rPr lang="en-PH" sz="4000" dirty="0"/>
              <a:t> at </a:t>
            </a:r>
            <a:r>
              <a:rPr lang="en-PH" sz="4000" dirty="0" err="1"/>
              <a:t>pinigilan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Maria kung </a:t>
            </a:r>
            <a:r>
              <a:rPr lang="en-PH" sz="4000" dirty="0" err="1"/>
              <a:t>kaya’t</a:t>
            </a:r>
            <a:r>
              <a:rPr lang="en-PH" sz="4000" dirty="0"/>
              <a:t> </a:t>
            </a:r>
            <a:r>
              <a:rPr lang="en-PH" sz="4000" dirty="0" err="1"/>
              <a:t>bumalik</a:t>
            </a:r>
            <a:r>
              <a:rPr lang="en-PH" sz="4000" dirty="0"/>
              <a:t> ang </a:t>
            </a:r>
            <a:r>
              <a:rPr lang="en-PH" sz="4000" dirty="0" err="1"/>
              <a:t>kahinahunan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Ibarra at </a:t>
            </a:r>
            <a:r>
              <a:rPr lang="en-PH" sz="4000" dirty="0" err="1"/>
              <a:t>umalis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lamang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417211251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35:Mga Usap-usapan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mainit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usapan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buong</a:t>
            </a:r>
            <a:r>
              <a:rPr lang="en-PH" sz="3600" dirty="0"/>
              <a:t> bayan ng San Diego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kaganapan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nangyaring</a:t>
            </a:r>
            <a:r>
              <a:rPr lang="en-PH" sz="3600" dirty="0"/>
              <a:t> </a:t>
            </a:r>
            <a:r>
              <a:rPr lang="en-PH" sz="3600" dirty="0" err="1"/>
              <a:t>pananghalian</a:t>
            </a:r>
            <a:r>
              <a:rPr lang="en-PH" sz="3600" dirty="0"/>
              <a:t>. </a:t>
            </a:r>
            <a:r>
              <a:rPr lang="en-PH" sz="3600" dirty="0" err="1"/>
              <a:t>Karamihan</a:t>
            </a:r>
            <a:r>
              <a:rPr lang="en-PH" sz="3600" dirty="0"/>
              <a:t> ay </a:t>
            </a:r>
            <a:r>
              <a:rPr lang="en-PH" sz="3600" dirty="0" err="1"/>
              <a:t>pinanigan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kung </a:t>
            </a:r>
            <a:r>
              <a:rPr lang="en-PH" sz="3600" dirty="0" err="1"/>
              <a:t>nagtimpi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sana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 </a:t>
            </a:r>
            <a:r>
              <a:rPr lang="en-PH" sz="3600" dirty="0" err="1"/>
              <a:t>nangyari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Tanging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Martin </a:t>
            </a:r>
            <a:r>
              <a:rPr lang="en-PH" sz="3600" dirty="0" err="1"/>
              <a:t>lamang</a:t>
            </a:r>
            <a:r>
              <a:rPr lang="en-PH" sz="3600" dirty="0"/>
              <a:t> ang </a:t>
            </a:r>
            <a:r>
              <a:rPr lang="en-PH" sz="3600" dirty="0" err="1"/>
              <a:t>nakaunawa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ikinilos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sinuman</a:t>
            </a:r>
            <a:r>
              <a:rPr lang="en-PH" sz="3600" dirty="0"/>
              <a:t> ang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makapapagpipigil</a:t>
            </a:r>
            <a:r>
              <a:rPr lang="en-PH" sz="3600" dirty="0"/>
              <a:t> kung ang ama ang </a:t>
            </a:r>
            <a:r>
              <a:rPr lang="en-PH" sz="3600" dirty="0" err="1"/>
              <a:t>lalapastanganin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62576370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35:Mga Usap-usapan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PH" sz="4400" dirty="0" err="1"/>
              <a:t>Ipinapalagay</a:t>
            </a:r>
            <a:r>
              <a:rPr lang="en-PH" sz="4400" dirty="0"/>
              <a:t> </a:t>
            </a:r>
            <a:r>
              <a:rPr lang="en-PH" sz="4400" dirty="0" err="1"/>
              <a:t>naman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Don </a:t>
            </a:r>
            <a:r>
              <a:rPr lang="en-PH" sz="4400" dirty="0" err="1"/>
              <a:t>Filipo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hinihintay</a:t>
            </a:r>
            <a:r>
              <a:rPr lang="en-PH" sz="4400" dirty="0"/>
              <a:t> </a:t>
            </a:r>
            <a:r>
              <a:rPr lang="en-PH" sz="4400" dirty="0" err="1"/>
              <a:t>daw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Ibarra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tulungan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taumbayan</a:t>
            </a:r>
            <a:r>
              <a:rPr lang="en-PH" sz="4400" dirty="0"/>
              <a:t> </a:t>
            </a:r>
            <a:r>
              <a:rPr lang="en-PH" sz="4400" dirty="0" err="1"/>
              <a:t>bilang</a:t>
            </a:r>
            <a:r>
              <a:rPr lang="en-PH" sz="4400" dirty="0"/>
              <a:t> </a:t>
            </a:r>
            <a:r>
              <a:rPr lang="en-PH" sz="4400" dirty="0" err="1"/>
              <a:t>pagtanaw</a:t>
            </a:r>
            <a:r>
              <a:rPr lang="en-PH" sz="4400" dirty="0"/>
              <a:t> ng utang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loob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kabutihang</a:t>
            </a:r>
            <a:r>
              <a:rPr lang="en-PH" sz="4400" dirty="0"/>
              <a:t> </a:t>
            </a:r>
            <a:r>
              <a:rPr lang="en-PH" sz="4400" dirty="0" err="1"/>
              <a:t>nagawa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at ng </a:t>
            </a:r>
            <a:r>
              <a:rPr lang="en-PH" sz="4400" dirty="0" err="1"/>
              <a:t>kanyang</a:t>
            </a:r>
            <a:r>
              <a:rPr lang="en-PH" sz="4400" dirty="0"/>
              <a:t> ama. </a:t>
            </a:r>
            <a:r>
              <a:rPr lang="en-PH" sz="4400" dirty="0" err="1"/>
              <a:t>Samantala</a:t>
            </a:r>
            <a:r>
              <a:rPr lang="en-PH" sz="4400" dirty="0"/>
              <a:t>, </a:t>
            </a:r>
            <a:r>
              <a:rPr lang="en-PH" sz="4400" dirty="0" err="1"/>
              <a:t>nanindigan</a:t>
            </a:r>
            <a:r>
              <a:rPr lang="en-PH" sz="4400" dirty="0"/>
              <a:t> ang </a:t>
            </a:r>
            <a:r>
              <a:rPr lang="en-PH" sz="4400" dirty="0" err="1"/>
              <a:t>kapitan</a:t>
            </a:r>
            <a:r>
              <a:rPr lang="en-PH" sz="4400" dirty="0"/>
              <a:t> ng bayan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wala</a:t>
            </a:r>
            <a:r>
              <a:rPr lang="en-PH" sz="4400" dirty="0"/>
              <a:t> </a:t>
            </a:r>
            <a:r>
              <a:rPr lang="en-PH" sz="4400" dirty="0" err="1"/>
              <a:t>silang</a:t>
            </a:r>
            <a:r>
              <a:rPr lang="en-PH" sz="4400" dirty="0"/>
              <a:t> </a:t>
            </a:r>
            <a:r>
              <a:rPr lang="en-PH" sz="4400" dirty="0" err="1"/>
              <a:t>magagawa</a:t>
            </a:r>
            <a:r>
              <a:rPr lang="en-PH" sz="4400" dirty="0"/>
              <a:t> </a:t>
            </a:r>
            <a:r>
              <a:rPr lang="en-PH" sz="4400" dirty="0" err="1"/>
              <a:t>sapagkat</a:t>
            </a:r>
            <a:r>
              <a:rPr lang="en-PH" sz="4400" dirty="0"/>
              <a:t> </a:t>
            </a:r>
            <a:r>
              <a:rPr lang="en-PH" sz="4400" dirty="0" err="1"/>
              <a:t>laging</a:t>
            </a:r>
            <a:r>
              <a:rPr lang="en-PH" sz="4400" dirty="0"/>
              <a:t> </a:t>
            </a:r>
            <a:r>
              <a:rPr lang="en-PH" sz="4400" dirty="0" err="1"/>
              <a:t>nasa</a:t>
            </a:r>
            <a:r>
              <a:rPr lang="en-PH" sz="4400" dirty="0"/>
              <a:t> </a:t>
            </a:r>
            <a:r>
              <a:rPr lang="en-PH" sz="4400" dirty="0" err="1"/>
              <a:t>katwiran</a:t>
            </a:r>
            <a:r>
              <a:rPr lang="en-PH" sz="4400" dirty="0"/>
              <a:t>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prayle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310053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35:Mga Usap-usapan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4000" dirty="0"/>
              <a:t>Ani Don </a:t>
            </a:r>
            <a:r>
              <a:rPr lang="en-PH" sz="4000" dirty="0" err="1"/>
              <a:t>Filipo</a:t>
            </a:r>
            <a:r>
              <a:rPr lang="en-PH" sz="4000" dirty="0"/>
              <a:t>, </a:t>
            </a:r>
            <a:r>
              <a:rPr lang="en-PH" sz="4000" dirty="0" err="1"/>
              <a:t>nangyayari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nagkakaisa</a:t>
            </a:r>
            <a:r>
              <a:rPr lang="en-PH" sz="4000" dirty="0"/>
              <a:t> at </a:t>
            </a:r>
            <a:r>
              <a:rPr lang="en-PH" sz="4000" dirty="0" err="1"/>
              <a:t>watak-watak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taumbayan</a:t>
            </a:r>
            <a:r>
              <a:rPr lang="en-PH" sz="4000" dirty="0"/>
              <a:t> </a:t>
            </a:r>
            <a:r>
              <a:rPr lang="en-PH" sz="4000" dirty="0" err="1"/>
              <a:t>samantalang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prayle</a:t>
            </a:r>
            <a:r>
              <a:rPr lang="en-PH" sz="4000" dirty="0"/>
              <a:t> at </a:t>
            </a:r>
            <a:r>
              <a:rPr lang="en-PH" sz="4000" dirty="0" err="1"/>
              <a:t>mayayaman</a:t>
            </a:r>
            <a:r>
              <a:rPr lang="en-PH" sz="4000" dirty="0"/>
              <a:t> ay </a:t>
            </a:r>
            <a:r>
              <a:rPr lang="en-PH" sz="4000" dirty="0" err="1"/>
              <a:t>nagkakabuklodbuklod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r>
              <a:rPr lang="en-PH" sz="4000" dirty="0" err="1"/>
              <a:t>Natakot</a:t>
            </a:r>
            <a:r>
              <a:rPr lang="en-PH" sz="4000" dirty="0"/>
              <a:t> </a:t>
            </a:r>
            <a:r>
              <a:rPr lang="en-PH" sz="4000" dirty="0" err="1"/>
              <a:t>naman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matatandang</a:t>
            </a:r>
            <a:r>
              <a:rPr lang="en-PH" sz="4000" dirty="0"/>
              <a:t> </a:t>
            </a:r>
            <a:r>
              <a:rPr lang="en-PH" sz="4000" dirty="0" err="1"/>
              <a:t>babae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bayan </a:t>
            </a:r>
            <a:r>
              <a:rPr lang="en-PH" sz="4000" dirty="0" err="1"/>
              <a:t>dahil</a:t>
            </a:r>
            <a:r>
              <a:rPr lang="en-PH" sz="4000" dirty="0"/>
              <a:t> kung ‘di </a:t>
            </a:r>
            <a:r>
              <a:rPr lang="en-PH" sz="4000" dirty="0" err="1"/>
              <a:t>nila</a:t>
            </a:r>
            <a:r>
              <a:rPr lang="en-PH" sz="4000" dirty="0"/>
              <a:t> </a:t>
            </a:r>
            <a:r>
              <a:rPr lang="en-PH" sz="4000" dirty="0" err="1"/>
              <a:t>panigan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Padre </a:t>
            </a:r>
            <a:r>
              <a:rPr lang="en-PH" sz="4000" dirty="0" err="1"/>
              <a:t>Damaso</a:t>
            </a:r>
            <a:r>
              <a:rPr lang="en-PH" sz="4000" dirty="0"/>
              <a:t> ay </a:t>
            </a:r>
            <a:r>
              <a:rPr lang="en-PH" sz="4000" dirty="0" err="1"/>
              <a:t>baka</a:t>
            </a:r>
            <a:r>
              <a:rPr lang="en-PH" sz="4000" dirty="0"/>
              <a:t> </a:t>
            </a:r>
            <a:r>
              <a:rPr lang="en-PH" sz="4000" dirty="0" err="1"/>
              <a:t>mapunta</a:t>
            </a:r>
            <a:r>
              <a:rPr lang="en-PH" sz="4000" dirty="0"/>
              <a:t> </a:t>
            </a:r>
            <a:r>
              <a:rPr lang="en-PH" sz="4000" dirty="0" err="1"/>
              <a:t>sila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impyerno</a:t>
            </a:r>
            <a:r>
              <a:rPr lang="en-PH" sz="40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33682986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35:Mga Usap-usapan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Nalugod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Kapitana</a:t>
            </a:r>
            <a:r>
              <a:rPr lang="en-PH" sz="3600" dirty="0"/>
              <a:t> Maria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pagtatanggol</a:t>
            </a:r>
            <a:r>
              <a:rPr lang="en-PH" sz="3600" dirty="0"/>
              <a:t> ng </a:t>
            </a:r>
            <a:r>
              <a:rPr lang="en-PH" sz="3600" dirty="0" err="1"/>
              <a:t>binata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ama.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magsasaka’y</a:t>
            </a:r>
            <a:r>
              <a:rPr lang="en-PH" sz="3600" dirty="0"/>
              <a:t> </a:t>
            </a:r>
            <a:r>
              <a:rPr lang="en-PH" sz="3600" dirty="0" err="1"/>
              <a:t>biglang</a:t>
            </a:r>
            <a:r>
              <a:rPr lang="en-PH" sz="3600" dirty="0"/>
              <a:t> </a:t>
            </a:r>
            <a:r>
              <a:rPr lang="en-PH" sz="3600" dirty="0" err="1"/>
              <a:t>nawalan</a:t>
            </a:r>
            <a:r>
              <a:rPr lang="en-PH" sz="3600" dirty="0"/>
              <a:t> ng </a:t>
            </a:r>
            <a:r>
              <a:rPr lang="en-PH" sz="3600" dirty="0" err="1"/>
              <a:t>pag-asa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baka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matuloy</a:t>
            </a:r>
            <a:r>
              <a:rPr lang="en-PH" sz="3600" dirty="0"/>
              <a:t> ang </a:t>
            </a:r>
            <a:r>
              <a:rPr lang="en-PH" sz="3600" dirty="0" err="1"/>
              <a:t>paaralan</a:t>
            </a:r>
            <a:r>
              <a:rPr lang="en-PH" sz="3600" dirty="0"/>
              <a:t>. </a:t>
            </a:r>
            <a:r>
              <a:rPr lang="en-PH" sz="3600" dirty="0" err="1"/>
              <a:t>Kapag</a:t>
            </a:r>
            <a:r>
              <a:rPr lang="en-PH" sz="3600" dirty="0"/>
              <a:t> </a:t>
            </a:r>
            <a:r>
              <a:rPr lang="en-PH" sz="3600" dirty="0" err="1"/>
              <a:t>nangyari</a:t>
            </a:r>
            <a:r>
              <a:rPr lang="en-PH" sz="3600" dirty="0"/>
              <a:t> </a:t>
            </a:r>
            <a:r>
              <a:rPr lang="en-PH" sz="3600" dirty="0" err="1"/>
              <a:t>iyon</a:t>
            </a:r>
            <a:r>
              <a:rPr lang="en-PH" sz="3600" dirty="0"/>
              <a:t> ay </a:t>
            </a:r>
            <a:r>
              <a:rPr lang="en-PH" sz="3600" dirty="0" err="1"/>
              <a:t>baka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makatapos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pag-aaral</a:t>
            </a:r>
            <a:r>
              <a:rPr lang="en-PH" sz="3600" dirty="0"/>
              <a:t> ang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May </a:t>
            </a:r>
            <a:r>
              <a:rPr lang="en-PH" sz="3600" dirty="0" err="1"/>
              <a:t>kumakalat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baka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matutuloy</a:t>
            </a:r>
            <a:r>
              <a:rPr lang="en-PH" sz="3600" dirty="0"/>
              <a:t> ang </a:t>
            </a:r>
            <a:r>
              <a:rPr lang="en-PH" sz="3600" dirty="0" err="1"/>
              <a:t>pagpapatayo</a:t>
            </a:r>
            <a:r>
              <a:rPr lang="en-PH" sz="3600" dirty="0"/>
              <a:t> ng </a:t>
            </a:r>
            <a:r>
              <a:rPr lang="en-PH" sz="3600" dirty="0" err="1"/>
              <a:t>simbahan</a:t>
            </a:r>
            <a:r>
              <a:rPr lang="en-PH" sz="3600" dirty="0"/>
              <a:t> </a:t>
            </a:r>
            <a:r>
              <a:rPr lang="en-PH" sz="3600" dirty="0" err="1"/>
              <a:t>sapagkat</a:t>
            </a:r>
            <a:r>
              <a:rPr lang="en-PH" sz="3600" dirty="0"/>
              <a:t> </a:t>
            </a:r>
            <a:r>
              <a:rPr lang="en-PH" sz="3600" dirty="0" err="1"/>
              <a:t>tinawag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pilibustero</a:t>
            </a:r>
            <a:r>
              <a:rPr lang="en-PH" sz="3600" dirty="0"/>
              <a:t> ng </a:t>
            </a:r>
            <a:r>
              <a:rPr lang="en-PH" sz="3600" dirty="0" err="1"/>
              <a:t>prayle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Ibarra. Hindi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maintindihan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magsasaka</a:t>
            </a:r>
            <a:r>
              <a:rPr lang="en-PH" sz="3600" dirty="0"/>
              <a:t> ang </a:t>
            </a:r>
            <a:r>
              <a:rPr lang="en-PH" sz="3600" dirty="0" err="1"/>
              <a:t>kahulugan</a:t>
            </a:r>
            <a:r>
              <a:rPr lang="en-PH" sz="3600" dirty="0"/>
              <a:t> ng </a:t>
            </a:r>
            <a:r>
              <a:rPr lang="en-PH" sz="3600" dirty="0" err="1"/>
              <a:t>Pilibustero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76794185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36:Ang Unang Suliranin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3600" dirty="0" err="1"/>
              <a:t>Dumating</a:t>
            </a:r>
            <a:r>
              <a:rPr lang="en-PH" sz="3600" dirty="0"/>
              <a:t> ng </a:t>
            </a:r>
            <a:r>
              <a:rPr lang="en-PH" sz="3600" dirty="0" err="1"/>
              <a:t>walang</a:t>
            </a:r>
            <a:r>
              <a:rPr lang="en-PH" sz="3600" dirty="0"/>
              <a:t> </a:t>
            </a:r>
            <a:r>
              <a:rPr lang="en-PH" sz="3600" dirty="0" err="1"/>
              <a:t>abiso</a:t>
            </a:r>
            <a:r>
              <a:rPr lang="en-PH" sz="3600" dirty="0"/>
              <a:t> ang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Heneral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bayan </a:t>
            </a:r>
            <a:r>
              <a:rPr lang="en-PH" sz="3600" dirty="0" err="1"/>
              <a:t>nila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kung kaya </a:t>
            </a: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abala</a:t>
            </a:r>
            <a:r>
              <a:rPr lang="en-PH" sz="3600" dirty="0"/>
              <a:t> ang </a:t>
            </a:r>
            <a:r>
              <a:rPr lang="en-PH" sz="3600" dirty="0" err="1"/>
              <a:t>lahat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paghahanda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maibigay</a:t>
            </a:r>
            <a:r>
              <a:rPr lang="en-PH" sz="3600" dirty="0"/>
              <a:t> ang </a:t>
            </a:r>
            <a:r>
              <a:rPr lang="en-PH" sz="3600" dirty="0" err="1"/>
              <a:t>nararapat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pag-istima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Sinamantala</a:t>
            </a:r>
            <a:r>
              <a:rPr lang="en-PH" sz="3600" dirty="0"/>
              <a:t> ng </a:t>
            </a:r>
            <a:r>
              <a:rPr lang="en-PH" sz="3600" dirty="0" err="1"/>
              <a:t>lahat</a:t>
            </a:r>
            <a:r>
              <a:rPr lang="en-PH" sz="3600" dirty="0"/>
              <a:t> ang </a:t>
            </a:r>
            <a:r>
              <a:rPr lang="en-PH" sz="3600" dirty="0" err="1"/>
              <a:t>nalalabing</a:t>
            </a:r>
            <a:r>
              <a:rPr lang="en-PH" sz="3600" dirty="0"/>
              <a:t> </a:t>
            </a:r>
            <a:r>
              <a:rPr lang="en-PH" sz="3600" dirty="0" err="1"/>
              <a:t>oras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makapag-gayak</a:t>
            </a:r>
            <a:r>
              <a:rPr lang="en-PH" sz="3600" dirty="0"/>
              <a:t> </a:t>
            </a:r>
            <a:r>
              <a:rPr lang="en-PH" sz="3600" dirty="0" err="1"/>
              <a:t>maliban</a:t>
            </a:r>
            <a:r>
              <a:rPr lang="en-PH" sz="3600" dirty="0"/>
              <a:t> kay Maria Clara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patuloy</a:t>
            </a:r>
            <a:r>
              <a:rPr lang="en-PH" sz="3600" dirty="0"/>
              <a:t> ang </a:t>
            </a:r>
            <a:r>
              <a:rPr lang="en-PH" sz="3600" dirty="0" err="1"/>
              <a:t>pagtangis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pagbabawal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ama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makipagkita</a:t>
            </a:r>
            <a:r>
              <a:rPr lang="en-PH" sz="3600" dirty="0"/>
              <a:t> kay Ibarra </a:t>
            </a:r>
            <a:r>
              <a:rPr lang="en-PH" sz="3600" dirty="0" err="1"/>
              <a:t>hanggat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ekskomunikado</a:t>
            </a:r>
            <a:r>
              <a:rPr lang="en-PH" sz="3600" dirty="0"/>
              <a:t>. </a:t>
            </a:r>
            <a:r>
              <a:rPr lang="en-PH" sz="3600" dirty="0" err="1"/>
              <a:t>Balewala</a:t>
            </a:r>
            <a:r>
              <a:rPr lang="en-PH" sz="3600" dirty="0"/>
              <a:t> ang </a:t>
            </a:r>
            <a:r>
              <a:rPr lang="en-PH" sz="3600" dirty="0" err="1"/>
              <a:t>pagaalo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</a:t>
            </a:r>
            <a:r>
              <a:rPr lang="en-PH" sz="3600" dirty="0" err="1"/>
              <a:t>nina</a:t>
            </a:r>
            <a:r>
              <a:rPr lang="en-PH" sz="3600" dirty="0"/>
              <a:t> </a:t>
            </a:r>
            <a:r>
              <a:rPr lang="en-PH" sz="3600" dirty="0" err="1"/>
              <a:t>Tiya</a:t>
            </a:r>
            <a:r>
              <a:rPr lang="en-PH" sz="3600" dirty="0"/>
              <a:t> Isabel at </a:t>
            </a:r>
            <a:r>
              <a:rPr lang="en-PH" sz="3600" dirty="0" err="1"/>
              <a:t>Andeng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54696336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36:Ang Unang Suliranin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Iminungkahi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Tiya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maari</a:t>
            </a:r>
            <a:r>
              <a:rPr lang="en-PH" sz="3600" dirty="0"/>
              <a:t> </a:t>
            </a:r>
            <a:r>
              <a:rPr lang="en-PH" sz="3600" dirty="0" err="1"/>
              <a:t>silang</a:t>
            </a:r>
            <a:r>
              <a:rPr lang="en-PH" sz="3600" dirty="0"/>
              <a:t> </a:t>
            </a:r>
            <a:r>
              <a:rPr lang="en-PH" sz="3600" dirty="0" err="1"/>
              <a:t>sumulat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Papa at </a:t>
            </a:r>
            <a:r>
              <a:rPr lang="en-PH" sz="3600" dirty="0" err="1"/>
              <a:t>magbigay</a:t>
            </a:r>
            <a:r>
              <a:rPr lang="en-PH" sz="3600" dirty="0"/>
              <a:t> ng </a:t>
            </a:r>
            <a:r>
              <a:rPr lang="en-PH" sz="3600" dirty="0" err="1"/>
              <a:t>malaking</a:t>
            </a:r>
            <a:r>
              <a:rPr lang="en-PH" sz="3600" dirty="0"/>
              <a:t> </a:t>
            </a:r>
            <a:r>
              <a:rPr lang="en-PH" sz="3600" dirty="0" err="1"/>
              <a:t>halaga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mapawalang</a:t>
            </a:r>
            <a:r>
              <a:rPr lang="en-PH" sz="3600" dirty="0"/>
              <a:t> </a:t>
            </a:r>
            <a:r>
              <a:rPr lang="en-PH" sz="3600" dirty="0" err="1"/>
              <a:t>bisa</a:t>
            </a:r>
            <a:r>
              <a:rPr lang="en-PH" sz="3600" dirty="0"/>
              <a:t> ang </a:t>
            </a:r>
            <a:r>
              <a:rPr lang="en-PH" sz="3600" dirty="0" err="1"/>
              <a:t>ipinataw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binata</a:t>
            </a:r>
            <a:r>
              <a:rPr lang="en-PH" sz="3600" dirty="0"/>
              <a:t>. </a:t>
            </a:r>
            <a:r>
              <a:rPr lang="en-PH" sz="3600" dirty="0" err="1"/>
              <a:t>Nagprisinta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Andeng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gagawa</a:t>
            </a:r>
            <a:r>
              <a:rPr lang="en-PH" sz="3600" dirty="0"/>
              <a:t> </a:t>
            </a:r>
            <a:r>
              <a:rPr lang="en-PH" sz="3600" dirty="0" err="1"/>
              <a:t>umano</a:t>
            </a:r>
            <a:r>
              <a:rPr lang="en-PH" sz="3600" dirty="0"/>
              <a:t> ng </a:t>
            </a:r>
            <a:r>
              <a:rPr lang="en-PH" sz="3600" dirty="0" err="1"/>
              <a:t>paraan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magkausap</a:t>
            </a:r>
            <a:r>
              <a:rPr lang="en-PH" sz="3600" dirty="0"/>
              <a:t> ang </a:t>
            </a:r>
            <a:r>
              <a:rPr lang="en-PH" sz="3600" dirty="0" err="1"/>
              <a:t>magkasintahan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Nagpunta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kumbento</a:t>
            </a:r>
            <a:r>
              <a:rPr lang="en-PH" sz="3600" dirty="0"/>
              <a:t> at </a:t>
            </a:r>
            <a:r>
              <a:rPr lang="en-PH" sz="3600" dirty="0" err="1"/>
              <a:t>inihayag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kay Maria Clara ang </a:t>
            </a:r>
            <a:r>
              <a:rPr lang="en-PH" sz="3600" dirty="0" err="1"/>
              <a:t>desisyon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sirain</a:t>
            </a:r>
            <a:r>
              <a:rPr lang="en-PH" sz="3600" dirty="0"/>
              <a:t> ang </a:t>
            </a:r>
            <a:r>
              <a:rPr lang="en-PH" sz="3600" dirty="0" err="1"/>
              <a:t>nakatakdang</a:t>
            </a:r>
            <a:r>
              <a:rPr lang="en-PH" sz="3600" dirty="0"/>
              <a:t> </a:t>
            </a:r>
            <a:r>
              <a:rPr lang="en-PH" sz="3600" dirty="0" err="1"/>
              <a:t>pakikipag-isang</a:t>
            </a:r>
            <a:r>
              <a:rPr lang="en-PH" sz="3600" dirty="0"/>
              <a:t> </a:t>
            </a:r>
            <a:r>
              <a:rPr lang="en-PH" sz="3600" dirty="0" err="1"/>
              <a:t>dibdib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kay Ibarra.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92964891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36:Ang Unang Suliranin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Ipinag-utos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Padre </a:t>
            </a:r>
            <a:r>
              <a:rPr lang="en-PH" sz="3600" dirty="0" err="1"/>
              <a:t>Sibyla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huwag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tanggapin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kanilang</a:t>
            </a:r>
            <a:r>
              <a:rPr lang="en-PH" sz="3600" dirty="0"/>
              <a:t> </a:t>
            </a:r>
            <a:r>
              <a:rPr lang="en-PH" sz="3600" dirty="0" err="1"/>
              <a:t>tahanan</a:t>
            </a:r>
            <a:r>
              <a:rPr lang="en-PH" sz="3600" dirty="0"/>
              <a:t> ang </a:t>
            </a:r>
            <a:r>
              <a:rPr lang="en-PH" sz="3600" dirty="0" err="1"/>
              <a:t>binata</a:t>
            </a:r>
            <a:r>
              <a:rPr lang="en-PH" sz="3600" dirty="0"/>
              <a:t>. Kahit </a:t>
            </a:r>
            <a:r>
              <a:rPr lang="en-PH" sz="3600" dirty="0" err="1"/>
              <a:t>daw</a:t>
            </a:r>
            <a:r>
              <a:rPr lang="en-PH" sz="3600" dirty="0"/>
              <a:t> ang utang 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limampung</a:t>
            </a:r>
            <a:r>
              <a:rPr lang="en-PH" sz="3600" dirty="0"/>
              <a:t> </a:t>
            </a:r>
            <a:r>
              <a:rPr lang="en-PH" sz="3600" dirty="0" err="1"/>
              <a:t>libong</a:t>
            </a:r>
            <a:r>
              <a:rPr lang="en-PH" sz="3600" dirty="0"/>
              <a:t> </a:t>
            </a:r>
            <a:r>
              <a:rPr lang="en-PH" sz="3600" dirty="0" err="1"/>
              <a:t>piso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dapat</a:t>
            </a:r>
            <a:r>
              <a:rPr lang="en-PH" sz="3600" dirty="0"/>
              <a:t> </a:t>
            </a:r>
            <a:r>
              <a:rPr lang="en-PH" sz="3600" dirty="0" err="1"/>
              <a:t>bayaran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ang </a:t>
            </a:r>
            <a:r>
              <a:rPr lang="en-PH" sz="3600" dirty="0" err="1"/>
              <a:t>kapalit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ay </a:t>
            </a:r>
            <a:r>
              <a:rPr lang="en-PH" sz="3600" dirty="0" err="1"/>
              <a:t>kamatayan</a:t>
            </a:r>
            <a:r>
              <a:rPr lang="en-PH" sz="3600" dirty="0"/>
              <a:t> ng </a:t>
            </a:r>
            <a:r>
              <a:rPr lang="en-PH" sz="3600" dirty="0" err="1"/>
              <a:t>kaluluwa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impyerno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Lalong</a:t>
            </a:r>
            <a:r>
              <a:rPr lang="en-PH" sz="3600" dirty="0"/>
              <a:t> </a:t>
            </a:r>
            <a:r>
              <a:rPr lang="en-PH" sz="3600" dirty="0" err="1"/>
              <a:t>nagdalamhati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Maria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narinig</a:t>
            </a:r>
            <a:r>
              <a:rPr lang="en-PH" sz="3600" dirty="0"/>
              <a:t>. </a:t>
            </a:r>
            <a:r>
              <a:rPr lang="en-PH" sz="3600" dirty="0" err="1"/>
              <a:t>Inalo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ang </a:t>
            </a:r>
            <a:r>
              <a:rPr lang="en-PH" sz="3600" dirty="0" err="1"/>
              <a:t>anak</a:t>
            </a:r>
            <a:r>
              <a:rPr lang="en-PH" sz="3600" dirty="0"/>
              <a:t> at </a:t>
            </a:r>
            <a:r>
              <a:rPr lang="en-PH" sz="3600" dirty="0" err="1"/>
              <a:t>sinabing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Padre </a:t>
            </a:r>
            <a:r>
              <a:rPr lang="en-PH" sz="3600" dirty="0" err="1"/>
              <a:t>Damaso</a:t>
            </a:r>
            <a:r>
              <a:rPr lang="en-PH" sz="3600" dirty="0"/>
              <a:t> ay may </a:t>
            </a:r>
            <a:r>
              <a:rPr lang="en-PH" sz="3600" dirty="0" err="1"/>
              <a:t>inilaan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binata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kamaganak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manggagaling</a:t>
            </a:r>
            <a:r>
              <a:rPr lang="en-PH" sz="3600" dirty="0"/>
              <a:t> pa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Europa.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99574659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36:Ang Unang Suliranin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Nasindak</a:t>
            </a:r>
            <a:r>
              <a:rPr lang="en-PH" sz="3600" dirty="0"/>
              <a:t> </a:t>
            </a:r>
            <a:r>
              <a:rPr lang="en-PH" sz="3600" dirty="0" err="1"/>
              <a:t>nang</a:t>
            </a:r>
            <a:r>
              <a:rPr lang="en-PH" sz="3600" dirty="0"/>
              <a:t> </a:t>
            </a:r>
            <a:r>
              <a:rPr lang="en-PH" sz="3600" dirty="0" err="1"/>
              <a:t>lalo</a:t>
            </a:r>
            <a:r>
              <a:rPr lang="en-PH" sz="3600" dirty="0"/>
              <a:t> ang </a:t>
            </a:r>
            <a:r>
              <a:rPr lang="en-PH" sz="3600" dirty="0" err="1"/>
              <a:t>dalaga</a:t>
            </a:r>
            <a:r>
              <a:rPr lang="en-PH" sz="3600" dirty="0"/>
              <a:t> at </a:t>
            </a:r>
            <a:r>
              <a:rPr lang="en-PH" sz="3600" dirty="0" err="1"/>
              <a:t>maging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Tiya</a:t>
            </a:r>
            <a:r>
              <a:rPr lang="en-PH" sz="3600" dirty="0"/>
              <a:t> Isabel ay </a:t>
            </a:r>
            <a:r>
              <a:rPr lang="en-PH" sz="3600" dirty="0" err="1"/>
              <a:t>nagalit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kaya </a:t>
            </a:r>
            <a:r>
              <a:rPr lang="en-PH" sz="3600" dirty="0" err="1"/>
              <a:t>pinagsabihan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parang </a:t>
            </a:r>
            <a:r>
              <a:rPr lang="en-PH" sz="3600" dirty="0" err="1"/>
              <a:t>damit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isinusuot</a:t>
            </a:r>
            <a:r>
              <a:rPr lang="en-PH" sz="3600" dirty="0"/>
              <a:t> ang </a:t>
            </a:r>
            <a:r>
              <a:rPr lang="en-PH" sz="3600" dirty="0" err="1"/>
              <a:t>magpalit</a:t>
            </a:r>
            <a:r>
              <a:rPr lang="en-PH" sz="3600" dirty="0"/>
              <a:t> ng </a:t>
            </a:r>
            <a:r>
              <a:rPr lang="en-PH" sz="3600" dirty="0" err="1"/>
              <a:t>katipan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Hindi </a:t>
            </a:r>
            <a:r>
              <a:rPr lang="en-PH" sz="3600" dirty="0" err="1"/>
              <a:t>rin</a:t>
            </a:r>
            <a:r>
              <a:rPr lang="en-PH" sz="3600" dirty="0"/>
              <a:t> </a:t>
            </a:r>
            <a:r>
              <a:rPr lang="en-PH" sz="3600" dirty="0" err="1"/>
              <a:t>pumayag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ng </a:t>
            </a:r>
            <a:r>
              <a:rPr lang="en-PH" sz="3600" dirty="0" err="1"/>
              <a:t>imungkahi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Tiya</a:t>
            </a:r>
            <a:r>
              <a:rPr lang="en-PH" sz="3600" dirty="0"/>
              <a:t> Isabel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sulatan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ang </a:t>
            </a:r>
            <a:r>
              <a:rPr lang="en-PH" sz="3600" dirty="0" err="1"/>
              <a:t>Arsobispo</a:t>
            </a:r>
            <a:r>
              <a:rPr lang="en-PH" sz="3600" dirty="0"/>
              <a:t>. Ayon kay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ay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 </a:t>
            </a:r>
            <a:r>
              <a:rPr lang="en-PH" sz="3600" dirty="0" err="1"/>
              <a:t>pakikinggan</a:t>
            </a:r>
            <a:r>
              <a:rPr lang="en-PH" sz="3600" dirty="0"/>
              <a:t> </a:t>
            </a:r>
            <a:r>
              <a:rPr lang="en-PH" sz="3600" dirty="0" err="1"/>
              <a:t>kundi</a:t>
            </a:r>
            <a:r>
              <a:rPr lang="en-PH" sz="3600" dirty="0"/>
              <a:t> ang </a:t>
            </a:r>
            <a:r>
              <a:rPr lang="en-PH" sz="3600" dirty="0" err="1"/>
              <a:t>desisyon</a:t>
            </a:r>
            <a:r>
              <a:rPr lang="en-PH" sz="3600" dirty="0"/>
              <a:t> </a:t>
            </a:r>
            <a:r>
              <a:rPr lang="en-PH" sz="3600" dirty="0" err="1"/>
              <a:t>lamang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pari</a:t>
            </a:r>
            <a:r>
              <a:rPr lang="en-PH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9421141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36:Ang Unang Suliranin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Pagkatapos</a:t>
            </a:r>
            <a:r>
              <a:rPr lang="en-PH" sz="3600" dirty="0"/>
              <a:t> </a:t>
            </a:r>
            <a:r>
              <a:rPr lang="en-PH" sz="3600" dirty="0" err="1"/>
              <a:t>nito’y</a:t>
            </a:r>
            <a:r>
              <a:rPr lang="en-PH" sz="3600" dirty="0"/>
              <a:t> </a:t>
            </a:r>
            <a:r>
              <a:rPr lang="en-PH" sz="3600" dirty="0" err="1"/>
              <a:t>bumalik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paghahanda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bahay</a:t>
            </a:r>
            <a:r>
              <a:rPr lang="en-PH" sz="3600" dirty="0"/>
              <a:t> ang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samantalang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Maria ay </a:t>
            </a:r>
            <a:r>
              <a:rPr lang="en-PH" sz="3600" dirty="0" err="1"/>
              <a:t>pumasok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silid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 err="1"/>
              <a:t>Ilang</a:t>
            </a:r>
            <a:r>
              <a:rPr lang="en-PH" sz="3600" dirty="0"/>
              <a:t> </a:t>
            </a:r>
            <a:r>
              <a:rPr lang="en-PH" sz="3600" dirty="0" err="1"/>
              <a:t>sandali</a:t>
            </a:r>
            <a:r>
              <a:rPr lang="en-PH" sz="3600" dirty="0"/>
              <a:t> </a:t>
            </a:r>
            <a:r>
              <a:rPr lang="en-PH" sz="3600" dirty="0" err="1"/>
              <a:t>pa’y</a:t>
            </a:r>
            <a:r>
              <a:rPr lang="en-PH" sz="3600" dirty="0"/>
              <a:t> </a:t>
            </a:r>
            <a:r>
              <a:rPr lang="en-PH" sz="3600" dirty="0" err="1"/>
              <a:t>dumating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Heneral</a:t>
            </a:r>
            <a:r>
              <a:rPr lang="en-PH" sz="3600" dirty="0"/>
              <a:t> at </a:t>
            </a:r>
            <a:r>
              <a:rPr lang="en-PH" sz="3600" dirty="0" err="1"/>
              <a:t>napuno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rin</a:t>
            </a:r>
            <a:r>
              <a:rPr lang="en-PH" sz="3600" dirty="0"/>
              <a:t> ang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Tyago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. </a:t>
            </a:r>
            <a:r>
              <a:rPr lang="en-PH" sz="3600" dirty="0" err="1"/>
              <a:t>Taimtim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nananalangin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Maria ng </a:t>
            </a:r>
            <a:r>
              <a:rPr lang="en-PH" sz="3600" dirty="0" err="1"/>
              <a:t>siya</a:t>
            </a:r>
            <a:r>
              <a:rPr lang="en-PH" sz="3600" dirty="0"/>
              <a:t> ay </a:t>
            </a:r>
            <a:r>
              <a:rPr lang="en-PH" sz="3600" dirty="0" err="1"/>
              <a:t>pasukin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Tiya</a:t>
            </a:r>
            <a:r>
              <a:rPr lang="en-PH" sz="3600" dirty="0"/>
              <a:t> Isabel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ipinatatawag</a:t>
            </a:r>
            <a:r>
              <a:rPr lang="en-PH" sz="3600" dirty="0"/>
              <a:t> </a:t>
            </a:r>
            <a:r>
              <a:rPr lang="en-PH" sz="3600" dirty="0" err="1"/>
              <a:t>daw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ng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Heneral</a:t>
            </a:r>
            <a:r>
              <a:rPr lang="en-PH" sz="3600" dirty="0"/>
              <a:t>. </a:t>
            </a:r>
            <a:r>
              <a:rPr lang="en-PH" sz="3600" dirty="0" err="1"/>
              <a:t>Pagdaka’y</a:t>
            </a:r>
            <a:r>
              <a:rPr lang="en-PH" sz="3600" dirty="0"/>
              <a:t> </a:t>
            </a:r>
            <a:r>
              <a:rPr lang="en-PH" sz="3600" dirty="0" err="1"/>
              <a:t>sumunod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ang </a:t>
            </a:r>
            <a:r>
              <a:rPr lang="en-PH" sz="3600" dirty="0" err="1"/>
              <a:t>dalaga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6911893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37:Ang Kapitan Heneral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5400" dirty="0" err="1"/>
              <a:t>Ipinahanap</a:t>
            </a:r>
            <a:r>
              <a:rPr lang="en-PH" sz="5400" dirty="0"/>
              <a:t> </a:t>
            </a:r>
            <a:r>
              <a:rPr lang="en-PH" sz="5400" dirty="0" err="1"/>
              <a:t>agad</a:t>
            </a:r>
            <a:r>
              <a:rPr lang="en-PH" sz="5400" dirty="0"/>
              <a:t> ng </a:t>
            </a:r>
            <a:r>
              <a:rPr lang="en-PH" sz="5400" dirty="0" err="1"/>
              <a:t>Kapitan</a:t>
            </a:r>
            <a:r>
              <a:rPr lang="en-PH" sz="5400" dirty="0"/>
              <a:t> </a:t>
            </a:r>
            <a:r>
              <a:rPr lang="en-PH" sz="5400" dirty="0" err="1"/>
              <a:t>Heneral</a:t>
            </a:r>
            <a:r>
              <a:rPr lang="en-PH" sz="5400" dirty="0"/>
              <a:t> </a:t>
            </a:r>
            <a:r>
              <a:rPr lang="en-PH" sz="5400" dirty="0" err="1"/>
              <a:t>si</a:t>
            </a:r>
            <a:r>
              <a:rPr lang="en-PH" sz="5400" dirty="0"/>
              <a:t> Ibarra </a:t>
            </a:r>
            <a:r>
              <a:rPr lang="en-PH" sz="5400" dirty="0" err="1"/>
              <a:t>pagkarating</a:t>
            </a:r>
            <a:r>
              <a:rPr lang="en-PH" sz="5400" dirty="0"/>
              <a:t> </a:t>
            </a:r>
            <a:r>
              <a:rPr lang="en-PH" sz="5400" dirty="0" err="1"/>
              <a:t>niya</a:t>
            </a:r>
            <a:r>
              <a:rPr lang="en-PH" sz="5400" dirty="0"/>
              <a:t>. </a:t>
            </a:r>
            <a:r>
              <a:rPr lang="en-PH" sz="5400" dirty="0" err="1"/>
              <a:t>Kinausap</a:t>
            </a:r>
            <a:r>
              <a:rPr lang="en-PH" sz="5400" dirty="0"/>
              <a:t> </a:t>
            </a:r>
            <a:r>
              <a:rPr lang="en-PH" sz="5400" dirty="0" err="1"/>
              <a:t>niya</a:t>
            </a:r>
            <a:r>
              <a:rPr lang="en-PH" sz="5400" dirty="0"/>
              <a:t> ang </a:t>
            </a:r>
            <a:r>
              <a:rPr lang="en-PH" sz="5400" dirty="0" err="1"/>
              <a:t>binata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nakagalitan</a:t>
            </a:r>
            <a:r>
              <a:rPr lang="en-PH" sz="5400" dirty="0"/>
              <a:t> </a:t>
            </a:r>
            <a:r>
              <a:rPr lang="en-PH" sz="5400" dirty="0" err="1"/>
              <a:t>ni</a:t>
            </a:r>
            <a:r>
              <a:rPr lang="en-PH" sz="5400" dirty="0"/>
              <a:t> Padre </a:t>
            </a:r>
            <a:r>
              <a:rPr lang="en-PH" sz="5400" dirty="0" err="1"/>
              <a:t>Damaso</a:t>
            </a:r>
            <a:r>
              <a:rPr lang="en-PH" sz="5400" dirty="0"/>
              <a:t> ng </a:t>
            </a:r>
            <a:r>
              <a:rPr lang="en-PH" sz="5400" dirty="0" err="1"/>
              <a:t>ito</a:t>
            </a:r>
            <a:r>
              <a:rPr lang="en-PH" sz="5400" dirty="0"/>
              <a:t> ay </a:t>
            </a:r>
            <a:r>
              <a:rPr lang="en-PH" sz="5400" dirty="0" err="1"/>
              <a:t>lumabas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kalagitnaan</a:t>
            </a:r>
            <a:r>
              <a:rPr lang="en-PH" sz="5400" dirty="0"/>
              <a:t> ng sermon.</a:t>
            </a:r>
          </a:p>
        </p:txBody>
      </p:sp>
    </p:spTree>
    <p:extLst>
      <p:ext uri="{BB962C8B-B14F-4D97-AF65-F5344CB8AC3E}">
        <p14:creationId xmlns:p14="http://schemas.microsoft.com/office/powerpoint/2010/main" val="165306143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37:Ang Kapitan Heneral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PH" sz="5400" dirty="0"/>
              <a:t>Akala ng </a:t>
            </a:r>
            <a:r>
              <a:rPr lang="en-PH" sz="5400" dirty="0" err="1"/>
              <a:t>binata</a:t>
            </a:r>
            <a:r>
              <a:rPr lang="en-PH" sz="5400" dirty="0"/>
              <a:t> ay </a:t>
            </a:r>
            <a:r>
              <a:rPr lang="en-PH" sz="5400" dirty="0" err="1"/>
              <a:t>sasamain</a:t>
            </a:r>
            <a:r>
              <a:rPr lang="en-PH" sz="5400" dirty="0"/>
              <a:t> </a:t>
            </a:r>
            <a:r>
              <a:rPr lang="en-PH" sz="5400" dirty="0" err="1"/>
              <a:t>siya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Kapitan</a:t>
            </a:r>
            <a:r>
              <a:rPr lang="en-PH" sz="5400" dirty="0"/>
              <a:t> </a:t>
            </a:r>
            <a:r>
              <a:rPr lang="en-PH" sz="5400" dirty="0" err="1"/>
              <a:t>Heneral</a:t>
            </a:r>
            <a:r>
              <a:rPr lang="en-PH" sz="5400" dirty="0"/>
              <a:t> </a:t>
            </a:r>
            <a:r>
              <a:rPr lang="en-PH" sz="5400" dirty="0" err="1"/>
              <a:t>ngunit</a:t>
            </a:r>
            <a:r>
              <a:rPr lang="en-PH" sz="5400" dirty="0"/>
              <a:t> </a:t>
            </a:r>
            <a:r>
              <a:rPr lang="en-PH" sz="5400" dirty="0" err="1"/>
              <a:t>matapos</a:t>
            </a:r>
            <a:r>
              <a:rPr lang="en-PH" sz="5400" dirty="0"/>
              <a:t> </a:t>
            </a:r>
            <a:r>
              <a:rPr lang="en-PH" sz="5400" dirty="0" err="1"/>
              <a:t>niya</a:t>
            </a:r>
            <a:r>
              <a:rPr lang="en-PH" sz="5400" dirty="0"/>
              <a:t> </a:t>
            </a:r>
            <a:r>
              <a:rPr lang="en-PH" sz="5400" dirty="0" err="1"/>
              <a:t>itong</a:t>
            </a:r>
            <a:r>
              <a:rPr lang="en-PH" sz="5400" dirty="0"/>
              <a:t> </a:t>
            </a:r>
            <a:r>
              <a:rPr lang="en-PH" sz="5400" dirty="0" err="1"/>
              <a:t>kausapin</a:t>
            </a:r>
            <a:r>
              <a:rPr lang="en-PH" sz="5400" dirty="0"/>
              <a:t> ay </a:t>
            </a:r>
            <a:r>
              <a:rPr lang="en-PH" sz="5400" dirty="0" err="1"/>
              <a:t>nakangiti</a:t>
            </a:r>
            <a:r>
              <a:rPr lang="en-PH" sz="5400" dirty="0"/>
              <a:t> </a:t>
            </a:r>
            <a:r>
              <a:rPr lang="en-PH" sz="5400" dirty="0" err="1"/>
              <a:t>itong</a:t>
            </a:r>
            <a:r>
              <a:rPr lang="en-PH" sz="5400" dirty="0"/>
              <a:t> </a:t>
            </a:r>
            <a:r>
              <a:rPr lang="en-PH" sz="5400" dirty="0" err="1"/>
              <a:t>lumabas</a:t>
            </a:r>
            <a:r>
              <a:rPr lang="en-PH" sz="5400" dirty="0"/>
              <a:t> ng </a:t>
            </a:r>
            <a:r>
              <a:rPr lang="en-PH" sz="5400" dirty="0" err="1"/>
              <a:t>silid</a:t>
            </a:r>
            <a:r>
              <a:rPr lang="en-PH" sz="5400" dirty="0"/>
              <a:t>. Tanda </a:t>
            </a:r>
            <a:r>
              <a:rPr lang="en-PH" sz="5400" dirty="0" err="1"/>
              <a:t>ito</a:t>
            </a:r>
            <a:r>
              <a:rPr lang="en-PH" sz="5400" dirty="0"/>
              <a:t> ng </a:t>
            </a:r>
            <a:r>
              <a:rPr lang="en-PH" sz="5400" dirty="0" err="1"/>
              <a:t>mabuting</a:t>
            </a:r>
            <a:r>
              <a:rPr lang="en-PH" sz="5400" dirty="0"/>
              <a:t> ugali ng </a:t>
            </a:r>
            <a:r>
              <a:rPr lang="en-PH" sz="5400" dirty="0" err="1"/>
              <a:t>Kapitan-Heneral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mayroong</a:t>
            </a:r>
            <a:r>
              <a:rPr lang="en-PH" sz="5400" dirty="0"/>
              <a:t> </a:t>
            </a:r>
            <a:r>
              <a:rPr lang="en-PH" sz="5400" dirty="0" err="1"/>
              <a:t>panahon</a:t>
            </a:r>
            <a:r>
              <a:rPr lang="en-PH" sz="5400" dirty="0"/>
              <a:t> basta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katarungan</a:t>
            </a:r>
            <a:r>
              <a:rPr lang="en-PH" sz="5400" dirty="0"/>
              <a:t>.</a:t>
            </a:r>
          </a:p>
          <a:p>
            <a:pPr marL="0" indent="0" algn="just">
              <a:buNone/>
            </a:pPr>
            <a:r>
              <a:rPr lang="en-PH" sz="5400" dirty="0" err="1"/>
              <a:t>Sumunod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kinausap</a:t>
            </a:r>
            <a:r>
              <a:rPr lang="en-PH" sz="5400" dirty="0"/>
              <a:t> ng </a:t>
            </a:r>
            <a:r>
              <a:rPr lang="en-PH" sz="5400" dirty="0" err="1"/>
              <a:t>Kapitan</a:t>
            </a:r>
            <a:r>
              <a:rPr lang="en-PH" sz="5400" dirty="0"/>
              <a:t> </a:t>
            </a:r>
            <a:r>
              <a:rPr lang="en-PH" sz="5400" dirty="0" err="1"/>
              <a:t>Heneral</a:t>
            </a:r>
            <a:r>
              <a:rPr lang="en-PH" sz="5400" dirty="0"/>
              <a:t> ang </a:t>
            </a:r>
            <a:r>
              <a:rPr lang="en-PH" sz="5400" dirty="0" err="1"/>
              <a:t>mga</a:t>
            </a:r>
            <a:r>
              <a:rPr lang="en-PH" sz="5400" dirty="0"/>
              <a:t> </a:t>
            </a:r>
            <a:r>
              <a:rPr lang="en-PH" sz="5400" dirty="0" err="1"/>
              <a:t>prayle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sina</a:t>
            </a:r>
            <a:r>
              <a:rPr lang="en-PH" sz="5400" dirty="0"/>
              <a:t> Padre </a:t>
            </a:r>
            <a:r>
              <a:rPr lang="en-PH" sz="5400" dirty="0" err="1"/>
              <a:t>Sibyla</a:t>
            </a:r>
            <a:r>
              <a:rPr lang="en-PH" sz="5400" dirty="0"/>
              <a:t>, Padre Martin, Padre Salvi at </a:t>
            </a:r>
            <a:r>
              <a:rPr lang="en-PH" sz="5400" dirty="0" err="1"/>
              <a:t>iba</a:t>
            </a:r>
            <a:r>
              <a:rPr lang="en-PH" sz="5400" dirty="0"/>
              <a:t> pa. </a:t>
            </a:r>
          </a:p>
        </p:txBody>
      </p:sp>
    </p:spTree>
    <p:extLst>
      <p:ext uri="{BB962C8B-B14F-4D97-AF65-F5344CB8AC3E}">
        <p14:creationId xmlns:p14="http://schemas.microsoft.com/office/powerpoint/2010/main" val="194690985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37:Ang Kapitan Heneral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PH" sz="5400" dirty="0" err="1"/>
              <a:t>Nagpakita</a:t>
            </a:r>
            <a:r>
              <a:rPr lang="en-PH" sz="5400" dirty="0"/>
              <a:t> ng </a:t>
            </a:r>
            <a:r>
              <a:rPr lang="en-PH" sz="5400" dirty="0" err="1"/>
              <a:t>paggalang</a:t>
            </a:r>
            <a:r>
              <a:rPr lang="en-PH" sz="5400" dirty="0"/>
              <a:t> ang </a:t>
            </a:r>
            <a:r>
              <a:rPr lang="en-PH" sz="5400" dirty="0" err="1"/>
              <a:t>mga</a:t>
            </a:r>
            <a:r>
              <a:rPr lang="en-PH" sz="5400" dirty="0"/>
              <a:t> </a:t>
            </a:r>
            <a:r>
              <a:rPr lang="en-PH" sz="5400" dirty="0" err="1"/>
              <a:t>ito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pamamagitan</a:t>
            </a:r>
            <a:r>
              <a:rPr lang="en-PH" sz="5400" dirty="0"/>
              <a:t> ng </a:t>
            </a:r>
            <a:r>
              <a:rPr lang="en-PH" sz="5400" dirty="0" err="1"/>
              <a:t>pagyuko</a:t>
            </a:r>
            <a:r>
              <a:rPr lang="en-PH" sz="5400" dirty="0"/>
              <a:t> </a:t>
            </a:r>
            <a:r>
              <a:rPr lang="en-PH" sz="5400" dirty="0" err="1"/>
              <a:t>maliban</a:t>
            </a:r>
            <a:r>
              <a:rPr lang="en-PH" sz="5400" dirty="0"/>
              <a:t> kay Padre </a:t>
            </a:r>
            <a:r>
              <a:rPr lang="en-PH" sz="5400" dirty="0" err="1"/>
              <a:t>Sibyla</a:t>
            </a:r>
            <a:r>
              <a:rPr lang="en-PH" sz="5400" dirty="0"/>
              <a:t> </a:t>
            </a:r>
            <a:r>
              <a:rPr lang="en-PH" sz="5400" dirty="0" err="1"/>
              <a:t>samantalang</a:t>
            </a:r>
            <a:r>
              <a:rPr lang="en-PH" sz="5400" dirty="0"/>
              <a:t> </a:t>
            </a:r>
            <a:r>
              <a:rPr lang="en-PH" sz="5400" dirty="0" err="1"/>
              <a:t>si</a:t>
            </a:r>
            <a:r>
              <a:rPr lang="en-PH" sz="5400" dirty="0"/>
              <a:t> Padre Salvi </a:t>
            </a:r>
            <a:r>
              <a:rPr lang="en-PH" sz="5400" dirty="0" err="1"/>
              <a:t>naman</a:t>
            </a:r>
            <a:r>
              <a:rPr lang="en-PH" sz="5400" dirty="0"/>
              <a:t> ay halos </a:t>
            </a:r>
            <a:r>
              <a:rPr lang="en-PH" sz="5400" dirty="0" err="1"/>
              <a:t>mabali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ung</a:t>
            </a:r>
            <a:r>
              <a:rPr lang="en-PH" sz="5400" dirty="0"/>
              <a:t> </a:t>
            </a:r>
            <a:r>
              <a:rPr lang="en-PH" sz="5400" dirty="0" err="1"/>
              <a:t>baywang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pagkakayuko</a:t>
            </a:r>
            <a:r>
              <a:rPr lang="en-PH" sz="5400" dirty="0"/>
              <a:t>. </a:t>
            </a:r>
            <a:r>
              <a:rPr lang="en-PH" sz="5400" dirty="0" err="1"/>
              <a:t>Kanilang</a:t>
            </a:r>
            <a:r>
              <a:rPr lang="en-PH" sz="5400" dirty="0"/>
              <a:t> </a:t>
            </a:r>
            <a:r>
              <a:rPr lang="en-PH" sz="5400" dirty="0" err="1"/>
              <a:t>binanggit</a:t>
            </a:r>
            <a:r>
              <a:rPr lang="en-PH" sz="5400" dirty="0"/>
              <a:t> ang </a:t>
            </a:r>
            <a:r>
              <a:rPr lang="en-PH" sz="5400" dirty="0" err="1"/>
              <a:t>pagkakasakit</a:t>
            </a:r>
            <a:r>
              <a:rPr lang="en-PH" sz="5400" dirty="0"/>
              <a:t> </a:t>
            </a:r>
            <a:r>
              <a:rPr lang="en-PH" sz="5400" dirty="0" err="1"/>
              <a:t>ni</a:t>
            </a:r>
            <a:r>
              <a:rPr lang="en-PH" sz="5400" dirty="0"/>
              <a:t> Padre </a:t>
            </a:r>
            <a:r>
              <a:rPr lang="en-PH" sz="5400" dirty="0" err="1"/>
              <a:t>Damaso</a:t>
            </a:r>
            <a:r>
              <a:rPr lang="en-PH" sz="5400" dirty="0"/>
              <a:t> kaya </a:t>
            </a:r>
            <a:r>
              <a:rPr lang="en-PH" sz="5400" dirty="0" err="1"/>
              <a:t>wala</a:t>
            </a:r>
            <a:r>
              <a:rPr lang="en-PH" sz="5400" dirty="0"/>
              <a:t> </a:t>
            </a:r>
            <a:r>
              <a:rPr lang="en-PH" sz="5400" dirty="0" err="1"/>
              <a:t>siya</a:t>
            </a:r>
            <a:r>
              <a:rPr lang="en-PH" sz="5400" dirty="0"/>
              <a:t> doon.</a:t>
            </a:r>
          </a:p>
        </p:txBody>
      </p:sp>
    </p:spTree>
    <p:extLst>
      <p:ext uri="{BB962C8B-B14F-4D97-AF65-F5344CB8AC3E}">
        <p14:creationId xmlns:p14="http://schemas.microsoft.com/office/powerpoint/2010/main" val="141050908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37:Ang Kapitan Heneral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PH" sz="5400" dirty="0" err="1"/>
              <a:t>Sumunod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nagbigay</a:t>
            </a:r>
            <a:r>
              <a:rPr lang="en-PH" sz="5400" dirty="0"/>
              <a:t> </a:t>
            </a:r>
            <a:r>
              <a:rPr lang="en-PH" sz="5400" dirty="0" err="1"/>
              <a:t>galang</a:t>
            </a:r>
            <a:r>
              <a:rPr lang="en-PH" sz="5400" dirty="0"/>
              <a:t> </a:t>
            </a:r>
            <a:r>
              <a:rPr lang="en-PH" sz="5400" dirty="0" err="1"/>
              <a:t>sina</a:t>
            </a:r>
            <a:r>
              <a:rPr lang="en-PH" sz="5400" dirty="0"/>
              <a:t> </a:t>
            </a:r>
            <a:r>
              <a:rPr lang="en-PH" sz="5400" dirty="0" err="1"/>
              <a:t>Kapitan</a:t>
            </a:r>
            <a:r>
              <a:rPr lang="en-PH" sz="5400" dirty="0"/>
              <a:t> </a:t>
            </a:r>
            <a:r>
              <a:rPr lang="en-PH" sz="5400" dirty="0" err="1"/>
              <a:t>Tiyago</a:t>
            </a:r>
            <a:r>
              <a:rPr lang="en-PH" sz="5400" dirty="0"/>
              <a:t> at Maria Clara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pinapurihan</a:t>
            </a:r>
            <a:r>
              <a:rPr lang="en-PH" sz="5400" dirty="0"/>
              <a:t> ng </a:t>
            </a:r>
            <a:r>
              <a:rPr lang="en-PH" sz="5400" dirty="0" err="1"/>
              <a:t>Heneral</a:t>
            </a:r>
            <a:r>
              <a:rPr lang="en-PH" sz="5400" dirty="0"/>
              <a:t> </a:t>
            </a:r>
            <a:r>
              <a:rPr lang="en-PH" sz="5400" dirty="0" err="1"/>
              <a:t>dahil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katapangan</a:t>
            </a:r>
            <a:r>
              <a:rPr lang="en-PH" sz="5400" dirty="0"/>
              <a:t> </a:t>
            </a:r>
            <a:r>
              <a:rPr lang="en-PH" sz="5400" dirty="0" err="1"/>
              <a:t>nito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paggitna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away </a:t>
            </a:r>
            <a:r>
              <a:rPr lang="en-PH" sz="5400" dirty="0" err="1"/>
              <a:t>ni</a:t>
            </a:r>
            <a:r>
              <a:rPr lang="en-PH" sz="5400" dirty="0"/>
              <a:t> Ibarra at Padre </a:t>
            </a:r>
            <a:r>
              <a:rPr lang="en-PH" sz="5400" dirty="0" err="1"/>
              <a:t>Damaso</a:t>
            </a:r>
            <a:r>
              <a:rPr lang="en-PH" sz="5400" dirty="0"/>
              <a:t>, </a:t>
            </a:r>
            <a:r>
              <a:rPr lang="en-PH" sz="5400" dirty="0" err="1"/>
              <a:t>maging</a:t>
            </a:r>
            <a:r>
              <a:rPr lang="en-PH" sz="5400" dirty="0"/>
              <a:t> ang </a:t>
            </a:r>
            <a:r>
              <a:rPr lang="en-PH" sz="5400" dirty="0" err="1"/>
              <a:t>pagbabalik</a:t>
            </a:r>
            <a:r>
              <a:rPr lang="en-PH" sz="5400" dirty="0"/>
              <a:t> ng </a:t>
            </a:r>
            <a:r>
              <a:rPr lang="en-PH" sz="5400" dirty="0" err="1"/>
              <a:t>hinahon</a:t>
            </a:r>
            <a:r>
              <a:rPr lang="en-PH" sz="5400" dirty="0"/>
              <a:t> ng </a:t>
            </a:r>
            <a:r>
              <a:rPr lang="en-PH" sz="5400" dirty="0" err="1"/>
              <a:t>binata</a:t>
            </a:r>
            <a:r>
              <a:rPr lang="en-PH" sz="5400" dirty="0"/>
              <a:t> </a:t>
            </a:r>
            <a:r>
              <a:rPr lang="en-PH" sz="5400" dirty="0" err="1"/>
              <a:t>dahil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rin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kanya</a:t>
            </a:r>
            <a:r>
              <a:rPr lang="en-PH" sz="5400" dirty="0"/>
              <a:t>. </a:t>
            </a:r>
            <a:r>
              <a:rPr lang="en-PH" sz="5400" dirty="0" err="1"/>
              <a:t>Nabanggit</a:t>
            </a:r>
            <a:r>
              <a:rPr lang="en-PH" sz="5400" dirty="0"/>
              <a:t> ng </a:t>
            </a:r>
            <a:r>
              <a:rPr lang="en-PH" sz="5400" dirty="0" err="1"/>
              <a:t>Heneral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dapat</a:t>
            </a:r>
            <a:r>
              <a:rPr lang="en-PH" sz="5400" dirty="0"/>
              <a:t> </a:t>
            </a:r>
            <a:r>
              <a:rPr lang="en-PH" sz="5400" dirty="0" err="1"/>
              <a:t>siyang</a:t>
            </a:r>
            <a:r>
              <a:rPr lang="en-PH" sz="5400" dirty="0"/>
              <a:t> </a:t>
            </a:r>
            <a:r>
              <a:rPr lang="en-PH" sz="5400" dirty="0" err="1"/>
              <a:t>gantimpalaan</a:t>
            </a:r>
            <a:r>
              <a:rPr lang="en-PH" sz="5400" dirty="0"/>
              <a:t> </a:t>
            </a:r>
            <a:r>
              <a:rPr lang="en-PH" sz="5400" dirty="0" err="1"/>
              <a:t>dahil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kanyang</a:t>
            </a:r>
            <a:r>
              <a:rPr lang="en-PH" sz="5400" dirty="0"/>
              <a:t> </a:t>
            </a:r>
            <a:r>
              <a:rPr lang="en-PH" sz="5400" dirty="0" err="1"/>
              <a:t>ginawa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agad</a:t>
            </a:r>
            <a:r>
              <a:rPr lang="en-PH" sz="5400" dirty="0"/>
              <a:t> </a:t>
            </a:r>
            <a:r>
              <a:rPr lang="en-PH" sz="5400" dirty="0" err="1"/>
              <a:t>namang</a:t>
            </a:r>
            <a:r>
              <a:rPr lang="en-PH" sz="5400" dirty="0"/>
              <a:t> </a:t>
            </a:r>
            <a:r>
              <a:rPr lang="en-PH" sz="5400" dirty="0" err="1"/>
              <a:t>tinanggihan</a:t>
            </a:r>
            <a:r>
              <a:rPr lang="en-PH" sz="5400" dirty="0"/>
              <a:t> ng </a:t>
            </a:r>
            <a:r>
              <a:rPr lang="en-PH" sz="5400" dirty="0" err="1"/>
              <a:t>dalaga</a:t>
            </a:r>
            <a:r>
              <a:rPr lang="en-PH" sz="5400"/>
              <a:t>.</a:t>
            </a:r>
            <a:endParaRPr lang="en-PH" sz="5400" dirty="0"/>
          </a:p>
        </p:txBody>
      </p:sp>
    </p:spTree>
    <p:extLst>
      <p:ext uri="{BB962C8B-B14F-4D97-AF65-F5344CB8AC3E}">
        <p14:creationId xmlns:p14="http://schemas.microsoft.com/office/powerpoint/2010/main" val="71256767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38:Ang Prusisyon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Ang </a:t>
            </a:r>
            <a:r>
              <a:rPr lang="en-PH" sz="3600" dirty="0" err="1"/>
              <a:t>sunod-sunod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pagtunog</a:t>
            </a:r>
            <a:r>
              <a:rPr lang="en-PH" sz="3600" dirty="0"/>
              <a:t> ng </a:t>
            </a:r>
            <a:r>
              <a:rPr lang="en-PH" sz="3600" dirty="0" err="1"/>
              <a:t>kampana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paputok</a:t>
            </a:r>
            <a:r>
              <a:rPr lang="en-PH" sz="3600" dirty="0"/>
              <a:t> ay </a:t>
            </a:r>
            <a:r>
              <a:rPr lang="en-PH" sz="3600" dirty="0" err="1"/>
              <a:t>hudyat</a:t>
            </a:r>
            <a:r>
              <a:rPr lang="en-PH" sz="3600" dirty="0"/>
              <a:t> ng </a:t>
            </a:r>
            <a:r>
              <a:rPr lang="en-PH" sz="3600" dirty="0" err="1"/>
              <a:t>pagsisimula</a:t>
            </a:r>
            <a:r>
              <a:rPr lang="en-PH" sz="3600" dirty="0"/>
              <a:t> ng </a:t>
            </a:r>
            <a:r>
              <a:rPr lang="en-PH" sz="3600" dirty="0" err="1"/>
              <a:t>prusisyon</a:t>
            </a:r>
            <a:r>
              <a:rPr lang="en-PH" sz="3600" dirty="0"/>
              <a:t>. May </a:t>
            </a:r>
            <a:r>
              <a:rPr lang="en-PH" sz="3600" dirty="0" err="1"/>
              <a:t>dala-dalang</a:t>
            </a:r>
            <a:r>
              <a:rPr lang="en-PH" sz="3600" dirty="0"/>
              <a:t> </a:t>
            </a:r>
            <a:r>
              <a:rPr lang="en-PH" sz="3600" dirty="0" err="1"/>
              <a:t>kandila</a:t>
            </a:r>
            <a:r>
              <a:rPr lang="en-PH" sz="3600" dirty="0"/>
              <a:t> at </a:t>
            </a:r>
            <a:r>
              <a:rPr lang="en-PH" sz="3600" dirty="0" err="1"/>
              <a:t>parol</a:t>
            </a:r>
            <a:r>
              <a:rPr lang="en-PH" sz="3600" dirty="0"/>
              <a:t> ang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nakiisa</a:t>
            </a:r>
            <a:r>
              <a:rPr lang="en-PH" sz="3600" dirty="0"/>
              <a:t> </a:t>
            </a:r>
            <a:r>
              <a:rPr lang="en-PH" sz="3600" dirty="0" err="1"/>
              <a:t>dito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r>
              <a:rPr lang="en-PH" sz="3600" dirty="0"/>
              <a:t>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santong</a:t>
            </a:r>
            <a:r>
              <a:rPr lang="en-PH" sz="3600" dirty="0"/>
              <a:t> </a:t>
            </a:r>
            <a:r>
              <a:rPr lang="en-PH" sz="3600" dirty="0" err="1"/>
              <a:t>sina</a:t>
            </a:r>
            <a:r>
              <a:rPr lang="en-PH" sz="3600" dirty="0"/>
              <a:t> San Juan Bautista, San Francisco, Santa Maria Magdalena, San Diego De Alcala at Mahal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Birhen</a:t>
            </a:r>
            <a:r>
              <a:rPr lang="en-PH" sz="3600" dirty="0"/>
              <a:t> ang </a:t>
            </a:r>
            <a:r>
              <a:rPr lang="en-PH" sz="3600" dirty="0" err="1"/>
              <a:t>prusisyon</a:t>
            </a:r>
            <a:r>
              <a:rPr lang="en-PH" sz="3600" dirty="0"/>
              <a:t>. </a:t>
            </a:r>
            <a:r>
              <a:rPr lang="en-PH" sz="3600" dirty="0" err="1"/>
              <a:t>Hinihila</a:t>
            </a:r>
            <a:r>
              <a:rPr lang="en-PH" sz="3600" dirty="0"/>
              <a:t> ng </a:t>
            </a:r>
            <a:r>
              <a:rPr lang="en-PH" sz="3600" dirty="0" err="1"/>
              <a:t>anim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Hermano</a:t>
            </a:r>
            <a:r>
              <a:rPr lang="en-PH" sz="3600" dirty="0"/>
              <a:t> </a:t>
            </a:r>
            <a:r>
              <a:rPr lang="en-PH" sz="3600" dirty="0" err="1"/>
              <a:t>Tercero</a:t>
            </a:r>
            <a:r>
              <a:rPr lang="en-PH" sz="3600" dirty="0"/>
              <a:t> ang karo </a:t>
            </a:r>
            <a:r>
              <a:rPr lang="en-PH" sz="3600" dirty="0" err="1"/>
              <a:t>ni</a:t>
            </a:r>
            <a:r>
              <a:rPr lang="en-PH" sz="3600" dirty="0"/>
              <a:t> San Diego.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40609119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38:Ang Prusisyon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5400" dirty="0" err="1"/>
              <a:t>Magkakasamang</a:t>
            </a:r>
            <a:r>
              <a:rPr lang="en-PH" sz="5400" dirty="0"/>
              <a:t> </a:t>
            </a:r>
            <a:r>
              <a:rPr lang="en-PH" sz="5400" dirty="0" err="1"/>
              <a:t>naglalakad</a:t>
            </a:r>
            <a:r>
              <a:rPr lang="en-PH" sz="5400" dirty="0"/>
              <a:t> ang </a:t>
            </a:r>
            <a:r>
              <a:rPr lang="en-PH" sz="5400" dirty="0" err="1"/>
              <a:t>Kapitan</a:t>
            </a:r>
            <a:r>
              <a:rPr lang="en-PH" sz="5400" dirty="0"/>
              <a:t> </a:t>
            </a:r>
            <a:r>
              <a:rPr lang="en-PH" sz="5400" dirty="0" err="1"/>
              <a:t>Heneral</a:t>
            </a:r>
            <a:r>
              <a:rPr lang="en-PH" sz="5400" dirty="0"/>
              <a:t>, </a:t>
            </a:r>
            <a:r>
              <a:rPr lang="en-PH" sz="5400" dirty="0" err="1"/>
              <a:t>mga</a:t>
            </a:r>
            <a:r>
              <a:rPr lang="en-PH" sz="5400" dirty="0"/>
              <a:t> </a:t>
            </a:r>
            <a:r>
              <a:rPr lang="en-PH" sz="5400" dirty="0" err="1"/>
              <a:t>Kagawad</a:t>
            </a:r>
            <a:r>
              <a:rPr lang="en-PH" sz="5400" dirty="0"/>
              <a:t>, </a:t>
            </a:r>
            <a:r>
              <a:rPr lang="en-PH" sz="5400" dirty="0" err="1"/>
              <a:t>Kapitan</a:t>
            </a:r>
            <a:r>
              <a:rPr lang="en-PH" sz="5400" dirty="0"/>
              <a:t> </a:t>
            </a:r>
            <a:r>
              <a:rPr lang="en-PH" sz="5400" dirty="0" err="1"/>
              <a:t>Tiyago</a:t>
            </a:r>
            <a:r>
              <a:rPr lang="en-PH" sz="5400" dirty="0"/>
              <a:t>, </a:t>
            </a:r>
            <a:r>
              <a:rPr lang="en-PH" sz="5400" dirty="0" err="1"/>
              <a:t>Alkalde</a:t>
            </a:r>
            <a:r>
              <a:rPr lang="en-PH" sz="5400" dirty="0"/>
              <a:t>, </a:t>
            </a:r>
            <a:r>
              <a:rPr lang="en-PH" sz="5400" dirty="0" err="1"/>
              <a:t>Alperes</a:t>
            </a:r>
            <a:r>
              <a:rPr lang="en-PH" sz="5400" dirty="0"/>
              <a:t> at Ibarra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napilitan</a:t>
            </a:r>
            <a:r>
              <a:rPr lang="en-PH" sz="5400" dirty="0"/>
              <a:t> </a:t>
            </a:r>
            <a:r>
              <a:rPr lang="en-PH" sz="5400" dirty="0" err="1"/>
              <a:t>lamang</a:t>
            </a:r>
            <a:r>
              <a:rPr lang="en-PH" sz="5400" dirty="0"/>
              <a:t> </a:t>
            </a:r>
            <a:r>
              <a:rPr lang="en-PH" sz="5400" dirty="0" err="1"/>
              <a:t>sumama</a:t>
            </a:r>
            <a:r>
              <a:rPr lang="en-PH" sz="5400" dirty="0"/>
              <a:t> </a:t>
            </a:r>
            <a:r>
              <a:rPr lang="en-PH" sz="5400" dirty="0" err="1"/>
              <a:t>dahil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pagimbita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kanya</a:t>
            </a:r>
            <a:r>
              <a:rPr lang="en-PH" sz="5400" dirty="0"/>
              <a:t> ng </a:t>
            </a:r>
            <a:r>
              <a:rPr lang="en-PH" sz="5400" dirty="0" err="1"/>
              <a:t>Heneral</a:t>
            </a:r>
            <a:r>
              <a:rPr lang="en-PH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97468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38:Ang Prusisyon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 err="1"/>
              <a:t>Inihinto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karo at </a:t>
            </a:r>
            <a:r>
              <a:rPr lang="en-PH" sz="3600" dirty="0" err="1"/>
              <a:t>andas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santo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tapat</a:t>
            </a:r>
            <a:r>
              <a:rPr lang="en-PH" sz="3600" dirty="0"/>
              <a:t> ng </a:t>
            </a:r>
            <a:r>
              <a:rPr lang="en-PH" sz="3600" dirty="0" err="1"/>
              <a:t>bahay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Kapitan</a:t>
            </a:r>
            <a:r>
              <a:rPr lang="en-PH" sz="3600" dirty="0"/>
              <a:t> </a:t>
            </a:r>
            <a:r>
              <a:rPr lang="en-PH" sz="3600" dirty="0" err="1"/>
              <a:t>Tiyago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may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kubol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pagdadarausan</a:t>
            </a:r>
            <a:r>
              <a:rPr lang="en-PH" sz="3600" dirty="0"/>
              <a:t> ng </a:t>
            </a:r>
            <a:r>
              <a:rPr lang="en-PH" sz="3600" dirty="0" err="1"/>
              <a:t>pagbigkas</a:t>
            </a:r>
            <a:r>
              <a:rPr lang="en-PH" sz="3600" dirty="0"/>
              <a:t> ng </a:t>
            </a:r>
            <a:r>
              <a:rPr lang="en-PH" sz="3600" dirty="0" err="1"/>
              <a:t>tulang</a:t>
            </a:r>
            <a:r>
              <a:rPr lang="en-PH" sz="3600" dirty="0"/>
              <a:t> </a:t>
            </a:r>
            <a:r>
              <a:rPr lang="en-PH" sz="3600" dirty="0" err="1"/>
              <a:t>papuri</a:t>
            </a:r>
            <a:r>
              <a:rPr lang="en-PH" sz="3600" dirty="0"/>
              <a:t> o </a:t>
            </a:r>
            <a:r>
              <a:rPr lang="en-PH" sz="3600" dirty="0" err="1"/>
              <a:t>loa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pintakasi</a:t>
            </a:r>
            <a:r>
              <a:rPr lang="en-PH" sz="3600" dirty="0"/>
              <a:t> ng bayan.</a:t>
            </a:r>
          </a:p>
          <a:p>
            <a:pPr marL="0" indent="0" algn="just">
              <a:buNone/>
            </a:pPr>
            <a:r>
              <a:rPr lang="en-PH" sz="3600" dirty="0"/>
              <a:t>Ang pila ng </a:t>
            </a:r>
            <a:r>
              <a:rPr lang="en-PH" sz="3600" dirty="0" err="1"/>
              <a:t>prusisyon</a:t>
            </a:r>
            <a:r>
              <a:rPr lang="en-PH" sz="3600" dirty="0"/>
              <a:t> ay </a:t>
            </a:r>
            <a:r>
              <a:rPr lang="en-PH" sz="3600" dirty="0" err="1"/>
              <a:t>pinangungunahan</a:t>
            </a:r>
            <a:r>
              <a:rPr lang="en-PH" sz="3600" dirty="0"/>
              <a:t> ng </a:t>
            </a:r>
            <a:r>
              <a:rPr lang="en-PH" sz="3600" dirty="0" err="1"/>
              <a:t>tatlong</a:t>
            </a:r>
            <a:r>
              <a:rPr lang="en-PH" sz="3600" dirty="0"/>
              <a:t> </a:t>
            </a:r>
            <a:r>
              <a:rPr lang="en-PH" sz="3600" dirty="0" err="1"/>
              <a:t>sakristan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sinundan</a:t>
            </a:r>
            <a:r>
              <a:rPr lang="en-PH" sz="3600" dirty="0"/>
              <a:t> ng </a:t>
            </a:r>
            <a:r>
              <a:rPr lang="en-PH" sz="3600" dirty="0" err="1"/>
              <a:t>guro</a:t>
            </a:r>
            <a:r>
              <a:rPr lang="en-PH" sz="3600" dirty="0"/>
              <a:t>, mag-</a:t>
            </a:r>
            <a:r>
              <a:rPr lang="en-PH" sz="3600" dirty="0" err="1"/>
              <a:t>aaral</a:t>
            </a:r>
            <a:r>
              <a:rPr lang="en-PH" sz="3600" dirty="0"/>
              <a:t> at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batang</a:t>
            </a:r>
            <a:r>
              <a:rPr lang="en-PH" sz="3600" dirty="0"/>
              <a:t> may </a:t>
            </a:r>
            <a:r>
              <a:rPr lang="en-PH" sz="3600" dirty="0" err="1"/>
              <a:t>dala-dalang</a:t>
            </a:r>
            <a:r>
              <a:rPr lang="en-PH" sz="3600" dirty="0"/>
              <a:t> </a:t>
            </a:r>
            <a:r>
              <a:rPr lang="en-PH" sz="3600" dirty="0" err="1"/>
              <a:t>parol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papel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77822355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38:Ang Prusisyon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PH" sz="3600" dirty="0"/>
              <a:t>Isang </a:t>
            </a:r>
            <a:r>
              <a:rPr lang="en-PH" sz="3600" dirty="0" err="1"/>
              <a:t>batang</a:t>
            </a:r>
            <a:r>
              <a:rPr lang="en-PH" sz="3600" dirty="0"/>
              <a:t> </a:t>
            </a:r>
            <a:r>
              <a:rPr lang="en-PH" sz="3600" dirty="0" err="1"/>
              <a:t>lalaki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may </a:t>
            </a:r>
            <a:r>
              <a:rPr lang="en-PH" sz="3600" dirty="0" err="1"/>
              <a:t>pakpak</a:t>
            </a:r>
            <a:r>
              <a:rPr lang="en-PH" sz="3600" dirty="0"/>
              <a:t>, </a:t>
            </a:r>
            <a:r>
              <a:rPr lang="en-PH" sz="3600" dirty="0" err="1"/>
              <a:t>nakabotang</a:t>
            </a:r>
            <a:r>
              <a:rPr lang="en-PH" sz="3600" dirty="0"/>
              <a:t> </a:t>
            </a:r>
            <a:r>
              <a:rPr lang="en-PH" sz="3600" dirty="0" err="1"/>
              <a:t>pangabayo</a:t>
            </a:r>
            <a:r>
              <a:rPr lang="en-PH" sz="3600" dirty="0"/>
              <a:t>, </a:t>
            </a:r>
            <a:r>
              <a:rPr lang="en-PH" sz="3600" dirty="0" err="1"/>
              <a:t>nakabanda</a:t>
            </a:r>
            <a:r>
              <a:rPr lang="en-PH" sz="3600" dirty="0"/>
              <a:t> at may </a:t>
            </a:r>
            <a:r>
              <a:rPr lang="en-PH" sz="3600" dirty="0" err="1"/>
              <a:t>bigkis</a:t>
            </a:r>
            <a:r>
              <a:rPr lang="en-PH" sz="3600" dirty="0"/>
              <a:t> ang </a:t>
            </a:r>
            <a:r>
              <a:rPr lang="en-PH" sz="3600" dirty="0" err="1"/>
              <a:t>lumabas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simulan</a:t>
            </a:r>
            <a:r>
              <a:rPr lang="en-PH" sz="3600" dirty="0"/>
              <a:t> ang </a:t>
            </a:r>
            <a:r>
              <a:rPr lang="en-PH" sz="3600" dirty="0" err="1"/>
              <a:t>pagpupuri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wikang</a:t>
            </a:r>
            <a:r>
              <a:rPr lang="en-PH" sz="3600" dirty="0"/>
              <a:t> Latin, </a:t>
            </a:r>
            <a:r>
              <a:rPr lang="en-PH" sz="3600" dirty="0" err="1"/>
              <a:t>Kastila</a:t>
            </a:r>
            <a:r>
              <a:rPr lang="en-PH" sz="3600" dirty="0"/>
              <a:t> at Tagalog.</a:t>
            </a:r>
          </a:p>
          <a:p>
            <a:pPr marL="0" indent="0" algn="just">
              <a:buNone/>
            </a:pPr>
            <a:r>
              <a:rPr lang="en-PH" sz="3600" dirty="0" err="1"/>
              <a:t>Kasunod</a:t>
            </a:r>
            <a:r>
              <a:rPr lang="en-PH" sz="3600" dirty="0"/>
              <a:t> </a:t>
            </a:r>
            <a:r>
              <a:rPr lang="en-PH" sz="3600" dirty="0" err="1"/>
              <a:t>nito’y</a:t>
            </a:r>
            <a:r>
              <a:rPr lang="en-PH" sz="3600" dirty="0"/>
              <a:t> ang </a:t>
            </a:r>
            <a:r>
              <a:rPr lang="en-PH" sz="3600" dirty="0" err="1"/>
              <a:t>pag-awit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Maria Clara ng Ave Maria kung </a:t>
            </a:r>
            <a:r>
              <a:rPr lang="en-PH" sz="3600" dirty="0" err="1"/>
              <a:t>saan</a:t>
            </a:r>
            <a:r>
              <a:rPr lang="en-PH" sz="3600" dirty="0"/>
              <a:t> ang </a:t>
            </a:r>
            <a:r>
              <a:rPr lang="en-PH" sz="3600" dirty="0" err="1"/>
              <a:t>lahat</a:t>
            </a:r>
            <a:r>
              <a:rPr lang="en-PH" sz="3600" dirty="0"/>
              <a:t> ay </a:t>
            </a:r>
            <a:r>
              <a:rPr lang="en-PH" sz="3600" dirty="0" err="1"/>
              <a:t>nabighani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ganda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tinig</a:t>
            </a:r>
            <a:r>
              <a:rPr lang="en-PH" sz="3600" dirty="0"/>
              <a:t>. </a:t>
            </a:r>
            <a:r>
              <a:rPr lang="en-PH" sz="3600" dirty="0" err="1"/>
              <a:t>Dama</a:t>
            </a:r>
            <a:r>
              <a:rPr lang="en-PH" sz="3600" dirty="0"/>
              <a:t> </a:t>
            </a:r>
            <a:r>
              <a:rPr lang="en-PH" sz="3600" dirty="0" err="1"/>
              <a:t>naman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Ibarra ang </a:t>
            </a:r>
            <a:r>
              <a:rPr lang="en-PH" sz="3600" dirty="0" err="1"/>
              <a:t>pighating</a:t>
            </a:r>
            <a:r>
              <a:rPr lang="en-PH" sz="3600" dirty="0"/>
              <a:t> </a:t>
            </a:r>
            <a:r>
              <a:rPr lang="en-PH" sz="3600" dirty="0" err="1"/>
              <a:t>nararamdaman</a:t>
            </a:r>
            <a:r>
              <a:rPr lang="en-PH" sz="3600" dirty="0"/>
              <a:t> 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kasintahan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boses</a:t>
            </a:r>
            <a:r>
              <a:rPr lang="en-PH" sz="3600" dirty="0"/>
              <a:t> </a:t>
            </a:r>
            <a:r>
              <a:rPr lang="en-PH" sz="3600" dirty="0" err="1"/>
              <a:t>nito</a:t>
            </a:r>
            <a:r>
              <a:rPr lang="en-PH" sz="3600" dirty="0"/>
              <a:t>.</a:t>
            </a:r>
          </a:p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80261293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38:Ang Prusisyon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PH" sz="5400" dirty="0" err="1"/>
              <a:t>Sandaling</a:t>
            </a:r>
            <a:r>
              <a:rPr lang="en-PH" sz="5400" dirty="0"/>
              <a:t> </a:t>
            </a:r>
            <a:r>
              <a:rPr lang="en-PH" sz="5400" dirty="0" err="1"/>
              <a:t>napukaw</a:t>
            </a:r>
            <a:r>
              <a:rPr lang="en-PH" sz="5400" dirty="0"/>
              <a:t> ang </a:t>
            </a:r>
            <a:r>
              <a:rPr lang="en-PH" sz="5400" dirty="0" err="1"/>
              <a:t>atensyon</a:t>
            </a:r>
            <a:r>
              <a:rPr lang="en-PH" sz="5400" dirty="0"/>
              <a:t> ng </a:t>
            </a:r>
            <a:r>
              <a:rPr lang="en-PH" sz="5400" dirty="0" err="1"/>
              <a:t>binata</a:t>
            </a:r>
            <a:r>
              <a:rPr lang="en-PH" sz="5400" dirty="0"/>
              <a:t> ng </a:t>
            </a:r>
            <a:r>
              <a:rPr lang="en-PH" sz="5400" dirty="0" err="1"/>
              <a:t>ito</a:t>
            </a:r>
            <a:r>
              <a:rPr lang="en-PH" sz="5400" dirty="0"/>
              <a:t> ay </a:t>
            </a:r>
            <a:r>
              <a:rPr lang="en-PH" sz="5400" dirty="0" err="1"/>
              <a:t>kausapin</a:t>
            </a:r>
            <a:r>
              <a:rPr lang="en-PH" sz="5400" dirty="0"/>
              <a:t> ng </a:t>
            </a:r>
            <a:r>
              <a:rPr lang="en-PH" sz="5400" dirty="0" err="1"/>
              <a:t>KapitanHeneral</a:t>
            </a:r>
            <a:r>
              <a:rPr lang="en-PH" sz="5400" dirty="0"/>
              <a:t> </a:t>
            </a:r>
            <a:r>
              <a:rPr lang="en-PH" sz="5400" dirty="0" err="1"/>
              <a:t>tungkol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imbitasyong</a:t>
            </a:r>
            <a:r>
              <a:rPr lang="en-PH" sz="5400" dirty="0"/>
              <a:t> </a:t>
            </a:r>
            <a:r>
              <a:rPr lang="en-PH" sz="5400" dirty="0" err="1"/>
              <a:t>makasalo</a:t>
            </a:r>
            <a:r>
              <a:rPr lang="en-PH" sz="5400" dirty="0"/>
              <a:t> </a:t>
            </a:r>
            <a:r>
              <a:rPr lang="en-PH" sz="5400" dirty="0" err="1"/>
              <a:t>siya</a:t>
            </a:r>
            <a:r>
              <a:rPr lang="en-PH" sz="5400" dirty="0"/>
              <a:t> </a:t>
            </a:r>
            <a:r>
              <a:rPr lang="en-PH" sz="5400" dirty="0" err="1"/>
              <a:t>sa</a:t>
            </a:r>
            <a:r>
              <a:rPr lang="en-PH" sz="5400" dirty="0"/>
              <a:t> </a:t>
            </a:r>
            <a:r>
              <a:rPr lang="en-PH" sz="5400" dirty="0" err="1"/>
              <a:t>pagkain</a:t>
            </a:r>
            <a:r>
              <a:rPr lang="en-PH" sz="5400" dirty="0"/>
              <a:t> kung </a:t>
            </a:r>
            <a:r>
              <a:rPr lang="en-PH" sz="5400" dirty="0" err="1"/>
              <a:t>saan</a:t>
            </a:r>
            <a:r>
              <a:rPr lang="en-PH" sz="5400" dirty="0"/>
              <a:t> </a:t>
            </a:r>
            <a:r>
              <a:rPr lang="en-PH" sz="5400" dirty="0" err="1"/>
              <a:t>kanilang</a:t>
            </a:r>
            <a:r>
              <a:rPr lang="en-PH" sz="5400" dirty="0"/>
              <a:t> </a:t>
            </a:r>
            <a:r>
              <a:rPr lang="en-PH" sz="5400" dirty="0" err="1"/>
              <a:t>pag-usapan</a:t>
            </a:r>
            <a:r>
              <a:rPr lang="en-PH" sz="5400" dirty="0"/>
              <a:t> ang </a:t>
            </a:r>
            <a:r>
              <a:rPr lang="en-PH" sz="5400" dirty="0" err="1"/>
              <a:t>pagkawala</a:t>
            </a:r>
            <a:r>
              <a:rPr lang="en-PH" sz="5400" dirty="0"/>
              <a:t> ng </a:t>
            </a:r>
            <a:r>
              <a:rPr lang="en-PH" sz="5400" dirty="0" err="1"/>
              <a:t>dalawang</a:t>
            </a:r>
            <a:r>
              <a:rPr lang="en-PH" sz="5400" dirty="0"/>
              <a:t> </a:t>
            </a:r>
            <a:r>
              <a:rPr lang="en-PH" sz="5400" dirty="0" err="1"/>
              <a:t>sakristan</a:t>
            </a:r>
            <a:r>
              <a:rPr lang="en-PH" sz="5400" dirty="0"/>
              <a:t> </a:t>
            </a:r>
            <a:r>
              <a:rPr lang="en-PH" sz="5400" dirty="0" err="1"/>
              <a:t>na</a:t>
            </a:r>
            <a:r>
              <a:rPr lang="en-PH" sz="5400" dirty="0"/>
              <a:t> </a:t>
            </a:r>
            <a:r>
              <a:rPr lang="en-PH" sz="5400" dirty="0" err="1"/>
              <a:t>sina</a:t>
            </a:r>
            <a:r>
              <a:rPr lang="en-PH" sz="5400" dirty="0"/>
              <a:t> Crispin at Basilio.</a:t>
            </a:r>
          </a:p>
        </p:txBody>
      </p:sp>
    </p:spTree>
    <p:extLst>
      <p:ext uri="{BB962C8B-B14F-4D97-AF65-F5344CB8AC3E}">
        <p14:creationId xmlns:p14="http://schemas.microsoft.com/office/powerpoint/2010/main" val="222770436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39:Si Donya Consolacion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62549200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39:Si Donya Consolacion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62808157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39:Si Donya Consolacion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250895215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39:Si Donya Consolacion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58182256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A56-0083-4AA6-9D95-FF47B7C6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87" y="255879"/>
            <a:ext cx="11511814" cy="1049235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it-IT" b="1" dirty="0"/>
              <a:t>Noli Me Tangere Buod Kabanata 37: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6228-9A55-4494-87BA-FD2C25B5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1135781"/>
            <a:ext cx="11328934" cy="55826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15283520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1420</TotalTime>
  <Words>13929</Words>
  <Application>Microsoft Office PowerPoint</Application>
  <PresentationFormat>Widescreen</PresentationFormat>
  <Paragraphs>592</Paragraphs>
  <Slides>196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196</vt:i4>
      </vt:variant>
    </vt:vector>
  </HeadingPairs>
  <TitlesOfParts>
    <vt:vector size="199" baseType="lpstr">
      <vt:lpstr>Arial</vt:lpstr>
      <vt:lpstr>Gill Sans MT</vt:lpstr>
      <vt:lpstr>Gallery</vt:lpstr>
      <vt:lpstr>NOLI ME TANGERE</vt:lpstr>
      <vt:lpstr>Noli Me Tangere Buod Kabanata 1: Ang Pagtitipon</vt:lpstr>
      <vt:lpstr>Noli Me Tangere Buod Kabanata 1: Ang Pagtitipon</vt:lpstr>
      <vt:lpstr>Noli Me Tangere Buod Kabanata 1: Ang Pagtitipon</vt:lpstr>
      <vt:lpstr>Noli Me Tangere Buod Kabanata 1: Ang Pagtitipon</vt:lpstr>
      <vt:lpstr>Noli Me Tangere Buod Kabanata 1: Ang Pagtitipon</vt:lpstr>
      <vt:lpstr>Noli Me Tangere Buod Kabanata 1: Ang Pagtitipon</vt:lpstr>
      <vt:lpstr>Noli Me Tangere Buod Kabanata 1: Ang Pagtitipon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2: Crisostomo Ibarra</vt:lpstr>
      <vt:lpstr>Noli Me Tangere Buod Kabanata 3: Ang Hapunan</vt:lpstr>
      <vt:lpstr>Noli Me Tangere Buod Kabanata 3: Ang Hapunan</vt:lpstr>
      <vt:lpstr>Noli Me Tangere Buod Kabanata 3: Ang Hapunan</vt:lpstr>
      <vt:lpstr>Noli Me Tangere Buod Kabanata 3: Ang Hapunan</vt:lpstr>
      <vt:lpstr>Noli Me Tangere Buod Kabanata 3: Ang Hapunan</vt:lpstr>
      <vt:lpstr>Noli Me Tangere Buod Kabanata 4: Erehe at Pilibustero</vt:lpstr>
      <vt:lpstr>Noli Me Tangere Buod Kabanata 4: Erehe at Pilibustero</vt:lpstr>
      <vt:lpstr>Noli Me Tangere Buod Kabanata 4: Erehe at Pilibustero</vt:lpstr>
      <vt:lpstr>Noli Me Tangere Buod Kabanata 4: Erehe at Pilibustero</vt:lpstr>
      <vt:lpstr>Noli Me Tangere Buod Kabanata 4: Erehe at Pilibustero</vt:lpstr>
      <vt:lpstr>Noli Me Tangere Buod Kabanata 4: Erehe at Pilibustero</vt:lpstr>
      <vt:lpstr>Noli Me Tangere Buod Kabanata 5 :Ang Liwanag sa Gabing Madilim</vt:lpstr>
      <vt:lpstr>Noli Me Tangere Buod Kabanata 5 :Ang Liwanag sa Gabing Madilim</vt:lpstr>
      <vt:lpstr>Noli Me Tangere Buod Kabanata 5: ANG LIWANAG SA DILIM</vt:lpstr>
      <vt:lpstr>Noli Me Tangere Buod Kabanata 5: ANG LIWANAG SA DILIM</vt:lpstr>
      <vt:lpstr>Noli Me Tangere Buod Kabanata 5:  ANG LIWANAG SA DILIM</vt:lpstr>
      <vt:lpstr>Noli Me Tangere Buod Kabanata 5:  ANG LIWANAG SA DILIM</vt:lpstr>
      <vt:lpstr>Noli Me Tangere Buod Kabanata 6: Si Kapitan Tiyago</vt:lpstr>
      <vt:lpstr>Noli Me Tangere Buod Kabanata 6: Si Kapitan Tiyago</vt:lpstr>
      <vt:lpstr>Noli Me Tangere Buod Kabanata 6: Si Kapitan Tiyago</vt:lpstr>
      <vt:lpstr>Noli Me Tangere Buod Kabanata 6: Si Kapitan Tiyago</vt:lpstr>
      <vt:lpstr>Noli Me Tangere Buod Kabanata 6: Si Kapitan Tiyago</vt:lpstr>
      <vt:lpstr>Noli Me Tangere Buod Kabanata 6: Si Kapitan Tiyago</vt:lpstr>
      <vt:lpstr>Noli Me Tangere Buod Kabanata 7: Suyuan sa Asotea</vt:lpstr>
      <vt:lpstr>Noli Me Tangere Buod Kabanata 7: Suyuan sa Asotea</vt:lpstr>
      <vt:lpstr>Noli Me Tangere Buod Kabanata 7: Suyuan sa Asotea</vt:lpstr>
      <vt:lpstr>Noli Me Tangere Buod Kabanata 7: Suyuan sa Asotea</vt:lpstr>
      <vt:lpstr>Noli Me Tangere Buod Kabanata 7: Suyuan sa Asotea</vt:lpstr>
      <vt:lpstr>Noli Me Tangere Buod Kabanata 8: Mga Alaala</vt:lpstr>
      <vt:lpstr>Noli Me Tangere Buod Kabanata 8: Mga Alaala</vt:lpstr>
      <vt:lpstr>Noli Me Tangere Buod Kabanata 8: Mga Alaala</vt:lpstr>
      <vt:lpstr>Noli Me Tangere Buod Kabanata 9: Mga Suliranin Tungkol sa Bayan</vt:lpstr>
      <vt:lpstr>Noli Me Tangere Buod Kabanata 9: Mga Suliranin Tungkol sa Bayan</vt:lpstr>
      <vt:lpstr>Noli Me Tangere Buod Kabanata 9: Mga Suliranin Tungkol sa Bayan</vt:lpstr>
      <vt:lpstr>Noli Me Tangere Buod Kabanata 10:Ang San Diego</vt:lpstr>
      <vt:lpstr>Noli Me Tangere Buod Kabanata 10:Ang San Diego</vt:lpstr>
      <vt:lpstr>Noli Me Tangere Buod Kabanata 10:Ang San Diego</vt:lpstr>
      <vt:lpstr>Noli Me Tangere Buod Kabanata 10:Ang San Diego</vt:lpstr>
      <vt:lpstr>Noli Me Tangere Buod Kabanata 11:Ang mga Makapangyarihan</vt:lpstr>
      <vt:lpstr>Noli Me Tangere Buod Kabanata 11:Ang mga Makapangyarihan</vt:lpstr>
      <vt:lpstr>Noli Me Tangere Buod Kabanata 11:Ang mga Makapangyarihan</vt:lpstr>
      <vt:lpstr>Noli Me Tangere Buod Kabanata 12:Araw ng mga Patay</vt:lpstr>
      <vt:lpstr>Noli Me Tangere Buod Kabanata 12:Araw ng mga Patay</vt:lpstr>
      <vt:lpstr>Noli Me Tangere Buod Kabanata 13:Mga Babala ng Bagyo</vt:lpstr>
      <vt:lpstr>Noli Me Tangere Buod Kabanata 13:Mga Babala ng Bagyo</vt:lpstr>
      <vt:lpstr>Noli Me Tangere Buod Kabanata 13:Mga Babala ng Bagyo</vt:lpstr>
      <vt:lpstr>Noli Me Tangere Buod Kabanata 14:Si Tasyo, ang Baliw o ang Pilosopo</vt:lpstr>
      <vt:lpstr>Noli Me Tangere Buod Kabanata 14:Si Tasyo, ang Baliw o ang Pilosopo</vt:lpstr>
      <vt:lpstr>Noli Me Tangere Buod Kabanata 14:Si Tasyo, ang Baliw o ang Pilosopo</vt:lpstr>
      <vt:lpstr>Noli Me Tangere Buod Kabanata 14:Si Tasyo, ang Baliw o ang Pilosopo</vt:lpstr>
      <vt:lpstr>Noli Me Tangere Buod Kabanata 14:Si Tasyo, ang Baliw o ang Pilosopo</vt:lpstr>
      <vt:lpstr>Noli Me Tangere Buod Kabanata 14:Si Tasyo, ang Baliw o ang Pilosopo</vt:lpstr>
      <vt:lpstr>Noli Me Tangere Buod Kabanata 15:Ang mga Sakristan</vt:lpstr>
      <vt:lpstr>Noli Me Tangere Buod Kabanata 15:Ang mga Sakristan</vt:lpstr>
      <vt:lpstr>Noli Me Tangere Buod Kabanata 15:Ang mga Sakristan</vt:lpstr>
      <vt:lpstr>Noli Me Tangere Buod Kabanata 15:Ang mga Sakristan</vt:lpstr>
      <vt:lpstr>Noli Me Tangere Buod Kabanata 15:Ang mga Sakristan</vt:lpstr>
      <vt:lpstr>Noli Me Tangere Buod Kabanata 15:Ang mga Sakristan</vt:lpstr>
      <vt:lpstr>Noli Me Tangere Buod Kabanata 15:Ang mga Sakristan</vt:lpstr>
      <vt:lpstr>Noli Me Tangere Buod Kabanata 16:Si Sisa</vt:lpstr>
      <vt:lpstr>Noli Me Tangere Buod Kabanata 16:Si Sisa</vt:lpstr>
      <vt:lpstr>Noli Me Tangere Buod Kabanata 16:Si Sisa</vt:lpstr>
      <vt:lpstr>Noli Me Tangere Buod Kabanata 16:Si Sisa</vt:lpstr>
      <vt:lpstr>Noli Me Tangere Buod Kabanata 16:Si Sisa</vt:lpstr>
      <vt:lpstr>Noli Me Tangere Buod Kabanata 17:Si Basilio</vt:lpstr>
      <vt:lpstr>Noli Me Tangere Buod Kabanata 17:</vt:lpstr>
      <vt:lpstr>Noli Me Tangere Buod Kabanata 17:</vt:lpstr>
      <vt:lpstr>Noli Me Tangere Buod Kabanata 17:</vt:lpstr>
      <vt:lpstr>Noli Me Tangere Buod Kabanata 17:</vt:lpstr>
      <vt:lpstr>Noli Me Tangere Buod Kabanata 17:</vt:lpstr>
      <vt:lpstr>Noli Me Tangere Buod Kabanata 18:Mga Kaluluwang Naghihirap</vt:lpstr>
      <vt:lpstr>Noli Me Tangere Buod Kabanata 18:Mga Kaluluwang Naghihirap</vt:lpstr>
      <vt:lpstr>Noli Me Tangere Buod Kabanata 18:Mga Kaluluwang Naghihirap</vt:lpstr>
      <vt:lpstr>Noli Me Tangere Buod Kabanata 18:Mga Kaluluwang Naghihirap</vt:lpstr>
      <vt:lpstr>Noli Me Tangere Buod Kabanata 19:Mga Suliranin ng Isang Guro</vt:lpstr>
      <vt:lpstr>Noli Me Tangere Buod Kabanata 19:Mga Suliranin ng Isang Guro</vt:lpstr>
      <vt:lpstr>Noli Me Tangere Buod Kabanata 19:Mga Suliranin ng Isang Guro</vt:lpstr>
      <vt:lpstr>Noli Me Tangere Buod Kabanata 19:Mga Suliranin ng Isang Guro</vt:lpstr>
      <vt:lpstr>Noli Me Tangere Buod Kabanata 19:Mga Suliranin ng Isang Guro</vt:lpstr>
      <vt:lpstr>Noli Me Tangere Buod Kabanata 19:Mga Suliranin ng Isang Guro</vt:lpstr>
      <vt:lpstr>Noli Me Tangere Buod Kabanata 19:Mga Suliranin ng Isang Guro</vt:lpstr>
      <vt:lpstr>Noli Me Tangere Buod Kabanata 20:Ang Pulong sa Tribunal</vt:lpstr>
      <vt:lpstr>Noli Me Tangere Buod Kabanata 20:Ang Pulong sa Tribunal</vt:lpstr>
      <vt:lpstr>Noli Me Tangere Buod Kabanata 20:Ang Pulong sa Tribunal</vt:lpstr>
      <vt:lpstr>Noli Me Tangere Buod Kabanata 20:Ang Pulong sa Tribunal</vt:lpstr>
      <vt:lpstr>Noli Me Tangere Buod Kabanata 20:Ang Pulong sa Tribunal</vt:lpstr>
      <vt:lpstr>Noli Me Tangere Buod Kabanata 20:Ang Pulong sa Tribunal</vt:lpstr>
      <vt:lpstr>Noli Me Tangere Buod Kabanata 21:Mga Pagdurusa ni Sisa</vt:lpstr>
      <vt:lpstr>Noli Me Tangere Buod Kabanata 21:Mga Pagdurusa ni Sisa</vt:lpstr>
      <vt:lpstr>Noli Me Tangere Buod Kabanata 21:Mga Pagdurusa ni Sisa</vt:lpstr>
      <vt:lpstr>Noli Me Tangere Buod Kabanata 21:Mga Pagdurusa ni Sisa</vt:lpstr>
      <vt:lpstr>Noli Me Tangere Buod Kabanata 21:Mga Pagdurusa ni Sisa</vt:lpstr>
      <vt:lpstr>Noli Me Tangere Buod Kabanata 21:Mga Pagdurusa ni Sisa</vt:lpstr>
      <vt:lpstr>Noli Me Tangere Buod Kabanata 22:Liwanag at Dilim</vt:lpstr>
      <vt:lpstr>Noli Me Tangere Buod Kabanata 22:Liwanag at Dilim</vt:lpstr>
      <vt:lpstr>Noli Me Tangere Buod Kabanata 22:Liwanag at Dilim</vt:lpstr>
      <vt:lpstr>Noli Me Tangere Buod Kabanata 23:Ang Piknik</vt:lpstr>
      <vt:lpstr>Noli Me Tangere Buod Kabanata 23:ANG PIKNIK</vt:lpstr>
      <vt:lpstr>Noli Me Tangere Buod Kabanata 23: ANG PIKNIK</vt:lpstr>
      <vt:lpstr>Noli Me Tangere Buod Kabanata 23:ANG PIKNIK</vt:lpstr>
      <vt:lpstr>Noli Me Tangere Buod Kabanata 23: ANG PIKNIK</vt:lpstr>
      <vt:lpstr>Noli Me Tangere Buod Kabanata 24:Sa Kagubatan</vt:lpstr>
      <vt:lpstr>Noli Me Tangere Buod Kabanata 24: SA KAGUBATAN</vt:lpstr>
      <vt:lpstr>Noli Me Tangere Buod Kabanata 24: SA KAGUBATAN</vt:lpstr>
      <vt:lpstr>Noli Me Tangere Buod Kabanata 24:SA KAGUBATAN</vt:lpstr>
      <vt:lpstr>Noli Me Tangere Buod Kabanata 24:SA KAGUBATAN</vt:lpstr>
      <vt:lpstr>Noli Me Tangere Buod Kabanata 24:SA KAGUBATAN</vt:lpstr>
      <vt:lpstr>Noli Me Tangere Buod Kabanata 24:SA KAGUBATAN</vt:lpstr>
      <vt:lpstr>Noli Me Tangere Buod Kabanata 24:SA KAGUBATAN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25:Sa Tahanan ng Pilosopo</vt:lpstr>
      <vt:lpstr>Noli Me Tangere Buod Kabanata 26:Ang Bisperas ng Pista</vt:lpstr>
      <vt:lpstr>Noli Me Tangere Buod Kabanata 26:Ang Bisperas ng Pista</vt:lpstr>
      <vt:lpstr>Noli Me Tangere Buod Kabanata 26:Ang Bisperas ng Pista</vt:lpstr>
      <vt:lpstr>Noli Me Tangere Buod Kabanata 26:Ang Bisperas ng Pista</vt:lpstr>
      <vt:lpstr>Noli Me Tangere Buod Kabanata 26:Ang Bisperas ng Pista</vt:lpstr>
      <vt:lpstr>Noli Me Tangere Buod Kabanata 26:Ang Bisperas ng Pista</vt:lpstr>
      <vt:lpstr>Noli Me Tangere Buod Kabanata 26:Ang Bisperas ng Pista</vt:lpstr>
      <vt:lpstr>Noli Me Tangere Buod Kabanata 27:Sa Pagtatakipsilim</vt:lpstr>
      <vt:lpstr>Noli Me Tangere Buod Kabanata 27:Sa Pagtatakipsilim</vt:lpstr>
      <vt:lpstr>Noli Me Tangere Buod Kabanata 27:Sa Pagtatakipsilim</vt:lpstr>
      <vt:lpstr>Noli Me Tangere Buod Kabanata 27:Sa Pagtatakipsilim</vt:lpstr>
      <vt:lpstr>Noli Me Tangere Buod Kabanata 28:Sulatan</vt:lpstr>
      <vt:lpstr>Noli Me Tangere Buod Kabanata 28:Sulatan</vt:lpstr>
      <vt:lpstr>Noli Me Tangere Buod Kabanata 29:Ang Kapistahan</vt:lpstr>
      <vt:lpstr>Noli Me Tangere Buod Kabanata 29:Ang Kapistahan</vt:lpstr>
      <vt:lpstr>Noli Me Tangere Buod Kabanata 29:Ang Kapistahan</vt:lpstr>
      <vt:lpstr>Noli Me Tangere Buod Kabanata 30:Sa Simbahan</vt:lpstr>
      <vt:lpstr>Noli Me Tangere Buod Kabanata 30:Sa Simbahan</vt:lpstr>
      <vt:lpstr>Noli Me Tangere Buod Kabanata 30:Sa Simbahan</vt:lpstr>
      <vt:lpstr>Noli Me Tangere Buod Kabanata 31:Ang Sermon</vt:lpstr>
      <vt:lpstr>Noli Me Tangere Buod Kabanata 31:Ang Sermon</vt:lpstr>
      <vt:lpstr>Noli Me Tangere Buod Kabanata 31:Ang Sermon</vt:lpstr>
      <vt:lpstr>Noli Me Tangere Buod Kabanata 31:Ang Sermon</vt:lpstr>
      <vt:lpstr>Noli Me Tangere Buod Kabanata 31:Ang Sermon</vt:lpstr>
      <vt:lpstr>Noli Me Tangere Buod Kabanata 32:Ang Panghugos</vt:lpstr>
      <vt:lpstr>Noli Me Tangere Buod Kabanata 32:Ang Panghugos</vt:lpstr>
      <vt:lpstr>Noli Me Tangere Buod Kabanata 32:Ang Panghugos</vt:lpstr>
      <vt:lpstr>Noli Me Tangere Buod Kabanata 32:Ang Panghugos</vt:lpstr>
      <vt:lpstr>Noli Me Tangere Buod Kabanata 32:Ang Panghugos</vt:lpstr>
      <vt:lpstr>Noli Me Tangere Buod Kabanata 33:Malayang Kaisipan</vt:lpstr>
      <vt:lpstr>Noli Me Tangere Buod Kabanata 33:Malayang Kaisipan</vt:lpstr>
      <vt:lpstr>Noli Me Tangere Buod Kabanata 33:Malayang Kaisipan</vt:lpstr>
      <vt:lpstr>Noli Me Tangere Buod Kabanata 33:Malayang Kaisipan</vt:lpstr>
      <vt:lpstr>Noli Me Tangere Buod Kabanata 34:Ang Pananghalian</vt:lpstr>
      <vt:lpstr>Noli Me Tangere Buod Kabanata 34:Ang Pananghalian</vt:lpstr>
      <vt:lpstr>Noli Me Tangere Buod Kabanata 34:Ang Pananghalian</vt:lpstr>
      <vt:lpstr>Noli Me Tangere Buod Kabanata 34:Ang Pananghalian</vt:lpstr>
      <vt:lpstr>Noli Me Tangere Buod Kabanata 35:Mga Usap-usapan</vt:lpstr>
      <vt:lpstr>Noli Me Tangere Buod Kabanata 35:Mga Usap-usapan</vt:lpstr>
      <vt:lpstr>Noli Me Tangere Buod Kabanata 35:Mga Usap-usapan</vt:lpstr>
      <vt:lpstr>Noli Me Tangere Buod Kabanata 35:Mga Usap-usapan</vt:lpstr>
      <vt:lpstr>Noli Me Tangere Buod Kabanata 36:Ang Unang Suliranin</vt:lpstr>
      <vt:lpstr>Noli Me Tangere Buod Kabanata 36:Ang Unang Suliranin</vt:lpstr>
      <vt:lpstr>Noli Me Tangere Buod Kabanata 36:Ang Unang Suliranin</vt:lpstr>
      <vt:lpstr>Noli Me Tangere Buod Kabanata 36:Ang Unang Suliranin</vt:lpstr>
      <vt:lpstr>Noli Me Tangere Buod Kabanata 36:Ang Unang Suliranin</vt:lpstr>
      <vt:lpstr>Noli Me Tangere Buod Kabanata 37:Ang Kapitan Heneral</vt:lpstr>
      <vt:lpstr>Noli Me Tangere Buod Kabanata 37:Ang Kapitan Heneral</vt:lpstr>
      <vt:lpstr>Noli Me Tangere Buod Kabanata 37:Ang Kapitan Heneral</vt:lpstr>
      <vt:lpstr>Noli Me Tangere Buod Kabanata 37:Ang Kapitan Heneral</vt:lpstr>
      <vt:lpstr>Noli Me Tangere Buod Kabanata 38:Ang Prusisyon</vt:lpstr>
      <vt:lpstr>Noli Me Tangere Buod Kabanata 38:Ang Prusisyon</vt:lpstr>
      <vt:lpstr>Noli Me Tangere Buod Kabanata 38:Ang Prusisyon</vt:lpstr>
      <vt:lpstr>Noli Me Tangere Buod Kabanata 38:Ang Prusisyon</vt:lpstr>
      <vt:lpstr>Noli Me Tangere Buod Kabanata 38:Ang Prusisyon</vt:lpstr>
      <vt:lpstr>Noli Me Tangere Buod Kabanata 39:Si Donya Consolacion</vt:lpstr>
      <vt:lpstr>Noli Me Tangere Buod Kabanata 39:Si Donya Consolacion</vt:lpstr>
      <vt:lpstr>Noli Me Tangere Buod Kabanata 39:Si Donya Consolacion</vt:lpstr>
      <vt:lpstr>Noli Me Tangere Buod Kabanata 39:Si Donya Consolacion</vt:lpstr>
      <vt:lpstr>Noli Me Tangere Buod Kabanata 37: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NOLI ME TANGERE</dc:title>
  <dc:creator>Christopher</dc:creator>
  <cp:lastModifiedBy>Admin</cp:lastModifiedBy>
  <cp:revision>15</cp:revision>
  <dcterms:created xsi:type="dcterms:W3CDTF">2024-04-15T13:36:13Z</dcterms:created>
  <dcterms:modified xsi:type="dcterms:W3CDTF">2025-03-19T05:40:04Z</dcterms:modified>
</cp:coreProperties>
</file>