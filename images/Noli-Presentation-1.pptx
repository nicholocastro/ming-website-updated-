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2" r:id="rId8"/>
    <p:sldId id="264" r:id="rId9"/>
    <p:sldId id="263" r:id="rId10"/>
    <p:sldId id="261" r:id="rId11"/>
    <p:sldId id="271" r:id="rId12"/>
    <p:sldId id="270" r:id="rId13"/>
    <p:sldId id="269" r:id="rId14"/>
    <p:sldId id="272" r:id="rId15"/>
    <p:sldId id="273" r:id="rId16"/>
    <p:sldId id="274" r:id="rId17"/>
    <p:sldId id="267" r:id="rId18"/>
    <p:sldId id="268" r:id="rId19"/>
    <p:sldId id="266" r:id="rId20"/>
    <p:sldId id="281" r:id="rId21"/>
    <p:sldId id="280" r:id="rId22"/>
    <p:sldId id="282" r:id="rId23"/>
    <p:sldId id="279" r:id="rId24"/>
    <p:sldId id="278" r:id="rId25"/>
    <p:sldId id="283" r:id="rId26"/>
    <p:sldId id="277" r:id="rId27"/>
    <p:sldId id="276" r:id="rId28"/>
    <p:sldId id="275" r:id="rId29"/>
    <p:sldId id="286" r:id="rId30"/>
    <p:sldId id="285" r:id="rId31"/>
    <p:sldId id="284" r:id="rId32"/>
    <p:sldId id="290" r:id="rId33"/>
    <p:sldId id="289" r:id="rId34"/>
    <p:sldId id="288" r:id="rId35"/>
    <p:sldId id="287" r:id="rId36"/>
    <p:sldId id="293" r:id="rId37"/>
    <p:sldId id="292" r:id="rId38"/>
    <p:sldId id="296" r:id="rId39"/>
    <p:sldId id="295" r:id="rId40"/>
    <p:sldId id="294" r:id="rId41"/>
    <p:sldId id="291" r:id="rId42"/>
    <p:sldId id="297" r:id="rId43"/>
    <p:sldId id="298" r:id="rId44"/>
    <p:sldId id="300" r:id="rId45"/>
    <p:sldId id="29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59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3C2D0-733A-4BB6-8802-95B4048B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A2DA1-B0CC-4A04-8E56-059F0AFCE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D3D80-3B97-4ABA-9483-2E5C9FAC7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AEF6E-1E8B-46D0-BA13-C11692E2F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F8B52-F363-4121-896C-46CD7207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01201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9942D-4A49-499D-AB50-96AADF4B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AA40F-BFFD-4A80-8ACA-49D4F6BB3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0D3A6-EBA8-4C50-83A6-CDE90BE8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AD3D0-8CD2-4E47-B905-FBAD3BC0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0AD0E-8EB8-481D-B516-4E046D82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90303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9C70-044B-4F55-A74F-BDC12036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2DFCB-B79D-45EA-9EC9-D706AF10E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5CEB8-AE09-4EB1-9EA3-9C159932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A47CE-EDB8-48CD-993D-8F6F9329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996CA-3899-48BA-85E4-D4FF5613F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587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1D361-0D91-4A2E-AF65-650721E5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4F2E3-60D4-4718-8B7B-46D868A23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5D817-94F6-443E-B930-D03B0A380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11DB4-B550-4B9D-9445-1F211451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372AF-9B58-4D72-A029-2570AAD3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40369-AA31-42C1-842D-14710FA5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867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7D4E-1DE2-44C9-94D4-AEC0626D2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23D1C-FCB5-4894-B4AB-B6F6B1D90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24757-8DC9-4669-8877-14C900F6D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300455-5D5D-4080-B22E-7A6FB8FA8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F58D4-CC76-4156-8BC8-14CCB047B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483418-26A8-4376-9116-E5DC90C90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0ECFCA-7763-4DB1-A89E-129FA6BC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92D3F-9004-43C3-A46B-CACF8669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2826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91CE-7549-4BD0-9449-C34690AE3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E02F8-1622-4820-9E67-EC90A3941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365EC-7562-47B9-AD3B-9BEF56C6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1B428-66AC-4562-9E81-E3166EFD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930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E726BD-E9E8-468A-AA6C-A00458E7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6D4F9-8F16-4B7A-B446-3DA0BE0E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2A0D4-6DEE-459D-8CA5-D718268B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7208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959D-58C7-4DB3-B89A-A3D728D4F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51AFF-6120-41C6-AB69-E73E67199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4F212-9399-48DF-AB02-4D3160B65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AF168-62AD-4EA0-85B1-3A3588A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9369E-3B67-4B97-8177-162C950A7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E972B-04F6-4DEC-96DF-79E35B38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573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4AE0-7D10-470B-8683-B87C278A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3EFB01-2AFA-407A-9FF9-41345244E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2CD6A-1DAD-495D-8320-9111DA15F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726DA-67F3-417B-BAFF-896BA91B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9734D-3974-494B-9C3A-0A168DAEE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695EE-7448-4863-82C0-85CF85D2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2329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A99E7-CBEE-4421-B013-C4C7EF102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0C4A5A-B111-4923-99A6-833D72A9D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A3D90-DA8D-459A-B8C9-25A4A2985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A21EB-A581-4009-B0F8-E0300C683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19074-E8E0-46D1-AADC-6CAD8F90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1101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7740E8-9136-4ED6-A44E-BF92E5986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71455-3986-483D-A03E-50D820342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64477-5E90-4587-BADB-C36E58CB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55B4C-0E99-46C3-9EB7-297C50004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1BFDC-A56A-4C83-A17D-51243D95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890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D6AB7E-5338-4124-B903-9742931EC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AB324-A9E7-4561-B444-6B89D004D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8B2A-A833-4F57-AA60-2B0CC8EC9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3D187-0658-4565-AC41-41A147B0E081}" type="datetimeFigureOut">
              <a:rPr lang="en-PH" smtClean="0"/>
              <a:t>13/04/2024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06118-12D1-44C6-A985-1771B83DF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02CEF-FD8A-4EBA-BAA3-5E724CC77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6986D-9519-47F9-8318-F9644294F28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753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r>
              <a:rPr lang="en-PH" sz="13800" dirty="0"/>
              <a:t>Ang </a:t>
            </a:r>
            <a:r>
              <a:rPr lang="en-PH" sz="13800" dirty="0" err="1"/>
              <a:t>talambuhay</a:t>
            </a:r>
            <a:r>
              <a:rPr lang="en-PH" sz="13800" dirty="0"/>
              <a:t> </a:t>
            </a:r>
            <a:r>
              <a:rPr lang="en-PH" sz="13800" dirty="0" err="1"/>
              <a:t>ni</a:t>
            </a:r>
            <a:r>
              <a:rPr lang="en-PH" sz="13800" dirty="0"/>
              <a:t> Jose Rizal</a:t>
            </a:r>
          </a:p>
        </p:txBody>
      </p:sp>
    </p:spTree>
    <p:extLst>
      <p:ext uri="{BB962C8B-B14F-4D97-AF65-F5344CB8AC3E}">
        <p14:creationId xmlns:p14="http://schemas.microsoft.com/office/powerpoint/2010/main" val="2495300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BB2BD7-B710-4CA3-BC79-D5059A5DE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965" y="1023496"/>
            <a:ext cx="2868328" cy="431897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5919537" cy="5505650"/>
          </a:xfrm>
        </p:spPr>
        <p:txBody>
          <a:bodyPr>
            <a:normAutofit fontScale="92500"/>
          </a:bodyPr>
          <a:lstStyle/>
          <a:p>
            <a:pPr algn="just"/>
            <a:r>
              <a:rPr lang="en-PH" dirty="0"/>
              <a:t>Si </a:t>
            </a:r>
            <a:r>
              <a:rPr lang="en-PH" sz="3600" b="1" dirty="0"/>
              <a:t>Dr. José </a:t>
            </a:r>
            <a:r>
              <a:rPr lang="en-PH" sz="3600" b="1" dirty="0" err="1"/>
              <a:t>Protacio</a:t>
            </a:r>
            <a:r>
              <a:rPr lang="en-PH" sz="3600" b="1" dirty="0"/>
              <a:t> Rizal Mercado y Alonzo </a:t>
            </a:r>
            <a:r>
              <a:rPr lang="en-PH" sz="3600" b="1" dirty="0" err="1"/>
              <a:t>Realonda</a:t>
            </a:r>
            <a:r>
              <a:rPr lang="en-PH" sz="3600" b="1" dirty="0"/>
              <a:t> </a:t>
            </a:r>
            <a:r>
              <a:rPr lang="en-PH" sz="3200" dirty="0"/>
              <a:t>(19 </a:t>
            </a:r>
            <a:r>
              <a:rPr lang="en-PH" sz="3200" dirty="0" err="1"/>
              <a:t>Hunyo</a:t>
            </a:r>
            <a:r>
              <a:rPr lang="en-PH" sz="3200" dirty="0"/>
              <a:t> 1861– 30 </a:t>
            </a:r>
            <a:r>
              <a:rPr lang="en-PH" sz="3200" dirty="0" err="1"/>
              <a:t>Disyembre</a:t>
            </a:r>
            <a:r>
              <a:rPr lang="en-PH" sz="3200" dirty="0"/>
              <a:t> 1896) ay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Pilipinong</a:t>
            </a:r>
            <a:r>
              <a:rPr lang="en-PH" sz="3200" dirty="0"/>
              <a:t> </a:t>
            </a:r>
            <a:r>
              <a:rPr lang="en-PH" sz="3200" dirty="0" err="1"/>
              <a:t>bayani</a:t>
            </a:r>
            <a:r>
              <a:rPr lang="en-PH" sz="3200" dirty="0"/>
              <a:t> at </a:t>
            </a:r>
            <a:r>
              <a:rPr lang="en-PH" sz="3200" dirty="0" err="1"/>
              <a:t>isa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pinakatanyag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tagapagtaguyod</a:t>
            </a:r>
            <a:r>
              <a:rPr lang="en-PH" sz="3200" dirty="0"/>
              <a:t> ng </a:t>
            </a:r>
            <a:r>
              <a:rPr lang="en-PH" sz="3200" dirty="0" err="1"/>
              <a:t>pagbabago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Pilipinas</a:t>
            </a:r>
            <a:r>
              <a:rPr lang="en-PH" sz="3200" dirty="0"/>
              <a:t> </a:t>
            </a:r>
            <a:r>
              <a:rPr lang="en-PH" sz="3200" dirty="0" err="1"/>
              <a:t>noong</a:t>
            </a:r>
            <a:r>
              <a:rPr lang="en-PH" sz="3200" dirty="0"/>
              <a:t> </a:t>
            </a:r>
            <a:r>
              <a:rPr lang="en-PH" sz="3200" dirty="0" err="1"/>
              <a:t>panahon</a:t>
            </a:r>
            <a:r>
              <a:rPr lang="en-PH" sz="3200" dirty="0"/>
              <a:t> ng </a:t>
            </a:r>
            <a:r>
              <a:rPr lang="en-PH" sz="3200" dirty="0" err="1"/>
              <a:t>pananakop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Kastila</a:t>
            </a:r>
            <a:r>
              <a:rPr lang="en-PH" sz="3200" dirty="0"/>
              <a:t>. </a:t>
            </a:r>
            <a:r>
              <a:rPr lang="en-PH" sz="3200" dirty="0" err="1"/>
              <a:t>Siya</a:t>
            </a:r>
            <a:r>
              <a:rPr lang="en-PH" sz="3200" dirty="0"/>
              <a:t> ang </a:t>
            </a:r>
            <a:r>
              <a:rPr lang="en-PH" sz="3200" dirty="0" err="1"/>
              <a:t>kinikilala</a:t>
            </a:r>
            <a:r>
              <a:rPr lang="en-PH" sz="3200" dirty="0"/>
              <a:t> </a:t>
            </a:r>
            <a:r>
              <a:rPr lang="en-PH" sz="3200" dirty="0" err="1"/>
              <a:t>bilang</a:t>
            </a:r>
            <a:r>
              <a:rPr lang="en-PH" sz="3200" dirty="0"/>
              <a:t> </a:t>
            </a:r>
            <a:r>
              <a:rPr lang="en-PH" sz="3200" dirty="0" err="1"/>
              <a:t>pinakamagaling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bayani</a:t>
            </a:r>
            <a:r>
              <a:rPr lang="en-PH" sz="3200" dirty="0"/>
              <a:t> at </a:t>
            </a:r>
            <a:r>
              <a:rPr lang="en-PH" sz="3200" dirty="0" err="1"/>
              <a:t>itinala</a:t>
            </a:r>
            <a:r>
              <a:rPr lang="en-PH" sz="3200" dirty="0"/>
              <a:t> </a:t>
            </a:r>
            <a:r>
              <a:rPr lang="en-PH" sz="3200" dirty="0" err="1"/>
              <a:t>bilang</a:t>
            </a:r>
            <a:r>
              <a:rPr lang="en-PH" sz="3200" dirty="0"/>
              <a:t> </a:t>
            </a:r>
            <a:r>
              <a:rPr lang="en-PH" sz="3200" dirty="0" err="1"/>
              <a:t>isa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pambansang</a:t>
            </a:r>
            <a:r>
              <a:rPr lang="en-PH" sz="3200" dirty="0"/>
              <a:t> </a:t>
            </a:r>
            <a:r>
              <a:rPr lang="en-PH" sz="3200" dirty="0" err="1"/>
              <a:t>bayani</a:t>
            </a:r>
            <a:r>
              <a:rPr lang="en-PH" sz="3200" dirty="0"/>
              <a:t> ng </a:t>
            </a:r>
            <a:r>
              <a:rPr lang="en-PH" sz="3200" dirty="0" err="1"/>
              <a:t>Pilipinas</a:t>
            </a:r>
            <a:r>
              <a:rPr lang="en-PH" sz="3200" dirty="0"/>
              <a:t> ng </a:t>
            </a:r>
            <a:r>
              <a:rPr lang="en-PH" sz="3200" dirty="0" err="1"/>
              <a:t>Lupon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Pambansang</a:t>
            </a:r>
            <a:r>
              <a:rPr lang="en-PH" sz="3200" dirty="0"/>
              <a:t> </a:t>
            </a:r>
            <a:r>
              <a:rPr lang="en-PH" sz="3200" dirty="0" err="1"/>
              <a:t>Bayani</a:t>
            </a:r>
            <a:r>
              <a:rPr lang="en-PH" sz="3200" dirty="0"/>
              <a:t>.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728384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3600" dirty="0" err="1"/>
              <a:t>Ipinanganak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Rizal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mayamang</a:t>
            </a:r>
            <a:r>
              <a:rPr lang="en-PH" sz="3600" dirty="0"/>
              <a:t> </a:t>
            </a:r>
            <a:r>
              <a:rPr lang="en-PH" sz="3600" dirty="0" err="1"/>
              <a:t>angkan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Calamba, Laguna at </a:t>
            </a:r>
            <a:r>
              <a:rPr lang="en-PH" sz="3600" dirty="0" err="1"/>
              <a:t>ikapito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labing-isang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 ng mag-</a:t>
            </a:r>
            <a:r>
              <a:rPr lang="en-PH" sz="3600" dirty="0" err="1"/>
              <a:t>asawang</a:t>
            </a:r>
            <a:r>
              <a:rPr lang="en-PH" sz="3600" dirty="0"/>
              <a:t> Francisco </a:t>
            </a:r>
            <a:r>
              <a:rPr lang="en-PH" sz="3600" dirty="0" err="1"/>
              <a:t>Engracio</a:t>
            </a:r>
            <a:r>
              <a:rPr lang="en-PH" sz="3600" dirty="0"/>
              <a:t> Rizal Mercado y Alejandro at Teodora Morales Alonzo </a:t>
            </a:r>
            <a:r>
              <a:rPr lang="en-PH" sz="3600" dirty="0" err="1"/>
              <a:t>Realonda</a:t>
            </a:r>
            <a:r>
              <a:rPr lang="en-PH" sz="3600" dirty="0"/>
              <a:t> y </a:t>
            </a:r>
            <a:r>
              <a:rPr lang="en-PH" sz="3600" dirty="0" err="1"/>
              <a:t>Quintos</a:t>
            </a:r>
            <a:r>
              <a:rPr lang="en-PH" sz="3600" dirty="0"/>
              <a:t>. Nag-</a:t>
            </a:r>
            <a:r>
              <a:rPr lang="en-PH" sz="3600" dirty="0" err="1"/>
              <a:t>aral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Ateneo Municipal de Manila, at </a:t>
            </a:r>
            <a:r>
              <a:rPr lang="en-PH" sz="3600" dirty="0" err="1"/>
              <a:t>nakakuha</a:t>
            </a:r>
            <a:r>
              <a:rPr lang="en-PH" sz="3600" dirty="0"/>
              <a:t> ng diploma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Batsilyer</a:t>
            </a:r>
            <a:r>
              <a:rPr lang="en-PH" sz="3600" dirty="0"/>
              <a:t> ng </a:t>
            </a:r>
            <a:r>
              <a:rPr lang="en-PH" sz="3600" dirty="0" err="1"/>
              <a:t>Sining</a:t>
            </a:r>
            <a:r>
              <a:rPr lang="en-PH" sz="3600" dirty="0"/>
              <a:t> at nag-</a:t>
            </a:r>
            <a:r>
              <a:rPr lang="en-PH" sz="3600" dirty="0" err="1"/>
              <a:t>aral</a:t>
            </a:r>
            <a:r>
              <a:rPr lang="en-PH" sz="3600" dirty="0"/>
              <a:t> ng </a:t>
            </a:r>
            <a:r>
              <a:rPr lang="en-PH" sz="3600" dirty="0" err="1"/>
              <a:t>medisina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Pamantasan ng Santo Tomas </a:t>
            </a:r>
            <a:r>
              <a:rPr lang="en-PH" sz="3600" dirty="0" err="1"/>
              <a:t>sa</a:t>
            </a:r>
            <a:r>
              <a:rPr lang="en-PH" sz="3600" dirty="0"/>
              <a:t> Maynila. </a:t>
            </a:r>
            <a:r>
              <a:rPr lang="en-PH" sz="3600" dirty="0" err="1"/>
              <a:t>Ipinagpatuloy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pag-aaral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Universidad Central de Madrid </a:t>
            </a:r>
            <a:r>
              <a:rPr lang="en-PH" sz="3600" dirty="0" err="1"/>
              <a:t>sa</a:t>
            </a:r>
            <a:r>
              <a:rPr lang="en-PH" sz="3600" dirty="0"/>
              <a:t> Madrid, </a:t>
            </a:r>
            <a:r>
              <a:rPr lang="en-PH" sz="3600" dirty="0" err="1"/>
              <a:t>Espanya</a:t>
            </a:r>
            <a:r>
              <a:rPr lang="en-PH" sz="3600" dirty="0"/>
              <a:t>, at </a:t>
            </a:r>
            <a:r>
              <a:rPr lang="en-PH" sz="3600" dirty="0" err="1"/>
              <a:t>nakakuha</a:t>
            </a:r>
            <a:r>
              <a:rPr lang="en-PH" sz="3600" dirty="0"/>
              <a:t> ng </a:t>
            </a:r>
            <a:r>
              <a:rPr lang="en-PH" sz="3600" dirty="0" err="1"/>
              <a:t>Lisensiya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Medisina</a:t>
            </a:r>
            <a:r>
              <a:rPr lang="en-PH" sz="3600" dirty="0"/>
              <a:t>,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nagbigay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 ng </a:t>
            </a:r>
            <a:r>
              <a:rPr lang="en-PH" sz="3600" dirty="0" err="1"/>
              <a:t>karapatan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magpraktis</a:t>
            </a:r>
            <a:r>
              <a:rPr lang="en-PH" sz="3600" dirty="0"/>
              <a:t> ng </a:t>
            </a:r>
            <a:r>
              <a:rPr lang="en-PH" sz="3600" dirty="0" err="1"/>
              <a:t>pagmemedisina</a:t>
            </a:r>
            <a:r>
              <a:rPr lang="en-PH" sz="3600" dirty="0"/>
              <a:t>. Nag-</a:t>
            </a:r>
            <a:r>
              <a:rPr lang="en-PH" sz="3600" dirty="0" err="1"/>
              <a:t>aral</a:t>
            </a:r>
            <a:r>
              <a:rPr lang="en-PH" sz="3600" dirty="0"/>
              <a:t> din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Pamantasan ng Paris at Pamantasan ng Heidelberg.</a:t>
            </a:r>
          </a:p>
        </p:txBody>
      </p:sp>
    </p:spTree>
    <p:extLst>
      <p:ext uri="{BB962C8B-B14F-4D97-AF65-F5344CB8AC3E}">
        <p14:creationId xmlns:p14="http://schemas.microsoft.com/office/powerpoint/2010/main" val="2224410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800" dirty="0"/>
              <a:t>Isang </a:t>
            </a:r>
            <a:r>
              <a:rPr lang="en-PH" sz="4800" dirty="0" err="1"/>
              <a:t>polimata</a:t>
            </a:r>
            <a:r>
              <a:rPr lang="en-PH" sz="4800" dirty="0"/>
              <a:t> </a:t>
            </a:r>
            <a:r>
              <a:rPr lang="en-PH" sz="4800" dirty="0" err="1"/>
              <a:t>si</a:t>
            </a:r>
            <a:r>
              <a:rPr lang="en-PH" sz="4800" dirty="0"/>
              <a:t> Rizal; </a:t>
            </a:r>
            <a:r>
              <a:rPr lang="en-PH" sz="4800" dirty="0" err="1"/>
              <a:t>maliban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medisina</a:t>
            </a:r>
            <a:r>
              <a:rPr lang="en-PH" sz="4800" dirty="0"/>
              <a:t> ay </a:t>
            </a:r>
            <a:r>
              <a:rPr lang="en-PH" sz="4800" dirty="0" err="1"/>
              <a:t>mahusay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pagpinta</a:t>
            </a:r>
            <a:r>
              <a:rPr lang="en-PH" sz="4800" dirty="0"/>
              <a:t>, </a:t>
            </a:r>
            <a:r>
              <a:rPr lang="en-PH" sz="4800" dirty="0" err="1"/>
              <a:t>pagguhit</a:t>
            </a:r>
            <a:r>
              <a:rPr lang="en-PH" sz="4800" dirty="0"/>
              <a:t>, </a:t>
            </a:r>
            <a:r>
              <a:rPr lang="en-PH" sz="4800" dirty="0" err="1"/>
              <a:t>paglilok</a:t>
            </a:r>
            <a:r>
              <a:rPr lang="en-PH" sz="4800" dirty="0"/>
              <a:t> at </a:t>
            </a:r>
            <a:r>
              <a:rPr lang="en-PH" sz="4800" dirty="0" err="1"/>
              <a:t>pag-ukit</a:t>
            </a:r>
            <a:r>
              <a:rPr lang="en-PH" sz="4800" dirty="0"/>
              <a:t>. </a:t>
            </a:r>
            <a:r>
              <a:rPr lang="en-PH" sz="4800" dirty="0" err="1"/>
              <a:t>Siya</a:t>
            </a:r>
            <a:r>
              <a:rPr lang="en-PH" sz="4800" dirty="0"/>
              <a:t> ay </a:t>
            </a:r>
            <a:r>
              <a:rPr lang="en-PH" sz="4800" dirty="0" err="1"/>
              <a:t>makata</a:t>
            </a:r>
            <a:r>
              <a:rPr lang="en-PH" sz="4800" dirty="0"/>
              <a:t>, </a:t>
            </a:r>
            <a:r>
              <a:rPr lang="en-PH" sz="4800" dirty="0" err="1"/>
              <a:t>manunulat</a:t>
            </a:r>
            <a:r>
              <a:rPr lang="en-PH" sz="4800" dirty="0"/>
              <a:t>, at </a:t>
            </a:r>
            <a:r>
              <a:rPr lang="en-PH" sz="4800" dirty="0" err="1"/>
              <a:t>nobelista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ang </a:t>
            </a:r>
            <a:r>
              <a:rPr lang="en-PH" sz="4800" dirty="0" err="1"/>
              <a:t>pinakatanyag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kanyang</a:t>
            </a:r>
            <a:r>
              <a:rPr lang="en-PH" sz="4800" dirty="0"/>
              <a:t>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gawa</a:t>
            </a:r>
            <a:r>
              <a:rPr lang="en-PH" sz="4800" dirty="0"/>
              <a:t> ay ang </a:t>
            </a:r>
            <a:r>
              <a:rPr lang="en-PH" sz="4800" dirty="0" err="1"/>
              <a:t>nobela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Noli</a:t>
            </a:r>
            <a:r>
              <a:rPr lang="en-PH" sz="4800" dirty="0"/>
              <a:t> Me </a:t>
            </a:r>
            <a:r>
              <a:rPr lang="en-PH" sz="4800" dirty="0" err="1"/>
              <a:t>Tángere</a:t>
            </a:r>
            <a:r>
              <a:rPr lang="en-PH" sz="4800" dirty="0"/>
              <a:t>, at ang </a:t>
            </a:r>
            <a:r>
              <a:rPr lang="en-PH" sz="4800" dirty="0" err="1"/>
              <a:t>kasunod</a:t>
            </a:r>
            <a:r>
              <a:rPr lang="en-PH" sz="4800" dirty="0"/>
              <a:t> </a:t>
            </a:r>
            <a:r>
              <a:rPr lang="en-PH" sz="4800" dirty="0" err="1"/>
              <a:t>nitong</a:t>
            </a:r>
            <a:r>
              <a:rPr lang="en-PH" sz="4800" dirty="0"/>
              <a:t> El </a:t>
            </a:r>
            <a:r>
              <a:rPr lang="en-PH" sz="4800" dirty="0" err="1"/>
              <a:t>filibusterismo</a:t>
            </a:r>
            <a:r>
              <a:rPr lang="en-PH" sz="4800" dirty="0"/>
              <a:t>. </a:t>
            </a:r>
            <a:r>
              <a:rPr lang="en-PH" sz="4800" dirty="0" err="1"/>
              <a:t>Poliglota</a:t>
            </a:r>
            <a:r>
              <a:rPr lang="en-PH" sz="4800" dirty="0"/>
              <a:t> din </a:t>
            </a:r>
            <a:r>
              <a:rPr lang="en-PH" sz="4800" dirty="0" err="1"/>
              <a:t>si</a:t>
            </a:r>
            <a:r>
              <a:rPr lang="en-PH" sz="4800" dirty="0"/>
              <a:t> Rizal,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nakakaunawa</a:t>
            </a:r>
            <a:r>
              <a:rPr lang="en-PH" sz="4800" dirty="0"/>
              <a:t> ng </a:t>
            </a:r>
            <a:r>
              <a:rPr lang="en-PH" sz="4800" dirty="0" err="1"/>
              <a:t>dalawampu't</a:t>
            </a:r>
            <a:r>
              <a:rPr lang="en-PH" sz="4800" dirty="0"/>
              <a:t> </a:t>
            </a:r>
            <a:r>
              <a:rPr lang="en-PH" sz="4800" dirty="0" err="1"/>
              <a:t>dalawang</a:t>
            </a:r>
            <a:r>
              <a:rPr lang="en-PH" sz="4800" dirty="0"/>
              <a:t> </a:t>
            </a:r>
            <a:r>
              <a:rPr lang="en-PH" sz="4800" dirty="0" err="1"/>
              <a:t>wika</a:t>
            </a:r>
            <a:r>
              <a:rPr lang="en-PH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0311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/>
          </a:bodyPr>
          <a:lstStyle/>
          <a:p>
            <a:pPr algn="just"/>
            <a:r>
              <a:rPr lang="en-PH" sz="4800" dirty="0" err="1"/>
              <a:t>Itinatag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José Rizal ang La Liga Filipina,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samahan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naging</a:t>
            </a:r>
            <a:r>
              <a:rPr lang="en-PH" sz="4800" dirty="0"/>
              <a:t> </a:t>
            </a:r>
            <a:r>
              <a:rPr lang="en-PH" sz="4800" dirty="0" err="1"/>
              <a:t>daan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pagkabuo</a:t>
            </a:r>
            <a:r>
              <a:rPr lang="en-PH" sz="4800" dirty="0"/>
              <a:t> ng Katipunan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pinamunuan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Andrés Bonifacio,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isang</a:t>
            </a:r>
            <a:r>
              <a:rPr lang="en-PH" sz="4800" dirty="0"/>
              <a:t> </a:t>
            </a:r>
            <a:r>
              <a:rPr lang="en-PH" sz="4800" dirty="0" err="1"/>
              <a:t>lihim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samahan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nagpasimula</a:t>
            </a:r>
            <a:r>
              <a:rPr lang="en-PH" sz="4800" dirty="0"/>
              <a:t> ng </a:t>
            </a:r>
            <a:r>
              <a:rPr lang="en-PH" sz="4800" dirty="0" err="1"/>
              <a:t>Himagsikang</a:t>
            </a:r>
            <a:r>
              <a:rPr lang="en-PH" sz="4800" dirty="0"/>
              <a:t> Pilipino </a:t>
            </a:r>
            <a:r>
              <a:rPr lang="en-PH" sz="4800" dirty="0" err="1"/>
              <a:t>laban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Espanya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naging</a:t>
            </a:r>
            <a:r>
              <a:rPr lang="en-PH" sz="4800" dirty="0"/>
              <a:t> </a:t>
            </a:r>
            <a:r>
              <a:rPr lang="en-PH" sz="4800" dirty="0" err="1"/>
              <a:t>saligan</a:t>
            </a:r>
            <a:r>
              <a:rPr lang="en-PH" sz="4800" dirty="0"/>
              <a:t> ng Unang </a:t>
            </a:r>
            <a:r>
              <a:rPr lang="en-PH" sz="4800" dirty="0" err="1"/>
              <a:t>Republika</a:t>
            </a:r>
            <a:r>
              <a:rPr lang="en-PH" sz="4800" dirty="0"/>
              <a:t> ng </a:t>
            </a:r>
            <a:r>
              <a:rPr lang="en-PH" sz="4800" dirty="0" err="1"/>
              <a:t>Pilipinas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ilalim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Emilio Aguinaldo. </a:t>
            </a:r>
          </a:p>
        </p:txBody>
      </p:sp>
    </p:spTree>
    <p:extLst>
      <p:ext uri="{BB962C8B-B14F-4D97-AF65-F5344CB8AC3E}">
        <p14:creationId xmlns:p14="http://schemas.microsoft.com/office/powerpoint/2010/main" val="323536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/>
          </a:bodyPr>
          <a:lstStyle/>
          <a:p>
            <a:pPr algn="just"/>
            <a:r>
              <a:rPr lang="en-PH" sz="3200" dirty="0" err="1"/>
              <a:t>Siya</a:t>
            </a:r>
            <a:r>
              <a:rPr lang="en-PH" sz="3200" dirty="0"/>
              <a:t> ay </a:t>
            </a:r>
            <a:r>
              <a:rPr lang="en-PH" sz="3200" dirty="0" err="1"/>
              <a:t>tagapagtaguyod</a:t>
            </a:r>
            <a:r>
              <a:rPr lang="en-PH" sz="3200" dirty="0"/>
              <a:t> ng </a:t>
            </a:r>
            <a:r>
              <a:rPr lang="en-PH" sz="3200" dirty="0" err="1"/>
              <a:t>pagkakaroon</a:t>
            </a:r>
            <a:r>
              <a:rPr lang="en-PH" sz="3200" dirty="0"/>
              <a:t> ng </a:t>
            </a:r>
            <a:r>
              <a:rPr lang="en-PH" sz="3200" dirty="0" err="1"/>
              <a:t>Pilipinas</a:t>
            </a:r>
            <a:r>
              <a:rPr lang="en-PH" sz="3200" dirty="0"/>
              <a:t> ng </a:t>
            </a:r>
            <a:r>
              <a:rPr lang="en-PH" sz="3200" dirty="0" err="1"/>
              <a:t>sarili</a:t>
            </a:r>
            <a:r>
              <a:rPr lang="en-PH" sz="3200" dirty="0"/>
              <a:t> </a:t>
            </a:r>
            <a:r>
              <a:rPr lang="en-PH" sz="3200" dirty="0" err="1"/>
              <a:t>nitong</a:t>
            </a:r>
            <a:r>
              <a:rPr lang="en-PH" sz="3200" dirty="0"/>
              <a:t> </a:t>
            </a:r>
            <a:r>
              <a:rPr lang="en-PH" sz="3200" dirty="0" err="1"/>
              <a:t>pamahalaan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mayapang</a:t>
            </a:r>
            <a:r>
              <a:rPr lang="en-PH" sz="3200" dirty="0"/>
              <a:t> </a:t>
            </a:r>
            <a:r>
              <a:rPr lang="en-PH" sz="3200" dirty="0" err="1"/>
              <a:t>pamamaraan</a:t>
            </a:r>
            <a:r>
              <a:rPr lang="en-PH" sz="3200" dirty="0"/>
              <a:t> </a:t>
            </a:r>
            <a:r>
              <a:rPr lang="en-PH" sz="3200" dirty="0" err="1"/>
              <a:t>kaysa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marahas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himagsikan</a:t>
            </a:r>
            <a:r>
              <a:rPr lang="en-PH" sz="3200" dirty="0"/>
              <a:t>,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susuportahan</a:t>
            </a:r>
            <a:r>
              <a:rPr lang="en-PH" sz="3200" dirty="0"/>
              <a:t> </a:t>
            </a:r>
            <a:r>
              <a:rPr lang="en-PH" sz="3200" dirty="0" err="1"/>
              <a:t>lamang</a:t>
            </a:r>
            <a:r>
              <a:rPr lang="en-PH" sz="3200" dirty="0"/>
              <a:t> ang </a:t>
            </a:r>
            <a:r>
              <a:rPr lang="en-PH" sz="3200" dirty="0" err="1"/>
              <a:t>karahasan</a:t>
            </a:r>
            <a:r>
              <a:rPr lang="en-PH" sz="3200" dirty="0"/>
              <a:t> </a:t>
            </a:r>
            <a:r>
              <a:rPr lang="en-PH" sz="3200" dirty="0" err="1"/>
              <a:t>bilang</a:t>
            </a:r>
            <a:r>
              <a:rPr lang="en-PH" sz="3200" dirty="0"/>
              <a:t> </a:t>
            </a:r>
            <a:r>
              <a:rPr lang="en-PH" sz="3200" dirty="0" err="1"/>
              <a:t>huling</a:t>
            </a:r>
            <a:r>
              <a:rPr lang="en-PH" sz="3200" dirty="0"/>
              <a:t> </a:t>
            </a:r>
            <a:r>
              <a:rPr lang="en-PH" sz="3200" dirty="0" err="1"/>
              <a:t>opsyon</a:t>
            </a:r>
            <a:r>
              <a:rPr lang="en-PH" sz="3200" dirty="0"/>
              <a:t>. </a:t>
            </a:r>
            <a:r>
              <a:rPr lang="en-PH" sz="3200" dirty="0" err="1"/>
              <a:t>Naniniwala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Rizal </a:t>
            </a:r>
            <a:r>
              <a:rPr lang="en-PH" sz="3200" dirty="0" err="1"/>
              <a:t>na</a:t>
            </a:r>
            <a:r>
              <a:rPr lang="en-PH" sz="3200" dirty="0"/>
              <a:t> ang tanging </a:t>
            </a:r>
            <a:r>
              <a:rPr lang="en-PH" sz="3200" dirty="0" err="1"/>
              <a:t>katuwiran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pagpapalaya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Pilipinas</a:t>
            </a:r>
            <a:r>
              <a:rPr lang="en-PH" sz="3200" dirty="0"/>
              <a:t> at </a:t>
            </a:r>
            <a:r>
              <a:rPr lang="en-PH" sz="3200" dirty="0" err="1"/>
              <a:t>pagkakaroon</a:t>
            </a:r>
            <a:r>
              <a:rPr lang="en-PH" sz="3200" dirty="0"/>
              <a:t> </a:t>
            </a:r>
            <a:r>
              <a:rPr lang="en-PH" sz="3200" dirty="0" err="1"/>
              <a:t>nito</a:t>
            </a:r>
            <a:r>
              <a:rPr lang="en-PH" sz="3200" dirty="0"/>
              <a:t> ng </a:t>
            </a:r>
            <a:r>
              <a:rPr lang="en-PH" sz="3200" dirty="0" err="1"/>
              <a:t>sariling</a:t>
            </a:r>
            <a:r>
              <a:rPr lang="en-PH" sz="3200" dirty="0"/>
              <a:t> </a:t>
            </a:r>
            <a:r>
              <a:rPr lang="en-PH" sz="3200" dirty="0" err="1"/>
              <a:t>pamahalaan</a:t>
            </a:r>
            <a:r>
              <a:rPr lang="en-PH" sz="3200" dirty="0"/>
              <a:t> ay ang </a:t>
            </a:r>
            <a:r>
              <a:rPr lang="en-PH" sz="3200" dirty="0" err="1"/>
              <a:t>pagbabalik</a:t>
            </a:r>
            <a:r>
              <a:rPr lang="en-PH" sz="3200" dirty="0"/>
              <a:t> ng </a:t>
            </a:r>
            <a:r>
              <a:rPr lang="en-PH" sz="3200" dirty="0" err="1"/>
              <a:t>karangalan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mamamayan</a:t>
            </a:r>
            <a:r>
              <a:rPr lang="en-PH" sz="3200" dirty="0"/>
              <a:t>, at </a:t>
            </a:r>
            <a:r>
              <a:rPr lang="en-PH" sz="3200" dirty="0" err="1"/>
              <a:t>winika</a:t>
            </a:r>
            <a:r>
              <a:rPr lang="en-PH" sz="3200" dirty="0"/>
              <a:t> </a:t>
            </a:r>
            <a:r>
              <a:rPr lang="en-PH" sz="3200" dirty="0" err="1"/>
              <a:t>niya</a:t>
            </a:r>
            <a:r>
              <a:rPr lang="en-PH" sz="3200" dirty="0"/>
              <a:t> "</a:t>
            </a:r>
            <a:r>
              <a:rPr lang="en-PH" sz="3200" dirty="0" err="1"/>
              <a:t>Bakit</a:t>
            </a:r>
            <a:r>
              <a:rPr lang="en-PH" sz="3200" dirty="0"/>
              <a:t> </a:t>
            </a:r>
            <a:r>
              <a:rPr lang="en-PH" sz="3200" dirty="0" err="1"/>
              <a:t>kalayaan</a:t>
            </a:r>
            <a:r>
              <a:rPr lang="en-PH" sz="3200" dirty="0"/>
              <a:t>, kung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alipin</a:t>
            </a:r>
            <a:r>
              <a:rPr lang="en-PH" sz="3200" dirty="0"/>
              <a:t> </a:t>
            </a:r>
            <a:r>
              <a:rPr lang="en-PH" sz="3200" dirty="0" err="1"/>
              <a:t>ngayon</a:t>
            </a:r>
            <a:r>
              <a:rPr lang="en-PH" sz="3200" dirty="0"/>
              <a:t> ay </a:t>
            </a:r>
            <a:r>
              <a:rPr lang="en-PH" sz="3200" dirty="0" err="1"/>
              <a:t>magiging</a:t>
            </a:r>
            <a:r>
              <a:rPr lang="en-PH" sz="3200" dirty="0"/>
              <a:t> </a:t>
            </a:r>
            <a:r>
              <a:rPr lang="en-PH" sz="3200" dirty="0" err="1"/>
              <a:t>maniniil</a:t>
            </a:r>
            <a:r>
              <a:rPr lang="en-PH" sz="3200" dirty="0"/>
              <a:t> ng </a:t>
            </a:r>
            <a:r>
              <a:rPr lang="en-PH" sz="3200" dirty="0" err="1"/>
              <a:t>hinaharap</a:t>
            </a:r>
            <a:r>
              <a:rPr lang="en-PH" sz="3200" dirty="0"/>
              <a:t>? Ang </a:t>
            </a:r>
            <a:r>
              <a:rPr lang="en-PH" sz="3200" dirty="0" err="1"/>
              <a:t>pangkahalatang</a:t>
            </a:r>
            <a:r>
              <a:rPr lang="en-PH" sz="3200" dirty="0"/>
              <a:t> </a:t>
            </a:r>
            <a:r>
              <a:rPr lang="en-PH" sz="3200" dirty="0" err="1"/>
              <a:t>napagsang-ayunan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dalubhasa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buhay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Rizal ay ang </a:t>
            </a:r>
            <a:r>
              <a:rPr lang="en-PH" sz="3200" dirty="0" err="1"/>
              <a:t>pagbitay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kanya</a:t>
            </a:r>
            <a:r>
              <a:rPr lang="en-PH" sz="3200" dirty="0"/>
              <a:t> ang </a:t>
            </a:r>
            <a:r>
              <a:rPr lang="en-PH" sz="3200" dirty="0" err="1"/>
              <a:t>nagtulak</a:t>
            </a:r>
            <a:r>
              <a:rPr lang="en-PH" sz="3200" dirty="0"/>
              <a:t> </a:t>
            </a:r>
            <a:r>
              <a:rPr lang="en-PH" sz="3200" dirty="0" err="1"/>
              <a:t>upang</a:t>
            </a:r>
            <a:r>
              <a:rPr lang="en-PH" sz="3200" dirty="0"/>
              <a:t> </a:t>
            </a:r>
            <a:r>
              <a:rPr lang="en-PH" sz="3200" dirty="0" err="1"/>
              <a:t>magsimula</a:t>
            </a:r>
            <a:r>
              <a:rPr lang="en-PH" sz="3200" dirty="0"/>
              <a:t> ang </a:t>
            </a:r>
            <a:r>
              <a:rPr lang="en-PH" sz="3200" dirty="0" err="1"/>
              <a:t>Himagsikang</a:t>
            </a:r>
            <a:r>
              <a:rPr lang="en-PH" sz="3200" dirty="0"/>
              <a:t> Pilipino.</a:t>
            </a:r>
          </a:p>
        </p:txBody>
      </p:sp>
    </p:spTree>
    <p:extLst>
      <p:ext uri="{BB962C8B-B14F-4D97-AF65-F5344CB8AC3E}">
        <p14:creationId xmlns:p14="http://schemas.microsoft.com/office/powerpoint/2010/main" val="2565002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PH" dirty="0"/>
              <a:t>	</a:t>
            </a:r>
          </a:p>
          <a:p>
            <a:endParaRPr lang="en-PH" sz="9600" b="1" dirty="0"/>
          </a:p>
          <a:p>
            <a:r>
              <a:rPr lang="en-PH" sz="9600" b="1" dirty="0"/>
              <a:t>Ang </a:t>
            </a:r>
            <a:r>
              <a:rPr lang="en-PH" sz="9600" b="1" dirty="0" err="1"/>
              <a:t>pamilya</a:t>
            </a:r>
            <a:r>
              <a:rPr lang="en-PH" sz="9600" b="1" dirty="0"/>
              <a:t> </a:t>
            </a:r>
            <a:r>
              <a:rPr lang="en-PH" sz="9600" b="1" dirty="0" err="1"/>
              <a:t>ni</a:t>
            </a:r>
            <a:r>
              <a:rPr lang="en-PH" sz="9600" b="1" dirty="0"/>
              <a:t> </a:t>
            </a:r>
          </a:p>
          <a:p>
            <a:r>
              <a:rPr lang="en-PH" sz="9600" b="1" dirty="0"/>
              <a:t>José Rizal</a:t>
            </a:r>
            <a:endParaRPr lang="en-PH" b="1" dirty="0"/>
          </a:p>
        </p:txBody>
      </p:sp>
    </p:spTree>
    <p:extLst>
      <p:ext uri="{BB962C8B-B14F-4D97-AF65-F5344CB8AC3E}">
        <p14:creationId xmlns:p14="http://schemas.microsoft.com/office/powerpoint/2010/main" val="3120850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r>
              <a:rPr lang="en-PH" sz="4800" b="1" dirty="0"/>
              <a:t>Si Francisco Rizal Mercado (1818–1897)</a:t>
            </a:r>
          </a:p>
          <a:p>
            <a:pPr algn="just"/>
            <a:r>
              <a:rPr lang="en-PH" sz="3200" dirty="0"/>
              <a:t>Anak </a:t>
            </a:r>
            <a:r>
              <a:rPr lang="en-PH" sz="3200" dirty="0" err="1"/>
              <a:t>si</a:t>
            </a:r>
            <a:r>
              <a:rPr lang="en-PH" sz="3200" dirty="0"/>
              <a:t> Rizal </a:t>
            </a:r>
            <a:r>
              <a:rPr lang="en-PH" sz="3200" dirty="0" err="1"/>
              <a:t>nina</a:t>
            </a:r>
            <a:r>
              <a:rPr lang="en-PH" sz="3200" dirty="0"/>
              <a:t> Francisco Rizal Mercado (1818–1897)[9] at Teodora Morales Alonzo y </a:t>
            </a:r>
            <a:r>
              <a:rPr lang="en-PH" sz="3200" dirty="0" err="1"/>
              <a:t>Quintos</a:t>
            </a:r>
            <a:r>
              <a:rPr lang="en-PH" sz="3200" dirty="0"/>
              <a:t> (1827-1911; </a:t>
            </a:r>
            <a:r>
              <a:rPr lang="en-PH" sz="3200" dirty="0" err="1"/>
              <a:t>na</a:t>
            </a:r>
            <a:r>
              <a:rPr lang="en-PH" sz="3200" dirty="0"/>
              <a:t> ang </a:t>
            </a:r>
            <a:r>
              <a:rPr lang="en-PH" sz="3200" dirty="0" err="1"/>
              <a:t>pamilya</a:t>
            </a:r>
            <a:r>
              <a:rPr lang="en-PH" sz="3200" dirty="0"/>
              <a:t> </a:t>
            </a:r>
            <a:r>
              <a:rPr lang="en-PH" sz="3200" dirty="0" err="1"/>
              <a:t>nila</a:t>
            </a:r>
            <a:r>
              <a:rPr lang="en-PH" sz="3200" dirty="0"/>
              <a:t> ay </a:t>
            </a:r>
            <a:r>
              <a:rPr lang="en-PH" sz="3200" dirty="0" err="1"/>
              <a:t>pinalitan</a:t>
            </a:r>
            <a:r>
              <a:rPr lang="en-PH" sz="3200" dirty="0"/>
              <a:t> ang </a:t>
            </a:r>
            <a:r>
              <a:rPr lang="en-PH" sz="3200" dirty="0" err="1"/>
              <a:t>kanilang</a:t>
            </a:r>
            <a:r>
              <a:rPr lang="en-PH" sz="3200" dirty="0"/>
              <a:t> </a:t>
            </a:r>
            <a:r>
              <a:rPr lang="en-PH" sz="3200" dirty="0" err="1"/>
              <a:t>apelyido</a:t>
            </a:r>
            <a:r>
              <a:rPr lang="en-PH" sz="3200" dirty="0"/>
              <a:t> </a:t>
            </a:r>
            <a:r>
              <a:rPr lang="en-PH" sz="3200" dirty="0" err="1"/>
              <a:t>bilang</a:t>
            </a:r>
            <a:r>
              <a:rPr lang="en-PH" sz="3200" dirty="0"/>
              <a:t> "</a:t>
            </a:r>
            <a:r>
              <a:rPr lang="en-PH" sz="3200" dirty="0" err="1"/>
              <a:t>Realonda</a:t>
            </a:r>
            <a:r>
              <a:rPr lang="en-PH" sz="3200" dirty="0"/>
              <a:t>"),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parehong</a:t>
            </a:r>
            <a:r>
              <a:rPr lang="en-PH" sz="3200" dirty="0"/>
              <a:t> </a:t>
            </a:r>
            <a:r>
              <a:rPr lang="en-PH" sz="3200" dirty="0" err="1"/>
              <a:t>masaganang</a:t>
            </a:r>
            <a:r>
              <a:rPr lang="en-PH" sz="3200" dirty="0"/>
              <a:t> </a:t>
            </a:r>
            <a:r>
              <a:rPr lang="en-PH" sz="3200" dirty="0" err="1"/>
              <a:t>magsasaka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pinagkalooban</a:t>
            </a:r>
            <a:r>
              <a:rPr lang="en-PH" sz="3200" dirty="0"/>
              <a:t> ng </a:t>
            </a:r>
            <a:r>
              <a:rPr lang="en-PH" sz="3200" dirty="0" err="1"/>
              <a:t>upa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isang</a:t>
            </a:r>
            <a:r>
              <a:rPr lang="en-PH" sz="3200" dirty="0"/>
              <a:t> hacienda at </a:t>
            </a:r>
            <a:r>
              <a:rPr lang="en-PH" sz="3200" dirty="0" err="1"/>
              <a:t>kaakibat</a:t>
            </a:r>
            <a:r>
              <a:rPr lang="en-PH" sz="3200" dirty="0"/>
              <a:t> </a:t>
            </a:r>
            <a:r>
              <a:rPr lang="en-PH" sz="3200" dirty="0" err="1"/>
              <a:t>nitong</a:t>
            </a:r>
            <a:r>
              <a:rPr lang="en-PH" sz="3200" dirty="0"/>
              <a:t> </a:t>
            </a:r>
            <a:r>
              <a:rPr lang="en-PH" sz="3200" dirty="0" err="1"/>
              <a:t>palayan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Dominikano</a:t>
            </a:r>
            <a:r>
              <a:rPr lang="en-PH" sz="3200" dirty="0"/>
              <a:t>. </a:t>
            </a:r>
            <a:r>
              <a:rPr lang="en-PH" sz="3200" dirty="0" err="1"/>
              <a:t>Ikapito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labing-isang</a:t>
            </a:r>
            <a:r>
              <a:rPr lang="en-PH" sz="3200" dirty="0"/>
              <a:t> </a:t>
            </a:r>
            <a:r>
              <a:rPr lang="en-PH" sz="3200" dirty="0" err="1"/>
              <a:t>magkakapatid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Rizal: </a:t>
            </a:r>
            <a:r>
              <a:rPr lang="en-PH" sz="3200" dirty="0" err="1"/>
              <a:t>sina</a:t>
            </a:r>
            <a:r>
              <a:rPr lang="en-PH" sz="3200" dirty="0"/>
              <a:t> Saturnina (</a:t>
            </a:r>
            <a:r>
              <a:rPr lang="en-PH" sz="3200" dirty="0" err="1"/>
              <a:t>Neneng</a:t>
            </a:r>
            <a:r>
              <a:rPr lang="en-PH" sz="3200" dirty="0"/>
              <a:t>) (1850–1913), </a:t>
            </a:r>
            <a:r>
              <a:rPr lang="en-PH" sz="3200" dirty="0" err="1"/>
              <a:t>Paciano</a:t>
            </a:r>
            <a:r>
              <a:rPr lang="en-PH" sz="3200" dirty="0"/>
              <a:t> (1851–1930), Narcisa (</a:t>
            </a:r>
            <a:r>
              <a:rPr lang="en-PH" sz="3200" dirty="0" err="1"/>
              <a:t>Sisa</a:t>
            </a:r>
            <a:r>
              <a:rPr lang="en-PH" sz="3200" dirty="0"/>
              <a:t>) (1852–1939), Olympia (1855–1887), Lucia (1857–1919), María (</a:t>
            </a:r>
            <a:r>
              <a:rPr lang="en-PH" sz="3200" dirty="0" err="1"/>
              <a:t>Biang</a:t>
            </a:r>
            <a:r>
              <a:rPr lang="en-PH" sz="3200" dirty="0"/>
              <a:t>) (1859–1945), José </a:t>
            </a:r>
            <a:r>
              <a:rPr lang="en-PH" sz="3200" dirty="0" err="1"/>
              <a:t>Protasio</a:t>
            </a:r>
            <a:r>
              <a:rPr lang="en-PH" sz="3200" dirty="0"/>
              <a:t> (1861–1896), Concepción (Concha) (1862–1865), Josefa (</a:t>
            </a:r>
            <a:r>
              <a:rPr lang="en-PH" sz="3200" dirty="0" err="1"/>
              <a:t>Panggoy</a:t>
            </a:r>
            <a:r>
              <a:rPr lang="en-PH" sz="3200" dirty="0"/>
              <a:t>) (1865–1945), Trinidad (</a:t>
            </a:r>
            <a:r>
              <a:rPr lang="en-PH" sz="3200" dirty="0" err="1"/>
              <a:t>Trining</a:t>
            </a:r>
            <a:r>
              <a:rPr lang="en-PH" sz="3200" dirty="0"/>
              <a:t>) (1868–1951) at Soledad (</a:t>
            </a:r>
            <a:r>
              <a:rPr lang="en-PH" sz="3200" dirty="0" err="1"/>
              <a:t>Choleng</a:t>
            </a:r>
            <a:r>
              <a:rPr lang="en-PH" sz="3200" dirty="0"/>
              <a:t>) (1870–1929).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49114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/>
          <a:lstStyle/>
          <a:p>
            <a:pPr algn="just"/>
            <a:r>
              <a:rPr lang="en-PH" sz="3200" dirty="0" err="1"/>
              <a:t>Ikalimang</a:t>
            </a:r>
            <a:r>
              <a:rPr lang="en-PH" sz="3200" dirty="0"/>
              <a:t> </a:t>
            </a:r>
            <a:r>
              <a:rPr lang="en-PH" sz="3200" dirty="0" err="1"/>
              <a:t>salinlahi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Rizal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inanak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Domingo Lam-co Quanzhou </a:t>
            </a:r>
            <a:r>
              <a:rPr lang="en-PH" sz="3200" dirty="0" err="1"/>
              <a:t>noong</a:t>
            </a:r>
            <a:r>
              <a:rPr lang="en-PH" sz="3200" dirty="0"/>
              <a:t> </a:t>
            </a:r>
            <a:r>
              <a:rPr lang="en-PH" sz="3200" dirty="0" err="1"/>
              <a:t>kalagitnaan</a:t>
            </a:r>
            <a:r>
              <a:rPr lang="en-PH" sz="3200" dirty="0"/>
              <a:t> ng ika-17 </a:t>
            </a:r>
            <a:r>
              <a:rPr lang="en-PH" sz="3200" dirty="0" err="1"/>
              <a:t>dantaon</a:t>
            </a:r>
            <a:r>
              <a:rPr lang="en-PH" sz="3200" dirty="0"/>
              <a:t>. </a:t>
            </a:r>
            <a:r>
              <a:rPr lang="en-PH" sz="3200" dirty="0" err="1"/>
              <a:t>Napangasawa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Lam-co </a:t>
            </a:r>
            <a:r>
              <a:rPr lang="en-PH" sz="3200" dirty="0" err="1"/>
              <a:t>si</a:t>
            </a:r>
            <a:r>
              <a:rPr lang="en-PH" sz="3200" dirty="0"/>
              <a:t> Inez de la Rosa,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Sangley</a:t>
            </a:r>
            <a:r>
              <a:rPr lang="en-PH" sz="3200" dirty="0"/>
              <a:t> ng Luzon.</a:t>
            </a:r>
          </a:p>
          <a:p>
            <a:pPr algn="just"/>
            <a:endParaRPr lang="en-PH" sz="3200" dirty="0"/>
          </a:p>
          <a:p>
            <a:r>
              <a:rPr lang="en-PH" sz="4400" dirty="0"/>
              <a:t>Si Teodora Alonzo, ang </a:t>
            </a:r>
            <a:r>
              <a:rPr lang="en-PH" sz="4400" dirty="0" err="1"/>
              <a:t>ina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Dr. José Rizal</a:t>
            </a:r>
          </a:p>
          <a:p>
            <a:pPr algn="just"/>
            <a:r>
              <a:rPr lang="en-PH" sz="3600" dirty="0" err="1"/>
              <a:t>Mayroon</a:t>
            </a:r>
            <a:r>
              <a:rPr lang="en-PH" sz="3600" dirty="0"/>
              <a:t> ding </a:t>
            </a:r>
            <a:r>
              <a:rPr lang="en-PH" sz="3600" dirty="0" err="1"/>
              <a:t>lahing</a:t>
            </a:r>
            <a:r>
              <a:rPr lang="en-PH" sz="3600" dirty="0"/>
              <a:t> </a:t>
            </a:r>
            <a:r>
              <a:rPr lang="en-PH" sz="3600" dirty="0" err="1"/>
              <a:t>Kastila</a:t>
            </a:r>
            <a:r>
              <a:rPr lang="en-PH" sz="3600" dirty="0"/>
              <a:t> at </a:t>
            </a:r>
            <a:r>
              <a:rPr lang="en-PH" sz="3600" dirty="0" err="1"/>
              <a:t>Hapones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José Rizal.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lolo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ama </a:t>
            </a:r>
            <a:r>
              <a:rPr lang="en-PH" sz="3600" dirty="0" err="1"/>
              <a:t>ni</a:t>
            </a:r>
            <a:r>
              <a:rPr lang="en-PH" sz="3600" dirty="0"/>
              <a:t> Teodora ay </a:t>
            </a:r>
            <a:r>
              <a:rPr lang="en-PH" sz="3600" dirty="0" err="1"/>
              <a:t>kalahating</a:t>
            </a:r>
            <a:r>
              <a:rPr lang="en-PH" sz="3600" dirty="0"/>
              <a:t> </a:t>
            </a:r>
            <a:r>
              <a:rPr lang="en-PH" sz="3600" dirty="0" err="1"/>
              <a:t>Kastila</a:t>
            </a:r>
            <a:r>
              <a:rPr lang="en-PH" sz="3600" dirty="0"/>
              <a:t> at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inhinyero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ang </a:t>
            </a:r>
            <a:r>
              <a:rPr lang="en-PH" sz="3600" dirty="0" err="1"/>
              <a:t>ngalan</a:t>
            </a:r>
            <a:r>
              <a:rPr lang="en-PH" sz="3600" dirty="0"/>
              <a:t> ay Lorenzo Alberto Alonzo.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lolo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talampakan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ay </a:t>
            </a:r>
            <a:r>
              <a:rPr lang="en-PH" sz="3600" dirty="0" err="1"/>
              <a:t>si</a:t>
            </a:r>
            <a:r>
              <a:rPr lang="en-PH" sz="3600" dirty="0"/>
              <a:t> Eugenio </a:t>
            </a:r>
            <a:r>
              <a:rPr lang="en-PH" sz="3600" dirty="0" err="1"/>
              <a:t>Ursua</a:t>
            </a:r>
            <a:r>
              <a:rPr lang="en-PH" sz="3600" dirty="0"/>
              <a:t>,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inanak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Hapones</a:t>
            </a:r>
            <a:r>
              <a:rPr lang="en-PH" sz="3600" dirty="0"/>
              <a:t>.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689300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PH" sz="4800" dirty="0"/>
              <a:t>Ang </a:t>
            </a:r>
            <a:r>
              <a:rPr lang="en-PH" sz="4800" dirty="0" err="1"/>
              <a:t>ina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Rizal ay </a:t>
            </a:r>
            <a:r>
              <a:rPr lang="en-PH" sz="4800" dirty="0" err="1"/>
              <a:t>siyang</a:t>
            </a:r>
            <a:r>
              <a:rPr lang="en-PH" sz="4800" dirty="0"/>
              <a:t> </a:t>
            </a:r>
            <a:r>
              <a:rPr lang="en-PH" sz="4800" dirty="0" err="1"/>
              <a:t>kaniyang</a:t>
            </a:r>
            <a:r>
              <a:rPr lang="en-PH" sz="4800" dirty="0"/>
              <a:t> </a:t>
            </a:r>
            <a:r>
              <a:rPr lang="en-PH" sz="4800" dirty="0" err="1"/>
              <a:t>unang</a:t>
            </a:r>
            <a:r>
              <a:rPr lang="en-PH" sz="4800" dirty="0"/>
              <a:t> </a:t>
            </a:r>
            <a:r>
              <a:rPr lang="en-PH" sz="4800" dirty="0" err="1"/>
              <a:t>guro</a:t>
            </a:r>
            <a:r>
              <a:rPr lang="en-PH" sz="4800" dirty="0"/>
              <a:t> at </a:t>
            </a:r>
            <a:r>
              <a:rPr lang="en-PH" sz="4800" dirty="0" err="1"/>
              <a:t>nagturo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kaniya</a:t>
            </a:r>
            <a:r>
              <a:rPr lang="en-PH" sz="4800" dirty="0"/>
              <a:t> ng </a:t>
            </a:r>
            <a:r>
              <a:rPr lang="en-PH" sz="4800" dirty="0" err="1"/>
              <a:t>abakada</a:t>
            </a:r>
            <a:r>
              <a:rPr lang="en-PH" sz="4800" dirty="0"/>
              <a:t> </a:t>
            </a:r>
            <a:r>
              <a:rPr lang="en-PH" sz="4800" dirty="0" err="1"/>
              <a:t>noong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ay </a:t>
            </a:r>
            <a:r>
              <a:rPr lang="en-PH" sz="4800" dirty="0" err="1"/>
              <a:t>tatlong</a:t>
            </a:r>
            <a:r>
              <a:rPr lang="en-PH" sz="4800" dirty="0"/>
              <a:t> </a:t>
            </a:r>
            <a:r>
              <a:rPr lang="en-PH" sz="4800" dirty="0" err="1"/>
              <a:t>taon</a:t>
            </a:r>
            <a:r>
              <a:rPr lang="en-PH" sz="4800" dirty="0"/>
              <a:t> pa </a:t>
            </a:r>
            <a:r>
              <a:rPr lang="en-PH" sz="4800" dirty="0" err="1"/>
              <a:t>lamang</a:t>
            </a:r>
            <a:r>
              <a:rPr lang="en-PH" sz="4800" dirty="0"/>
              <a:t>. </a:t>
            </a:r>
            <a:r>
              <a:rPr lang="en-PH" sz="4800" dirty="0" err="1"/>
              <a:t>Noong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</a:t>
            </a:r>
            <a:r>
              <a:rPr lang="en-PH" sz="4800" dirty="0" err="1"/>
              <a:t>naman</a:t>
            </a:r>
            <a:r>
              <a:rPr lang="en-PH" sz="4800" dirty="0"/>
              <a:t> ay </a:t>
            </a:r>
            <a:r>
              <a:rPr lang="en-PH" sz="4800" dirty="0" err="1"/>
              <a:t>tumuntong</a:t>
            </a:r>
            <a:r>
              <a:rPr lang="en-PH" sz="4800" dirty="0"/>
              <a:t> ng </a:t>
            </a:r>
            <a:r>
              <a:rPr lang="en-PH" sz="4800" dirty="0" err="1"/>
              <a:t>siyam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taon</a:t>
            </a:r>
            <a:r>
              <a:rPr lang="en-PH" sz="4800" dirty="0"/>
              <a:t> ay </a:t>
            </a:r>
            <a:r>
              <a:rPr lang="en-PH" sz="4800" dirty="0" err="1"/>
              <a:t>ipinadala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Biñan</a:t>
            </a:r>
            <a:r>
              <a:rPr lang="en-PH" sz="4800" dirty="0"/>
              <a:t>, Laguna </a:t>
            </a:r>
            <a:r>
              <a:rPr lang="en-PH" sz="4800" dirty="0" err="1"/>
              <a:t>upang</a:t>
            </a:r>
            <a:r>
              <a:rPr lang="en-PH" sz="4800" dirty="0"/>
              <a:t> mag-</a:t>
            </a:r>
            <a:r>
              <a:rPr lang="en-PH" sz="4800" dirty="0" err="1"/>
              <a:t>aral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ilalim</a:t>
            </a:r>
            <a:r>
              <a:rPr lang="en-PH" sz="4800" dirty="0"/>
              <a:t> ng </a:t>
            </a:r>
            <a:r>
              <a:rPr lang="en-PH" sz="4800" dirty="0" err="1"/>
              <a:t>pamamatnubay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</a:t>
            </a:r>
            <a:r>
              <a:rPr lang="en-PH" sz="4800" dirty="0" err="1"/>
              <a:t>Justiano</a:t>
            </a:r>
            <a:r>
              <a:rPr lang="en-PH" sz="4800" dirty="0"/>
              <a:t> Aquino Cruz. </a:t>
            </a:r>
            <a:r>
              <a:rPr lang="en-PH" sz="4800" dirty="0" err="1"/>
              <a:t>Ilang</a:t>
            </a:r>
            <a:r>
              <a:rPr lang="en-PH" sz="4800" dirty="0"/>
              <a:t> </a:t>
            </a:r>
            <a:r>
              <a:rPr lang="en-PH" sz="4800" dirty="0" err="1"/>
              <a:t>buwan</a:t>
            </a:r>
            <a:r>
              <a:rPr lang="en-PH" sz="4800" dirty="0"/>
              <a:t> ang </a:t>
            </a:r>
            <a:r>
              <a:rPr lang="en-PH" sz="4800" dirty="0" err="1"/>
              <a:t>nakalipas</a:t>
            </a:r>
            <a:r>
              <a:rPr lang="en-PH" sz="4800" dirty="0"/>
              <a:t>, </a:t>
            </a:r>
            <a:r>
              <a:rPr lang="en-PH" sz="4800" dirty="0" err="1"/>
              <a:t>pinayuhan</a:t>
            </a:r>
            <a:r>
              <a:rPr lang="en-PH" sz="4800" dirty="0"/>
              <a:t> </a:t>
            </a:r>
            <a:r>
              <a:rPr lang="en-PH" sz="4800" dirty="0" err="1"/>
              <a:t>niya</a:t>
            </a:r>
            <a:r>
              <a:rPr lang="en-PH" sz="4800" dirty="0"/>
              <a:t> ang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magulang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Rizal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pag-aralin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Maynila. </a:t>
            </a:r>
          </a:p>
        </p:txBody>
      </p:sp>
    </p:spTree>
    <p:extLst>
      <p:ext uri="{BB962C8B-B14F-4D97-AF65-F5344CB8AC3E}">
        <p14:creationId xmlns:p14="http://schemas.microsoft.com/office/powerpoint/2010/main" val="4014734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PH" sz="4000" dirty="0" err="1"/>
              <a:t>Noong</a:t>
            </a:r>
            <a:r>
              <a:rPr lang="en-PH" sz="4000" dirty="0"/>
              <a:t> </a:t>
            </a:r>
            <a:r>
              <a:rPr lang="en-PH" sz="4000" dirty="0" err="1"/>
              <a:t>nagsimula</a:t>
            </a:r>
            <a:r>
              <a:rPr lang="en-PH" sz="4000" dirty="0"/>
              <a:t> </a:t>
            </a:r>
            <a:r>
              <a:rPr lang="en-PH" sz="4000" dirty="0" err="1"/>
              <a:t>siyang</a:t>
            </a:r>
            <a:r>
              <a:rPr lang="en-PH" sz="4000" dirty="0"/>
              <a:t> mag-</a:t>
            </a:r>
            <a:r>
              <a:rPr lang="en-PH" sz="4000" dirty="0" err="1"/>
              <a:t>aral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Ateneo Municipal de Manila, </a:t>
            </a:r>
            <a:r>
              <a:rPr lang="en-PH" sz="4000" dirty="0" err="1"/>
              <a:t>inalis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tatlong</a:t>
            </a:r>
            <a:r>
              <a:rPr lang="en-PH" sz="4000" dirty="0"/>
              <a:t> </a:t>
            </a:r>
            <a:r>
              <a:rPr lang="en-PH" sz="4000" dirty="0" err="1"/>
              <a:t>huling</a:t>
            </a:r>
            <a:r>
              <a:rPr lang="en-PH" sz="4000" dirty="0"/>
              <a:t> </a:t>
            </a:r>
            <a:r>
              <a:rPr lang="en-PH" sz="4000" dirty="0" err="1"/>
              <a:t>pangalan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bumubuo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buong</a:t>
            </a:r>
            <a:r>
              <a:rPr lang="en-PH" sz="4000" dirty="0"/>
              <a:t> </a:t>
            </a:r>
            <a:r>
              <a:rPr lang="en-PH" sz="4000" dirty="0" err="1"/>
              <a:t>pangalan</a:t>
            </a:r>
            <a:r>
              <a:rPr lang="en-PH" sz="4000" dirty="0"/>
              <a:t>,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payo</a:t>
            </a:r>
            <a:r>
              <a:rPr lang="en-PH" sz="4000" dirty="0"/>
              <a:t> 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kapatid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</a:t>
            </a:r>
            <a:r>
              <a:rPr lang="en-PH" sz="4000" dirty="0" err="1"/>
              <a:t>Paciano</a:t>
            </a:r>
            <a:r>
              <a:rPr lang="en-PH" sz="4000" dirty="0"/>
              <a:t> Rizal at ng </a:t>
            </a:r>
            <a:r>
              <a:rPr lang="en-PH" sz="4000" dirty="0" err="1"/>
              <a:t>pamilyang</a:t>
            </a:r>
            <a:r>
              <a:rPr lang="en-PH" sz="4000" dirty="0"/>
              <a:t> Mercado-Rizal, kaya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pangalan</a:t>
            </a:r>
            <a:r>
              <a:rPr lang="en-PH" sz="4000" dirty="0"/>
              <a:t> ay </a:t>
            </a:r>
            <a:r>
              <a:rPr lang="en-PH" sz="4000" dirty="0" err="1"/>
              <a:t>naging</a:t>
            </a:r>
            <a:r>
              <a:rPr lang="en-PH" sz="4000" dirty="0"/>
              <a:t> "Jose </a:t>
            </a:r>
            <a:r>
              <a:rPr lang="en-PH" sz="4000" dirty="0" err="1"/>
              <a:t>Protasio</a:t>
            </a:r>
            <a:r>
              <a:rPr lang="en-PH" sz="4000" dirty="0"/>
              <a:t> Rizal". Dahil </a:t>
            </a:r>
            <a:r>
              <a:rPr lang="en-PH" sz="4000" dirty="0" err="1"/>
              <a:t>dito</a:t>
            </a:r>
            <a:r>
              <a:rPr lang="en-PH" sz="4000" dirty="0"/>
              <a:t>, </a:t>
            </a:r>
            <a:r>
              <a:rPr lang="en-PH" sz="4000" dirty="0" err="1"/>
              <a:t>minsang</a:t>
            </a:r>
            <a:r>
              <a:rPr lang="en-PH" sz="4000" dirty="0"/>
              <a:t> </a:t>
            </a:r>
            <a:r>
              <a:rPr lang="en-PH" sz="4000" dirty="0" err="1"/>
              <a:t>naisulat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Rizal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nagmistula</a:t>
            </a:r>
            <a:r>
              <a:rPr lang="en-PH" sz="4000" dirty="0"/>
              <a:t> </a:t>
            </a:r>
            <a:r>
              <a:rPr lang="en-PH" sz="4000" dirty="0" err="1"/>
              <a:t>siyang</a:t>
            </a:r>
            <a:r>
              <a:rPr lang="en-PH" sz="4000" dirty="0"/>
              <a:t> "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lehitimong</a:t>
            </a:r>
            <a:r>
              <a:rPr lang="en-PH" sz="4000" dirty="0"/>
              <a:t> </a:t>
            </a:r>
            <a:r>
              <a:rPr lang="en-PH" sz="4000" dirty="0" err="1"/>
              <a:t>anak</a:t>
            </a:r>
            <a:r>
              <a:rPr lang="en-PH" sz="4000" dirty="0"/>
              <a:t>". </a:t>
            </a:r>
            <a:r>
              <a:rPr lang="en-PH" sz="4000" dirty="0" err="1"/>
              <a:t>Ginawa</a:t>
            </a:r>
            <a:r>
              <a:rPr lang="en-PH" sz="4000" dirty="0"/>
              <a:t> ang </a:t>
            </a:r>
            <a:r>
              <a:rPr lang="en-PH" sz="4000" dirty="0" err="1"/>
              <a:t>pagbabagong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mas </a:t>
            </a:r>
            <a:r>
              <a:rPr lang="en-PH" sz="4000" dirty="0" err="1"/>
              <a:t>malayang</a:t>
            </a:r>
            <a:r>
              <a:rPr lang="en-PH" sz="4000" dirty="0"/>
              <a:t> </a:t>
            </a:r>
            <a:r>
              <a:rPr lang="en-PH" sz="4000" dirty="0" err="1"/>
              <a:t>makapaglakbay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Rizal, at </a:t>
            </a:r>
            <a:r>
              <a:rPr lang="en-PH" sz="4000" dirty="0" err="1"/>
              <a:t>mailayo</a:t>
            </a:r>
            <a:r>
              <a:rPr lang="en-PH" sz="4000" dirty="0"/>
              <a:t>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koneksyon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kapatid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minsan</a:t>
            </a:r>
            <a:r>
              <a:rPr lang="en-PH" sz="4000" dirty="0"/>
              <a:t> </a:t>
            </a:r>
            <a:r>
              <a:rPr lang="en-PH" sz="4000" dirty="0" err="1"/>
              <a:t>nang</a:t>
            </a:r>
            <a:r>
              <a:rPr lang="en-PH" sz="4000" dirty="0"/>
              <a:t> </a:t>
            </a:r>
            <a:r>
              <a:rPr lang="en-PH" sz="4000" dirty="0" err="1"/>
              <a:t>nagkaroon</a:t>
            </a:r>
            <a:r>
              <a:rPr lang="en-PH" sz="4000" dirty="0"/>
              <a:t> ng </a:t>
            </a:r>
            <a:r>
              <a:rPr lang="en-PH" sz="4000" dirty="0" err="1"/>
              <a:t>ugnayan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Gomburza</a:t>
            </a:r>
            <a:endParaRPr lang="en-PH" sz="4000" dirty="0"/>
          </a:p>
        </p:txBody>
      </p:sp>
    </p:spTree>
    <p:extLst>
      <p:ext uri="{BB962C8B-B14F-4D97-AF65-F5344CB8AC3E}">
        <p14:creationId xmlns:p14="http://schemas.microsoft.com/office/powerpoint/2010/main" val="3872816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000" dirty="0" err="1"/>
              <a:t>Mula</a:t>
            </a:r>
            <a:r>
              <a:rPr lang="en-PH" sz="4000" dirty="0"/>
              <a:t> </a:t>
            </a:r>
            <a:r>
              <a:rPr lang="en-PH" sz="4000" dirty="0" err="1"/>
              <a:t>pagkabata</a:t>
            </a:r>
            <a:r>
              <a:rPr lang="en-PH" sz="4000" dirty="0"/>
              <a:t> ay </a:t>
            </a:r>
            <a:r>
              <a:rPr lang="en-PH" sz="4000" dirty="0" err="1"/>
              <a:t>nakakarinig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Jose at </a:t>
            </a:r>
            <a:r>
              <a:rPr lang="en-PH" sz="4000" dirty="0" err="1"/>
              <a:t>Paciano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hindi</a:t>
            </a:r>
            <a:r>
              <a:rPr lang="en-PH" sz="4000" dirty="0"/>
              <a:t> pa </a:t>
            </a:r>
            <a:r>
              <a:rPr lang="en-PH" sz="4000" dirty="0" err="1"/>
              <a:t>naririnig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kaisipang</a:t>
            </a:r>
            <a:r>
              <a:rPr lang="en-PH" sz="4000" dirty="0"/>
              <a:t> </a:t>
            </a:r>
            <a:r>
              <a:rPr lang="en-PH" sz="4000" dirty="0" err="1"/>
              <a:t>pulitikal</a:t>
            </a:r>
            <a:r>
              <a:rPr lang="en-PH" sz="4000" dirty="0"/>
              <a:t> </a:t>
            </a:r>
            <a:r>
              <a:rPr lang="en-PH" sz="4000" dirty="0" err="1"/>
              <a:t>ukol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kalayaan</a:t>
            </a:r>
            <a:r>
              <a:rPr lang="en-PH" sz="4000" dirty="0"/>
              <a:t> at </a:t>
            </a:r>
            <a:r>
              <a:rPr lang="en-PH" sz="4000" dirty="0" err="1"/>
              <a:t>karapatang</a:t>
            </a:r>
            <a:r>
              <a:rPr lang="en-PH" sz="4000" dirty="0"/>
              <a:t> </a:t>
            </a:r>
            <a:r>
              <a:rPr lang="en-PH" sz="4000" dirty="0" err="1"/>
              <a:t>pantao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kinagagalit</a:t>
            </a:r>
            <a:r>
              <a:rPr lang="en-PH" sz="4000" dirty="0"/>
              <a:t> ng </a:t>
            </a:r>
            <a:r>
              <a:rPr lang="en-PH" sz="4000" dirty="0" err="1"/>
              <a:t>pamahalaan</a:t>
            </a:r>
            <a:r>
              <a:rPr lang="en-PH" sz="4000" dirty="0"/>
              <a:t>. Sa </a:t>
            </a:r>
            <a:r>
              <a:rPr lang="en-PH" sz="4000" dirty="0" err="1"/>
              <a:t>kabila</a:t>
            </a:r>
            <a:r>
              <a:rPr lang="en-PH" sz="4000" dirty="0"/>
              <a:t> ng </a:t>
            </a:r>
            <a:r>
              <a:rPr lang="en-PH" sz="4000" dirty="0" err="1"/>
              <a:t>pagbabago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pangalan</a:t>
            </a:r>
            <a:r>
              <a:rPr lang="en-PH" sz="4000" dirty="0"/>
              <a:t>, </a:t>
            </a:r>
            <a:r>
              <a:rPr lang="en-PH" sz="4000" dirty="0" err="1"/>
              <a:t>naging</a:t>
            </a:r>
            <a:r>
              <a:rPr lang="en-PH" sz="4000" dirty="0"/>
              <a:t> </a:t>
            </a:r>
            <a:r>
              <a:rPr lang="en-PH" sz="4000" dirty="0" err="1"/>
              <a:t>kilala</a:t>
            </a:r>
            <a:r>
              <a:rPr lang="en-PH" sz="4000" dirty="0"/>
              <a:t> din </a:t>
            </a:r>
            <a:r>
              <a:rPr lang="en-PH" sz="4000" dirty="0" err="1"/>
              <a:t>si</a:t>
            </a:r>
            <a:r>
              <a:rPr lang="en-PH" sz="4000" dirty="0"/>
              <a:t> Jose </a:t>
            </a:r>
            <a:r>
              <a:rPr lang="en-PH" sz="4000" dirty="0" err="1"/>
              <a:t>bilang</a:t>
            </a:r>
            <a:r>
              <a:rPr lang="en-PH" sz="4000" dirty="0"/>
              <a:t> "Rizal"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patimpalak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pagtutula</a:t>
            </a:r>
            <a:r>
              <a:rPr lang="en-PH" sz="4000" dirty="0"/>
              <a:t>, kung </a:t>
            </a:r>
            <a:r>
              <a:rPr lang="en-PH" sz="4000" dirty="0" err="1"/>
              <a:t>saan</a:t>
            </a:r>
            <a:r>
              <a:rPr lang="en-PH" sz="4000" dirty="0"/>
              <a:t> </a:t>
            </a:r>
            <a:r>
              <a:rPr lang="en-PH" sz="4000" dirty="0" err="1"/>
              <a:t>humanga</a:t>
            </a:r>
            <a:r>
              <a:rPr lang="en-PH" sz="4000" dirty="0"/>
              <a:t>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guro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wikang</a:t>
            </a:r>
            <a:r>
              <a:rPr lang="en-PH" sz="4000" dirty="0"/>
              <a:t> </a:t>
            </a:r>
            <a:r>
              <a:rPr lang="en-PH" sz="4000" dirty="0" err="1"/>
              <a:t>Kastila</a:t>
            </a:r>
            <a:r>
              <a:rPr lang="en-PH" sz="4000" dirty="0"/>
              <a:t> at </a:t>
            </a:r>
            <a:r>
              <a:rPr lang="en-PH" sz="4000" dirty="0" err="1"/>
              <a:t>iba</a:t>
            </a:r>
            <a:r>
              <a:rPr lang="en-PH" sz="4000" dirty="0"/>
              <a:t> pang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banyagang</a:t>
            </a:r>
            <a:r>
              <a:rPr lang="en-PH" sz="4000" dirty="0"/>
              <a:t> </a:t>
            </a:r>
            <a:r>
              <a:rPr lang="en-PH" sz="4000" dirty="0" err="1"/>
              <a:t>wika</a:t>
            </a:r>
            <a:r>
              <a:rPr lang="en-PH" sz="4000" dirty="0"/>
              <a:t>, at </a:t>
            </a:r>
            <a:r>
              <a:rPr lang="en-PH" sz="4000" dirty="0" err="1"/>
              <a:t>kinalaunan</a:t>
            </a:r>
            <a:r>
              <a:rPr lang="en-PH" sz="4000" dirty="0"/>
              <a:t>,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pagsusulat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sanaysay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kritikal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sanaysay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Kastila</a:t>
            </a:r>
            <a:r>
              <a:rPr lang="en-PH" sz="4000" dirty="0"/>
              <a:t> </a:t>
            </a:r>
            <a:r>
              <a:rPr lang="en-PH" sz="4000" dirty="0" err="1"/>
              <a:t>ukol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sinaunang</a:t>
            </a:r>
            <a:r>
              <a:rPr lang="en-PH" sz="4000" dirty="0"/>
              <a:t> </a:t>
            </a:r>
            <a:r>
              <a:rPr lang="en-PH" sz="4000" dirty="0" err="1"/>
              <a:t>lipunang</a:t>
            </a:r>
            <a:r>
              <a:rPr lang="en-PH" sz="4000" dirty="0"/>
              <a:t> Pilipino.</a:t>
            </a:r>
          </a:p>
        </p:txBody>
      </p:sp>
    </p:spTree>
    <p:extLst>
      <p:ext uri="{BB962C8B-B14F-4D97-AF65-F5344CB8AC3E}">
        <p14:creationId xmlns:p14="http://schemas.microsoft.com/office/powerpoint/2010/main" val="4182182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10000"/>
          </a:bodyPr>
          <a:lstStyle/>
          <a:p>
            <a:r>
              <a:rPr lang="en-PH" sz="5400" dirty="0"/>
              <a:t>Pag-</a:t>
            </a:r>
            <a:r>
              <a:rPr lang="en-PH" sz="5400" dirty="0" err="1"/>
              <a:t>aaral</a:t>
            </a:r>
            <a:endParaRPr lang="en-PH" sz="5400" dirty="0"/>
          </a:p>
          <a:p>
            <a:pPr algn="just"/>
            <a:r>
              <a:rPr lang="en-PH" sz="4400" dirty="0"/>
              <a:t>Ang Ateneo Municipal de Manila ang </a:t>
            </a:r>
            <a:r>
              <a:rPr lang="en-PH" sz="4400" dirty="0" err="1"/>
              <a:t>unang</a:t>
            </a:r>
            <a:r>
              <a:rPr lang="en-PH" sz="4400" dirty="0"/>
              <a:t> </a:t>
            </a:r>
            <a:r>
              <a:rPr lang="en-PH" sz="4400" dirty="0" err="1"/>
              <a:t>paaralan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Maynila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pinasukan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</a:t>
            </a:r>
            <a:r>
              <a:rPr lang="en-PH" sz="4400" dirty="0" err="1"/>
              <a:t>noong</a:t>
            </a:r>
            <a:r>
              <a:rPr lang="en-PH" sz="4400" dirty="0"/>
              <a:t> </a:t>
            </a:r>
            <a:r>
              <a:rPr lang="en-PH" sz="4400" dirty="0" err="1"/>
              <a:t>ikadalawampu</a:t>
            </a:r>
            <a:r>
              <a:rPr lang="en-PH" sz="4400" dirty="0"/>
              <a:t> ng </a:t>
            </a:r>
            <a:r>
              <a:rPr lang="en-PH" sz="4400" dirty="0" err="1"/>
              <a:t>Enero</a:t>
            </a:r>
            <a:r>
              <a:rPr lang="en-PH" sz="4400" dirty="0"/>
              <a:t> 1872. Sa </a:t>
            </a:r>
            <a:r>
              <a:rPr lang="en-PH" sz="4400" dirty="0" err="1"/>
              <a:t>pananatili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paaralang</a:t>
            </a:r>
            <a:r>
              <a:rPr lang="en-PH" sz="4400" dirty="0"/>
              <a:t> </a:t>
            </a:r>
            <a:r>
              <a:rPr lang="en-PH" sz="4400" dirty="0" err="1"/>
              <a:t>ito</a:t>
            </a:r>
            <a:r>
              <a:rPr lang="en-PH" sz="4400" dirty="0"/>
              <a:t> ay </a:t>
            </a:r>
            <a:r>
              <a:rPr lang="en-PH" sz="4400" dirty="0" err="1"/>
              <a:t>natanggap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ang </a:t>
            </a:r>
            <a:r>
              <a:rPr lang="en-PH" sz="4400" dirty="0" err="1"/>
              <a:t>lahat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pangunahing</a:t>
            </a:r>
            <a:r>
              <a:rPr lang="en-PH" sz="4400" dirty="0"/>
              <a:t> </a:t>
            </a:r>
            <a:r>
              <a:rPr lang="en-PH" sz="4400" dirty="0" err="1"/>
              <a:t>medalya</a:t>
            </a:r>
            <a:r>
              <a:rPr lang="en-PH" sz="4400" dirty="0"/>
              <a:t> at </a:t>
            </a:r>
            <a:r>
              <a:rPr lang="en-PH" sz="4400" dirty="0" err="1"/>
              <a:t>notang</a:t>
            </a:r>
            <a:r>
              <a:rPr lang="en-PH" sz="4400" dirty="0"/>
              <a:t> </a:t>
            </a:r>
            <a:r>
              <a:rPr lang="en-PH" sz="4400" dirty="0" err="1"/>
              <a:t>sobresaliente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lahat</a:t>
            </a:r>
            <a:r>
              <a:rPr lang="en-PH" sz="4400" dirty="0"/>
              <a:t> ng </a:t>
            </a:r>
            <a:r>
              <a:rPr lang="en-PH" sz="4400" dirty="0" err="1"/>
              <a:t>aklat</a:t>
            </a:r>
            <a:r>
              <a:rPr lang="en-PH" sz="4400" dirty="0"/>
              <a:t>. Sa </a:t>
            </a:r>
            <a:r>
              <a:rPr lang="en-PH" sz="4400" dirty="0" err="1"/>
              <a:t>paaralan</a:t>
            </a:r>
            <a:r>
              <a:rPr lang="en-PH" sz="4400" dirty="0"/>
              <a:t> ding </a:t>
            </a:r>
            <a:r>
              <a:rPr lang="en-PH" sz="4400" dirty="0" err="1"/>
              <a:t>ito</a:t>
            </a:r>
            <a:r>
              <a:rPr lang="en-PH" sz="4400" dirty="0"/>
              <a:t> </a:t>
            </a:r>
            <a:r>
              <a:rPr lang="en-PH" sz="4400" dirty="0" err="1"/>
              <a:t>niya</a:t>
            </a:r>
            <a:r>
              <a:rPr lang="en-PH" sz="4400" dirty="0"/>
              <a:t> </a:t>
            </a:r>
            <a:r>
              <a:rPr lang="en-PH" sz="4400" dirty="0" err="1"/>
              <a:t>natanggap</a:t>
            </a:r>
            <a:r>
              <a:rPr lang="en-PH" sz="4400" dirty="0"/>
              <a:t> ang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Batsilyer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Sining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may </a:t>
            </a:r>
            <a:r>
              <a:rPr lang="en-PH" sz="4400" dirty="0" err="1"/>
              <a:t>notang</a:t>
            </a:r>
            <a:r>
              <a:rPr lang="en-PH" sz="4400" dirty="0"/>
              <a:t> </a:t>
            </a:r>
            <a:r>
              <a:rPr lang="en-PH" sz="4400" dirty="0" err="1"/>
              <a:t>sobresalyente</a:t>
            </a:r>
            <a:r>
              <a:rPr lang="en-PH" sz="4400" dirty="0"/>
              <a:t> </a:t>
            </a:r>
            <a:r>
              <a:rPr lang="en-PH" sz="4400" dirty="0" err="1"/>
              <a:t>kalakip</a:t>
            </a:r>
            <a:r>
              <a:rPr lang="en-PH" sz="4400" dirty="0"/>
              <a:t> ang </a:t>
            </a:r>
            <a:r>
              <a:rPr lang="en-PH" sz="4400" dirty="0" err="1"/>
              <a:t>pinakamataas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karangalan</a:t>
            </a:r>
            <a:r>
              <a:rPr lang="en-PH" sz="4400" dirty="0"/>
              <a:t>.</a:t>
            </a:r>
          </a:p>
          <a:p>
            <a:endParaRPr lang="en-PH" dirty="0"/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36014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endParaRPr lang="en-PH" dirty="0"/>
          </a:p>
          <a:p>
            <a:pPr algn="just"/>
            <a:r>
              <a:rPr lang="en-PH" sz="4000" dirty="0"/>
              <a:t>Nang </a:t>
            </a:r>
            <a:r>
              <a:rPr lang="en-PH" sz="4000" dirty="0" err="1"/>
              <a:t>sumunod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taon</a:t>
            </a:r>
            <a:r>
              <a:rPr lang="en-PH" sz="4000" dirty="0"/>
              <a:t>, </a:t>
            </a:r>
            <a:r>
              <a:rPr lang="en-PH" sz="4000" dirty="0" err="1"/>
              <a:t>siya</a:t>
            </a:r>
            <a:r>
              <a:rPr lang="en-PH" sz="4000" dirty="0"/>
              <a:t> ay </a:t>
            </a:r>
            <a:r>
              <a:rPr lang="en-PH" sz="4000" dirty="0" err="1"/>
              <a:t>kumuha</a:t>
            </a:r>
            <a:r>
              <a:rPr lang="en-PH" sz="4000" dirty="0"/>
              <a:t> ng </a:t>
            </a:r>
            <a:r>
              <a:rPr lang="en-PH" sz="4000" dirty="0" err="1"/>
              <a:t>Pilosopiya</a:t>
            </a:r>
            <a:r>
              <a:rPr lang="en-PH" sz="4000" dirty="0"/>
              <a:t> at </a:t>
            </a:r>
            <a:r>
              <a:rPr lang="en-PH" sz="4000" dirty="0" err="1"/>
              <a:t>Panitikan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Unibersidad</a:t>
            </a:r>
            <a:r>
              <a:rPr lang="en-PH" sz="4000" dirty="0"/>
              <a:t> ng Santo Tomas. Sa Ateneo, </a:t>
            </a:r>
            <a:r>
              <a:rPr lang="en-PH" sz="4000" dirty="0" err="1"/>
              <a:t>kasabay</a:t>
            </a:r>
            <a:r>
              <a:rPr lang="en-PH" sz="4000" dirty="0"/>
              <a:t> </a:t>
            </a:r>
            <a:r>
              <a:rPr lang="en-PH" sz="4000" dirty="0" err="1"/>
              <a:t>niyang</a:t>
            </a:r>
            <a:r>
              <a:rPr lang="en-PH" sz="4000" dirty="0"/>
              <a:t> </a:t>
            </a:r>
            <a:r>
              <a:rPr lang="en-PH" sz="4000" dirty="0" err="1"/>
              <a:t>kinuha</a:t>
            </a:r>
            <a:r>
              <a:rPr lang="en-PH" sz="4000" dirty="0"/>
              <a:t> ang </a:t>
            </a:r>
            <a:r>
              <a:rPr lang="en-PH" sz="4000" dirty="0" err="1"/>
              <a:t>agham</a:t>
            </a:r>
            <a:r>
              <a:rPr lang="en-PH" sz="4000" dirty="0"/>
              <a:t> ng </a:t>
            </a:r>
            <a:r>
              <a:rPr lang="en-PH" sz="4000" dirty="0" err="1"/>
              <a:t>Pagsasaka</a:t>
            </a:r>
            <a:r>
              <a:rPr lang="en-PH" sz="4000" dirty="0"/>
              <a:t>. </a:t>
            </a:r>
            <a:r>
              <a:rPr lang="en-PH" sz="4000" dirty="0" err="1"/>
              <a:t>Pagkaraan</a:t>
            </a:r>
            <a:r>
              <a:rPr lang="en-PH" sz="4000" dirty="0"/>
              <a:t>, </a:t>
            </a:r>
            <a:r>
              <a:rPr lang="en-PH" sz="4000" dirty="0" err="1"/>
              <a:t>kinuha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kursong</a:t>
            </a:r>
            <a:r>
              <a:rPr lang="en-PH" sz="4000" dirty="0"/>
              <a:t> </a:t>
            </a:r>
            <a:r>
              <a:rPr lang="en-PH" sz="4000" dirty="0" err="1"/>
              <a:t>panggagamot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Santo Tomas </a:t>
            </a:r>
            <a:r>
              <a:rPr lang="en-PH" sz="4000" dirty="0" err="1"/>
              <a:t>pagkatapos</a:t>
            </a:r>
            <a:r>
              <a:rPr lang="en-PH" sz="4000" dirty="0"/>
              <a:t> </a:t>
            </a:r>
            <a:r>
              <a:rPr lang="en-PH" sz="4000" dirty="0" err="1"/>
              <a:t>mabatid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ina</a:t>
            </a:r>
            <a:r>
              <a:rPr lang="en-PH" sz="4000" dirty="0"/>
              <a:t> ay </a:t>
            </a:r>
            <a:r>
              <a:rPr lang="en-PH" sz="4000" dirty="0" err="1"/>
              <a:t>tinubuan</a:t>
            </a:r>
            <a:r>
              <a:rPr lang="en-PH" sz="4000" dirty="0"/>
              <a:t> ng </a:t>
            </a:r>
            <a:r>
              <a:rPr lang="en-PH" sz="4000" dirty="0" err="1"/>
              <a:t>katarata</a:t>
            </a:r>
            <a:r>
              <a:rPr lang="en-PH" sz="4000" dirty="0"/>
              <a:t>. </a:t>
            </a:r>
            <a:r>
              <a:rPr lang="en-PH" sz="4000" dirty="0" err="1"/>
              <a:t>Noong</a:t>
            </a:r>
            <a:r>
              <a:rPr lang="en-PH" sz="4000" dirty="0"/>
              <a:t> 5 Mayo 1882, </a:t>
            </a:r>
            <a:r>
              <a:rPr lang="en-PH" sz="4000" dirty="0" err="1"/>
              <a:t>nang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</a:t>
            </a:r>
            <a:r>
              <a:rPr lang="en-PH" sz="4000" dirty="0" err="1"/>
              <a:t>matanggap</a:t>
            </a:r>
            <a:r>
              <a:rPr lang="en-PH" sz="4000" dirty="0"/>
              <a:t> ang </a:t>
            </a:r>
            <a:r>
              <a:rPr lang="en-PH" sz="4000" dirty="0" err="1"/>
              <a:t>tagibang</a:t>
            </a:r>
            <a:r>
              <a:rPr lang="en-PH" sz="4000" dirty="0"/>
              <a:t> at </a:t>
            </a:r>
            <a:r>
              <a:rPr lang="en-PH" sz="4000" dirty="0" err="1"/>
              <a:t>mapansuring</a:t>
            </a:r>
            <a:r>
              <a:rPr lang="en-PH" sz="4000" dirty="0"/>
              <a:t> </a:t>
            </a:r>
            <a:r>
              <a:rPr lang="en-PH" sz="4000" dirty="0" err="1"/>
              <a:t>pakikitungo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paring </a:t>
            </a:r>
            <a:r>
              <a:rPr lang="en-PH" sz="4000" dirty="0" err="1"/>
              <a:t>Kastila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katutubong</a:t>
            </a:r>
            <a:r>
              <a:rPr lang="en-PH" sz="4000" dirty="0"/>
              <a:t> mag-</a:t>
            </a:r>
            <a:r>
              <a:rPr lang="en-PH" sz="4000" dirty="0" err="1"/>
              <a:t>aaral</a:t>
            </a:r>
            <a:r>
              <a:rPr lang="en-PH" sz="4000" dirty="0"/>
              <a:t>, </a:t>
            </a:r>
            <a:r>
              <a:rPr lang="en-PH" sz="4000" dirty="0" err="1"/>
              <a:t>nagtungo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Espanya</a:t>
            </a:r>
            <a:endParaRPr lang="en-PH" sz="4000" dirty="0"/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88276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/>
          </a:bodyPr>
          <a:lstStyle/>
          <a:p>
            <a:endParaRPr lang="en-PH" dirty="0"/>
          </a:p>
          <a:p>
            <a:r>
              <a:rPr lang="en-PH" sz="4000" dirty="0" err="1"/>
              <a:t>Doo'y</a:t>
            </a:r>
            <a:r>
              <a:rPr lang="en-PH" sz="4000" dirty="0"/>
              <a:t> </a:t>
            </a:r>
            <a:r>
              <a:rPr lang="en-PH" sz="4000" dirty="0" err="1"/>
              <a:t>pumasok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Universidad Central de Madrid, kung </a:t>
            </a:r>
            <a:r>
              <a:rPr lang="en-PH" sz="4000" dirty="0" err="1"/>
              <a:t>saan</a:t>
            </a:r>
            <a:r>
              <a:rPr lang="en-PH" sz="4000" dirty="0"/>
              <a:t>,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ikalawang</a:t>
            </a:r>
            <a:r>
              <a:rPr lang="en-PH" sz="4000" dirty="0"/>
              <a:t> </a:t>
            </a:r>
            <a:r>
              <a:rPr lang="en-PH" sz="4000" dirty="0" err="1"/>
              <a:t>taon</a:t>
            </a:r>
            <a:r>
              <a:rPr lang="en-PH" sz="4000" dirty="0"/>
              <a:t> ay </a:t>
            </a:r>
            <a:r>
              <a:rPr lang="en-PH" sz="4000" dirty="0" err="1"/>
              <a:t>natapos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karerang</a:t>
            </a:r>
            <a:r>
              <a:rPr lang="en-PH" sz="4000" dirty="0"/>
              <a:t> </a:t>
            </a:r>
            <a:r>
              <a:rPr lang="en-PH" sz="4000" dirty="0" err="1"/>
              <a:t>Medisina</a:t>
            </a:r>
            <a:r>
              <a:rPr lang="en-PH" sz="4000" dirty="0"/>
              <a:t>, </a:t>
            </a:r>
            <a:r>
              <a:rPr lang="en-PH" sz="4000" dirty="0" err="1"/>
              <a:t>bilang</a:t>
            </a:r>
            <a:r>
              <a:rPr lang="en-PH" sz="4000" dirty="0"/>
              <a:t> "</a:t>
            </a:r>
            <a:r>
              <a:rPr lang="en-PH" sz="4000" dirty="0" err="1"/>
              <a:t>sobresaliente</a:t>
            </a:r>
            <a:r>
              <a:rPr lang="en-PH" sz="4000" dirty="0"/>
              <a:t>" (</a:t>
            </a:r>
            <a:r>
              <a:rPr lang="en-PH" sz="4000" dirty="0" err="1"/>
              <a:t>napakahusay</a:t>
            </a:r>
            <a:r>
              <a:rPr lang="en-PH" sz="4000" dirty="0"/>
              <a:t>). Nang </a:t>
            </a:r>
            <a:r>
              <a:rPr lang="en-PH" sz="4000" dirty="0" err="1"/>
              <a:t>sumunod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taon</a:t>
            </a:r>
            <a:r>
              <a:rPr lang="en-PH" sz="4000" dirty="0"/>
              <a:t>, </a:t>
            </a:r>
            <a:r>
              <a:rPr lang="en-PH" sz="4000" dirty="0" err="1"/>
              <a:t>nakamit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titulo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Pilosopiya</a:t>
            </a:r>
            <a:r>
              <a:rPr lang="en-PH" sz="4000" dirty="0"/>
              <a:t>-at-</a:t>
            </a:r>
            <a:r>
              <a:rPr lang="en-PH" sz="4000" dirty="0" err="1"/>
              <a:t>Titik</a:t>
            </a:r>
            <a:r>
              <a:rPr lang="en-PH" sz="4000" dirty="0"/>
              <a:t>. </a:t>
            </a:r>
            <a:r>
              <a:rPr lang="en-PH" sz="4000" dirty="0" err="1"/>
              <a:t>Naglakbay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Pransiya</a:t>
            </a:r>
            <a:r>
              <a:rPr lang="en-PH" sz="4000" dirty="0"/>
              <a:t> at </a:t>
            </a:r>
            <a:r>
              <a:rPr lang="en-PH" sz="4000" dirty="0" err="1"/>
              <a:t>nagpakadalubhasa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paggamot</a:t>
            </a:r>
            <a:r>
              <a:rPr lang="en-PH" sz="4000" dirty="0"/>
              <a:t> ng </a:t>
            </a:r>
            <a:r>
              <a:rPr lang="en-PH" sz="4000" dirty="0" err="1"/>
              <a:t>sakit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mata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klinika</a:t>
            </a:r>
            <a:r>
              <a:rPr lang="en-PH" sz="4000" dirty="0"/>
              <a:t> </a:t>
            </a:r>
            <a:r>
              <a:rPr lang="en-PH" sz="4000" dirty="0" err="1"/>
              <a:t>roon</a:t>
            </a:r>
            <a:r>
              <a:rPr lang="en-PH" sz="4000" dirty="0"/>
              <a:t>. </a:t>
            </a:r>
            <a:r>
              <a:rPr lang="en-PH" sz="4000" dirty="0" err="1"/>
              <a:t>Pagkatapos</a:t>
            </a:r>
            <a:r>
              <a:rPr lang="en-PH" sz="4000" dirty="0"/>
              <a:t> ay </a:t>
            </a:r>
            <a:r>
              <a:rPr lang="en-PH" sz="4000" dirty="0" err="1"/>
              <a:t>tumungo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Heidelberg, </a:t>
            </a:r>
            <a:r>
              <a:rPr lang="en-PH" sz="4000" dirty="0" err="1"/>
              <a:t>Alemanya</a:t>
            </a:r>
            <a:r>
              <a:rPr lang="en-PH" sz="4000" dirty="0"/>
              <a:t>, kung </a:t>
            </a:r>
            <a:r>
              <a:rPr lang="en-PH" sz="4000" dirty="0" err="1"/>
              <a:t>saan</a:t>
            </a:r>
            <a:r>
              <a:rPr lang="en-PH" sz="4000" dirty="0"/>
              <a:t> </a:t>
            </a:r>
            <a:r>
              <a:rPr lang="en-PH" sz="4000" dirty="0" err="1"/>
              <a:t>nakatamo</a:t>
            </a:r>
            <a:r>
              <a:rPr lang="en-PH" sz="4000" dirty="0"/>
              <a:t> pa </a:t>
            </a:r>
            <a:r>
              <a:rPr lang="en-PH" sz="4000" dirty="0" err="1"/>
              <a:t>siya</a:t>
            </a:r>
            <a:r>
              <a:rPr lang="en-PH" sz="4000" dirty="0"/>
              <a:t> ng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titulo</a:t>
            </a:r>
            <a:r>
              <a:rPr lang="en-PH" sz="4000" dirty="0"/>
              <a:t>.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29867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endParaRPr lang="en-PH" dirty="0"/>
          </a:p>
          <a:p>
            <a:pPr algn="just"/>
            <a:r>
              <a:rPr lang="en-PH" sz="4400" dirty="0"/>
              <a:t>Sa </a:t>
            </a:r>
            <a:r>
              <a:rPr lang="en-PH" sz="4400" dirty="0" err="1"/>
              <a:t>taon</a:t>
            </a:r>
            <a:r>
              <a:rPr lang="en-PH" sz="4400" dirty="0"/>
              <a:t> din ng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pagtatapos</a:t>
            </a:r>
            <a:r>
              <a:rPr lang="en-PH" sz="4400" dirty="0"/>
              <a:t> ng </a:t>
            </a:r>
            <a:r>
              <a:rPr lang="en-PH" sz="4400" dirty="0" err="1"/>
              <a:t>Medisina</a:t>
            </a:r>
            <a:r>
              <a:rPr lang="en-PH" sz="4400" dirty="0"/>
              <a:t>, </a:t>
            </a:r>
            <a:r>
              <a:rPr lang="en-PH" sz="4400" dirty="0" err="1"/>
              <a:t>siya</a:t>
            </a:r>
            <a:r>
              <a:rPr lang="en-PH" sz="4400" dirty="0"/>
              <a:t> ay nag-</a:t>
            </a:r>
            <a:r>
              <a:rPr lang="en-PH" sz="4400" dirty="0" err="1"/>
              <a:t>aral</a:t>
            </a:r>
            <a:r>
              <a:rPr lang="en-PH" sz="4400" dirty="0"/>
              <a:t> ng </a:t>
            </a:r>
            <a:r>
              <a:rPr lang="en-PH" sz="4400" dirty="0" err="1"/>
              <a:t>wikang</a:t>
            </a:r>
            <a:r>
              <a:rPr lang="en-PH" sz="4400" dirty="0"/>
              <a:t> Ingles, </a:t>
            </a:r>
            <a:r>
              <a:rPr lang="en-PH" sz="4400" dirty="0" err="1"/>
              <a:t>bilang</a:t>
            </a:r>
            <a:r>
              <a:rPr lang="en-PH" sz="4400" dirty="0"/>
              <a:t> </a:t>
            </a:r>
            <a:r>
              <a:rPr lang="en-PH" sz="4400" dirty="0" err="1"/>
              <a:t>karagdagan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wikang</a:t>
            </a:r>
            <a:r>
              <a:rPr lang="en-PH" sz="4400" dirty="0"/>
              <a:t> </a:t>
            </a:r>
            <a:r>
              <a:rPr lang="en-PH" sz="4400" dirty="0" err="1"/>
              <a:t>kaniya</a:t>
            </a:r>
            <a:r>
              <a:rPr lang="en-PH" sz="4400" dirty="0"/>
              <a:t> </a:t>
            </a:r>
            <a:r>
              <a:rPr lang="en-PH" sz="4400" dirty="0" err="1"/>
              <a:t>nang</a:t>
            </a:r>
            <a:r>
              <a:rPr lang="en-PH" sz="4400" dirty="0"/>
              <a:t> </a:t>
            </a:r>
            <a:r>
              <a:rPr lang="en-PH" sz="4400" dirty="0" err="1"/>
              <a:t>nalalaman</a:t>
            </a:r>
            <a:r>
              <a:rPr lang="en-PH" sz="4400" dirty="0"/>
              <a:t> </a:t>
            </a:r>
            <a:r>
              <a:rPr lang="en-PH" sz="4400" dirty="0" err="1"/>
              <a:t>gaya</a:t>
            </a:r>
            <a:r>
              <a:rPr lang="en-PH" sz="4400" dirty="0"/>
              <a:t> ng </a:t>
            </a:r>
            <a:r>
              <a:rPr lang="en-PH" sz="4400" dirty="0" err="1"/>
              <a:t>Pranses</a:t>
            </a:r>
            <a:r>
              <a:rPr lang="en-PH" sz="4400" dirty="0"/>
              <a:t>. </a:t>
            </a:r>
            <a:r>
              <a:rPr lang="en-PH" sz="4400" dirty="0" err="1"/>
              <a:t>Dalubwika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Rizal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nakaaalam</a:t>
            </a:r>
            <a:r>
              <a:rPr lang="en-PH" sz="4400" dirty="0"/>
              <a:t> ng </a:t>
            </a:r>
            <a:r>
              <a:rPr lang="en-PH" sz="4400" dirty="0" err="1"/>
              <a:t>Arabe</a:t>
            </a:r>
            <a:r>
              <a:rPr lang="en-PH" sz="4400" dirty="0"/>
              <a:t>, </a:t>
            </a:r>
            <a:r>
              <a:rPr lang="en-PH" sz="4400" dirty="0" err="1"/>
              <a:t>Katalan</a:t>
            </a:r>
            <a:r>
              <a:rPr lang="en-PH" sz="4400" dirty="0"/>
              <a:t>, </a:t>
            </a:r>
            <a:r>
              <a:rPr lang="en-PH" sz="4400" dirty="0" err="1"/>
              <a:t>Tsino</a:t>
            </a:r>
            <a:r>
              <a:rPr lang="en-PH" sz="4400" dirty="0"/>
              <a:t>, </a:t>
            </a:r>
            <a:r>
              <a:rPr lang="en-PH" sz="4400" dirty="0" err="1"/>
              <a:t>Inggles</a:t>
            </a:r>
            <a:r>
              <a:rPr lang="en-PH" sz="4400" dirty="0"/>
              <a:t>, </a:t>
            </a:r>
            <a:r>
              <a:rPr lang="en-PH" sz="4400" dirty="0" err="1"/>
              <a:t>Pranses</a:t>
            </a:r>
            <a:r>
              <a:rPr lang="en-PH" sz="4400" dirty="0"/>
              <a:t>, Aleman, </a:t>
            </a:r>
            <a:r>
              <a:rPr lang="en-PH" sz="4400" dirty="0" err="1"/>
              <a:t>Griyego</a:t>
            </a:r>
            <a:r>
              <a:rPr lang="en-PH" sz="4400" dirty="0"/>
              <a:t>, </a:t>
            </a:r>
            <a:r>
              <a:rPr lang="en-PH" sz="4400" dirty="0" err="1"/>
              <a:t>Ebreo</a:t>
            </a:r>
            <a:r>
              <a:rPr lang="en-PH" sz="4400" dirty="0"/>
              <a:t>, </a:t>
            </a:r>
            <a:r>
              <a:rPr lang="en-PH" sz="4400" dirty="0" err="1"/>
              <a:t>Italyano</a:t>
            </a:r>
            <a:r>
              <a:rPr lang="en-PH" sz="4400" dirty="0"/>
              <a:t>, </a:t>
            </a:r>
            <a:r>
              <a:rPr lang="en-PH" sz="4400" dirty="0" err="1"/>
              <a:t>Hapon</a:t>
            </a:r>
            <a:r>
              <a:rPr lang="en-PH" sz="4400" dirty="0"/>
              <a:t>, Latin, </a:t>
            </a:r>
            <a:r>
              <a:rPr lang="en-PH" sz="4400" dirty="0" err="1"/>
              <a:t>Portuges</a:t>
            </a:r>
            <a:r>
              <a:rPr lang="en-PH" sz="4400" dirty="0"/>
              <a:t>, </a:t>
            </a:r>
            <a:r>
              <a:rPr lang="en-PH" sz="4400" dirty="0" err="1"/>
              <a:t>Ruso</a:t>
            </a:r>
            <a:r>
              <a:rPr lang="en-PH" sz="4400" dirty="0"/>
              <a:t>, Sanskrit, Espanyol, Tagalog, at </a:t>
            </a:r>
            <a:r>
              <a:rPr lang="en-PH" sz="4400" dirty="0" err="1"/>
              <a:t>iba</a:t>
            </a:r>
            <a:r>
              <a:rPr lang="en-PH" sz="4400" dirty="0"/>
              <a:t> pang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katutubong</a:t>
            </a:r>
            <a:r>
              <a:rPr lang="en-PH" sz="4400" dirty="0"/>
              <a:t> </a:t>
            </a:r>
            <a:r>
              <a:rPr lang="en-PH" sz="4400" dirty="0" err="1"/>
              <a:t>wika</a:t>
            </a:r>
            <a:r>
              <a:rPr lang="en-PH" sz="4400" dirty="0"/>
              <a:t> ng </a:t>
            </a:r>
            <a:r>
              <a:rPr lang="en-PH" sz="4400" dirty="0" err="1"/>
              <a:t>Pilipinas</a:t>
            </a:r>
            <a:r>
              <a:rPr lang="en-PH" sz="4400" dirty="0"/>
              <a:t>.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56854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/>
          <a:lstStyle/>
          <a:p>
            <a:r>
              <a:rPr lang="en-PH" sz="4800" b="1" dirty="0"/>
              <a:t>Personal </a:t>
            </a:r>
            <a:r>
              <a:rPr lang="en-PH" sz="4800" b="1" dirty="0" err="1"/>
              <a:t>na</a:t>
            </a:r>
            <a:r>
              <a:rPr lang="en-PH" sz="4800" b="1" dirty="0"/>
              <a:t> </a:t>
            </a:r>
            <a:r>
              <a:rPr lang="en-PH" sz="4800" b="1" dirty="0" err="1"/>
              <a:t>Buhay</a:t>
            </a:r>
            <a:endParaRPr lang="en-PH" sz="4800" b="1" dirty="0"/>
          </a:p>
          <a:p>
            <a:pPr algn="just"/>
            <a:r>
              <a:rPr lang="en-PH" sz="3600" dirty="0" err="1"/>
              <a:t>Marahil</a:t>
            </a:r>
            <a:r>
              <a:rPr lang="en-PH" sz="3600" dirty="0"/>
              <a:t> ang </a:t>
            </a:r>
            <a:r>
              <a:rPr lang="en-PH" sz="3600" dirty="0" err="1"/>
              <a:t>buhay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Rizal ang </a:t>
            </a:r>
            <a:r>
              <a:rPr lang="en-PH" sz="3600" dirty="0" err="1"/>
              <a:t>pinakadokumentado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Pilipinong</a:t>
            </a:r>
            <a:r>
              <a:rPr lang="en-PH" sz="3600" dirty="0"/>
              <a:t> </a:t>
            </a:r>
            <a:r>
              <a:rPr lang="en-PH" sz="3600" dirty="0" err="1"/>
              <a:t>nabuhay</a:t>
            </a:r>
            <a:r>
              <a:rPr lang="en-PH" sz="3600" dirty="0"/>
              <a:t> </a:t>
            </a:r>
            <a:r>
              <a:rPr lang="en-PH" sz="3600" dirty="0" err="1"/>
              <a:t>noong</a:t>
            </a:r>
            <a:r>
              <a:rPr lang="en-PH" sz="3600" dirty="0"/>
              <a:t> ika-19 </a:t>
            </a:r>
            <a:r>
              <a:rPr lang="en-PH" sz="3600" dirty="0" err="1"/>
              <a:t>siglo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maraming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talang</a:t>
            </a:r>
            <a:r>
              <a:rPr lang="en-PH" sz="3600" dirty="0"/>
              <a:t> </a:t>
            </a:r>
            <a:r>
              <a:rPr lang="en-PH" sz="3600" dirty="0" err="1"/>
              <a:t>isinulat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at </a:t>
            </a:r>
            <a:r>
              <a:rPr lang="en-PH" sz="3600" dirty="0" err="1"/>
              <a:t>ukol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kaniya</a:t>
            </a:r>
            <a:r>
              <a:rPr lang="en-PH" sz="3600" dirty="0"/>
              <a:t>. Halos </a:t>
            </a:r>
            <a:r>
              <a:rPr lang="en-PH" sz="3600" dirty="0" err="1"/>
              <a:t>bawat</a:t>
            </a:r>
            <a:r>
              <a:rPr lang="en-PH" sz="3600" dirty="0"/>
              <a:t> </a:t>
            </a:r>
            <a:r>
              <a:rPr lang="en-PH" sz="3600" dirty="0" err="1"/>
              <a:t>detalye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kaniyang</a:t>
            </a:r>
            <a:r>
              <a:rPr lang="en-PH" sz="3600" dirty="0"/>
              <a:t> </a:t>
            </a:r>
            <a:r>
              <a:rPr lang="en-PH" sz="3600" dirty="0" err="1"/>
              <a:t>buhay</a:t>
            </a:r>
            <a:r>
              <a:rPr lang="en-PH" sz="3600" dirty="0"/>
              <a:t> ay </a:t>
            </a:r>
            <a:r>
              <a:rPr lang="en-PH" sz="3600" dirty="0" err="1"/>
              <a:t>naitala</a:t>
            </a:r>
            <a:r>
              <a:rPr lang="en-PH" sz="3600" dirty="0"/>
              <a:t>,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kaniyang</a:t>
            </a:r>
            <a:r>
              <a:rPr lang="en-PH" sz="3600" dirty="0"/>
              <a:t> regular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tagasulat</a:t>
            </a:r>
            <a:r>
              <a:rPr lang="en-PH" sz="3600" dirty="0"/>
              <a:t> ng </a:t>
            </a:r>
            <a:r>
              <a:rPr lang="en-PH" sz="3600" dirty="0" err="1"/>
              <a:t>kaniyang</a:t>
            </a:r>
            <a:r>
              <a:rPr lang="en-PH" sz="3600" dirty="0"/>
              <a:t> </a:t>
            </a:r>
            <a:r>
              <a:rPr lang="en-PH" sz="3600" dirty="0" err="1"/>
              <a:t>talaarawan</a:t>
            </a:r>
            <a:r>
              <a:rPr lang="en-PH" sz="3600" dirty="0"/>
              <a:t> at </a:t>
            </a:r>
            <a:r>
              <a:rPr lang="en-PH" sz="3600" dirty="0" err="1"/>
              <a:t>dahil</a:t>
            </a:r>
            <a:r>
              <a:rPr lang="en-PH" sz="3600" dirty="0"/>
              <a:t> din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kaniyang</a:t>
            </a:r>
            <a:r>
              <a:rPr lang="en-PH" sz="3600" dirty="0"/>
              <a:t> </a:t>
            </a:r>
            <a:r>
              <a:rPr lang="en-PH" sz="3600" dirty="0" err="1"/>
              <a:t>pagiging</a:t>
            </a:r>
            <a:r>
              <a:rPr lang="en-PH" sz="3600" dirty="0"/>
              <a:t> </a:t>
            </a:r>
            <a:r>
              <a:rPr lang="en-PH" sz="3600" dirty="0" err="1"/>
              <a:t>manunulat</a:t>
            </a:r>
            <a:r>
              <a:rPr lang="en-PH" sz="3600" dirty="0"/>
              <a:t>, at ang </a:t>
            </a:r>
            <a:r>
              <a:rPr lang="en-PH" sz="3600" dirty="0" err="1"/>
              <a:t>karamihan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materyales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ay </a:t>
            </a:r>
            <a:r>
              <a:rPr lang="en-PH" sz="3600" dirty="0" err="1"/>
              <a:t>nananatili</a:t>
            </a:r>
            <a:r>
              <a:rPr lang="en-PH" sz="3600" dirty="0"/>
              <a:t> pa </a:t>
            </a:r>
            <a:r>
              <a:rPr lang="en-PH" sz="3600" dirty="0" err="1"/>
              <a:t>rin</a:t>
            </a:r>
            <a:r>
              <a:rPr lang="en-PH" sz="3600" dirty="0"/>
              <a:t>. </a:t>
            </a:r>
            <a:r>
              <a:rPr lang="en-PH" sz="3600" dirty="0" err="1"/>
              <a:t>Naging</a:t>
            </a:r>
            <a:r>
              <a:rPr lang="en-PH" sz="3600" dirty="0"/>
              <a:t> </a:t>
            </a:r>
            <a:r>
              <a:rPr lang="en-PH" sz="3600" dirty="0" err="1"/>
              <a:t>mahirap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biograpo</a:t>
            </a:r>
            <a:r>
              <a:rPr lang="en-PH" sz="3600" dirty="0"/>
              <a:t> ang </a:t>
            </a:r>
            <a:r>
              <a:rPr lang="en-PH" sz="3600" dirty="0" err="1"/>
              <a:t>pagsasalin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likha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 </a:t>
            </a:r>
            <a:r>
              <a:rPr lang="en-PH" sz="3600" dirty="0" err="1"/>
              <a:t>dahil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ugali </a:t>
            </a:r>
            <a:r>
              <a:rPr lang="en-PH" sz="3600" dirty="0" err="1"/>
              <a:t>ni</a:t>
            </a:r>
            <a:r>
              <a:rPr lang="en-PH" sz="3600" dirty="0"/>
              <a:t> Rizal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pagpapalit</a:t>
            </a:r>
            <a:r>
              <a:rPr lang="en-PH" sz="3600" dirty="0"/>
              <a:t> ng </a:t>
            </a:r>
            <a:r>
              <a:rPr lang="en-PH" sz="3600" dirty="0" err="1"/>
              <a:t>wika</a:t>
            </a:r>
            <a:r>
              <a:rPr lang="en-PH" sz="3600" dirty="0"/>
              <a:t>.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905591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PH" sz="6000" dirty="0" err="1"/>
              <a:t>Kabilang</a:t>
            </a:r>
            <a:r>
              <a:rPr lang="en-PH" sz="6000" dirty="0"/>
              <a:t> </a:t>
            </a:r>
            <a:r>
              <a:rPr lang="en-PH" sz="6000" dirty="0" err="1"/>
              <a:t>sa</a:t>
            </a:r>
            <a:r>
              <a:rPr lang="en-PH" sz="6000" dirty="0"/>
              <a:t> </a:t>
            </a:r>
            <a:r>
              <a:rPr lang="en-PH" sz="6000" dirty="0" err="1"/>
              <a:t>mga</a:t>
            </a:r>
            <a:r>
              <a:rPr lang="en-PH" sz="6000" dirty="0"/>
              <a:t> </a:t>
            </a:r>
            <a:r>
              <a:rPr lang="en-PH" sz="6000" dirty="0" err="1"/>
              <a:t>nilalalaman</a:t>
            </a:r>
            <a:r>
              <a:rPr lang="en-PH" sz="6000" dirty="0"/>
              <a:t> ng </a:t>
            </a:r>
            <a:r>
              <a:rPr lang="en-PH" sz="6000" dirty="0" err="1"/>
              <a:t>mga</a:t>
            </a:r>
            <a:r>
              <a:rPr lang="en-PH" sz="6000" dirty="0"/>
              <a:t> tala </a:t>
            </a:r>
            <a:r>
              <a:rPr lang="en-PH" sz="6000" dirty="0" err="1"/>
              <a:t>ni</a:t>
            </a:r>
            <a:r>
              <a:rPr lang="en-PH" sz="6000" dirty="0"/>
              <a:t> Rizal ang </a:t>
            </a:r>
            <a:r>
              <a:rPr lang="en-PH" sz="6000" dirty="0" err="1"/>
              <a:t>pananaw</a:t>
            </a:r>
            <a:r>
              <a:rPr lang="en-PH" sz="6000" dirty="0"/>
              <a:t> ng </a:t>
            </a:r>
            <a:r>
              <a:rPr lang="en-PH" sz="6000" dirty="0" err="1"/>
              <a:t>isang</a:t>
            </a:r>
            <a:r>
              <a:rPr lang="en-PH" sz="6000" dirty="0"/>
              <a:t> </a:t>
            </a:r>
            <a:r>
              <a:rPr lang="en-PH" sz="6000" dirty="0" err="1"/>
              <a:t>Asyano</a:t>
            </a:r>
            <a:r>
              <a:rPr lang="en-PH" sz="6000" dirty="0"/>
              <a:t> </a:t>
            </a:r>
            <a:r>
              <a:rPr lang="en-PH" sz="6000" dirty="0" err="1"/>
              <a:t>na</a:t>
            </a:r>
            <a:r>
              <a:rPr lang="en-PH" sz="6000" dirty="0"/>
              <a:t> </a:t>
            </a:r>
            <a:r>
              <a:rPr lang="en-PH" sz="6000" dirty="0" err="1"/>
              <a:t>nakarating</a:t>
            </a:r>
            <a:r>
              <a:rPr lang="en-PH" sz="6000" dirty="0"/>
              <a:t> </a:t>
            </a:r>
            <a:r>
              <a:rPr lang="en-PH" sz="6000" dirty="0" err="1"/>
              <a:t>sa</a:t>
            </a:r>
            <a:r>
              <a:rPr lang="en-PH" sz="6000" dirty="0"/>
              <a:t> </a:t>
            </a:r>
            <a:r>
              <a:rPr lang="en-PH" sz="6000" dirty="0" err="1"/>
              <a:t>Kanluran</a:t>
            </a:r>
            <a:r>
              <a:rPr lang="en-PH" sz="6000" dirty="0"/>
              <a:t> </a:t>
            </a:r>
            <a:r>
              <a:rPr lang="en-PH" sz="6000" dirty="0" err="1"/>
              <a:t>sa</a:t>
            </a:r>
            <a:r>
              <a:rPr lang="en-PH" sz="6000" dirty="0"/>
              <a:t> </a:t>
            </a:r>
            <a:r>
              <a:rPr lang="en-PH" sz="6000" dirty="0" err="1"/>
              <a:t>unang</a:t>
            </a:r>
            <a:r>
              <a:rPr lang="en-PH" sz="6000" dirty="0"/>
              <a:t> </a:t>
            </a:r>
            <a:r>
              <a:rPr lang="en-PH" sz="6000" dirty="0" err="1"/>
              <a:t>pagkakataon</a:t>
            </a:r>
            <a:r>
              <a:rPr lang="en-PH" sz="6000" dirty="0"/>
              <a:t>. </a:t>
            </a:r>
            <a:r>
              <a:rPr lang="en-PH" sz="6000" dirty="0" err="1"/>
              <a:t>Kabilang</a:t>
            </a:r>
            <a:r>
              <a:rPr lang="en-PH" sz="6000" dirty="0"/>
              <a:t> </a:t>
            </a:r>
            <a:r>
              <a:rPr lang="en-PH" sz="6000" dirty="0" err="1"/>
              <a:t>dito</a:t>
            </a:r>
            <a:r>
              <a:rPr lang="en-PH" sz="6000" dirty="0"/>
              <a:t> ang </a:t>
            </a:r>
            <a:r>
              <a:rPr lang="en-PH" sz="6000" dirty="0" err="1"/>
              <a:t>kaniyang</a:t>
            </a:r>
            <a:r>
              <a:rPr lang="en-PH" sz="6000" dirty="0"/>
              <a:t> </a:t>
            </a:r>
            <a:r>
              <a:rPr lang="en-PH" sz="6000" dirty="0" err="1"/>
              <a:t>mga</a:t>
            </a:r>
            <a:r>
              <a:rPr lang="en-PH" sz="6000" dirty="0"/>
              <a:t> </a:t>
            </a:r>
            <a:r>
              <a:rPr lang="en-PH" sz="6000" dirty="0" err="1"/>
              <a:t>lakbayin</a:t>
            </a:r>
            <a:r>
              <a:rPr lang="en-PH" sz="6000" dirty="0"/>
              <a:t> </a:t>
            </a:r>
            <a:r>
              <a:rPr lang="en-PH" sz="6000" dirty="0" err="1"/>
              <a:t>sa</a:t>
            </a:r>
            <a:r>
              <a:rPr lang="en-PH" sz="6000" dirty="0"/>
              <a:t> Europa, </a:t>
            </a:r>
            <a:r>
              <a:rPr lang="en-PH" sz="6000" dirty="0" err="1"/>
              <a:t>Hapon</a:t>
            </a:r>
            <a:r>
              <a:rPr lang="en-PH" sz="6000" dirty="0"/>
              <a:t> at </a:t>
            </a:r>
            <a:r>
              <a:rPr lang="en-PH" sz="6000" dirty="0" err="1"/>
              <a:t>Estados</a:t>
            </a:r>
            <a:r>
              <a:rPr lang="en-PH" sz="6000" dirty="0"/>
              <a:t> Unidos, at </a:t>
            </a:r>
            <a:r>
              <a:rPr lang="en-PH" sz="6000" dirty="0" err="1"/>
              <a:t>maging</a:t>
            </a:r>
            <a:r>
              <a:rPr lang="en-PH" sz="6000" dirty="0"/>
              <a:t> </a:t>
            </a:r>
            <a:r>
              <a:rPr lang="en-PH" sz="6000" dirty="0" err="1"/>
              <a:t>sa</a:t>
            </a:r>
            <a:r>
              <a:rPr lang="en-PH" sz="6000" dirty="0"/>
              <a:t> </a:t>
            </a:r>
            <a:r>
              <a:rPr lang="en-PH" sz="6000" dirty="0" err="1"/>
              <a:t>kaniyang</a:t>
            </a:r>
            <a:r>
              <a:rPr lang="en-PH" sz="6000" dirty="0"/>
              <a:t> </a:t>
            </a:r>
            <a:r>
              <a:rPr lang="en-PH" sz="6000" dirty="0" err="1"/>
              <a:t>pananatili</a:t>
            </a:r>
            <a:r>
              <a:rPr lang="en-PH" sz="6000" dirty="0"/>
              <a:t> </a:t>
            </a:r>
            <a:r>
              <a:rPr lang="en-PH" sz="6000" dirty="0" err="1"/>
              <a:t>sa</a:t>
            </a:r>
            <a:r>
              <a:rPr lang="en-PH" sz="6000" dirty="0"/>
              <a:t> Hong Kong.</a:t>
            </a:r>
          </a:p>
        </p:txBody>
      </p:sp>
    </p:spTree>
    <p:extLst>
      <p:ext uri="{BB962C8B-B14F-4D97-AF65-F5344CB8AC3E}">
        <p14:creationId xmlns:p14="http://schemas.microsoft.com/office/powerpoint/2010/main" val="171682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400" dirty="0" err="1"/>
              <a:t>Matapos</a:t>
            </a:r>
            <a:r>
              <a:rPr lang="en-PH" sz="4400" dirty="0"/>
              <a:t> </a:t>
            </a:r>
            <a:r>
              <a:rPr lang="en-PH" sz="4400" dirty="0" err="1"/>
              <a:t>siyang</a:t>
            </a:r>
            <a:r>
              <a:rPr lang="en-PH" sz="4400" dirty="0"/>
              <a:t> </a:t>
            </a:r>
            <a:r>
              <a:rPr lang="en-PH" sz="4400" dirty="0" err="1"/>
              <a:t>makapagtapos</a:t>
            </a:r>
            <a:r>
              <a:rPr lang="en-PH" sz="4400" dirty="0"/>
              <a:t> </a:t>
            </a:r>
            <a:r>
              <a:rPr lang="en-PH" sz="4400" dirty="0" err="1"/>
              <a:t>mula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Ateneo Municipal de Manila, </a:t>
            </a:r>
            <a:r>
              <a:rPr lang="en-PH" sz="4400" dirty="0" err="1"/>
              <a:t>bumisita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Rizal at ang </a:t>
            </a:r>
            <a:r>
              <a:rPr lang="en-PH" sz="4400" dirty="0" err="1"/>
              <a:t>isang</a:t>
            </a:r>
            <a:r>
              <a:rPr lang="en-PH" sz="4400" dirty="0"/>
              <a:t> </a:t>
            </a:r>
            <a:r>
              <a:rPr lang="en-PH" sz="4400" dirty="0" err="1"/>
              <a:t>kaibigang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Mariano </a:t>
            </a:r>
            <a:r>
              <a:rPr lang="en-PH" sz="4400" dirty="0" err="1"/>
              <a:t>Katigbak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bisitahin</a:t>
            </a:r>
            <a:r>
              <a:rPr lang="en-PH" sz="4400" dirty="0"/>
              <a:t> ang </a:t>
            </a:r>
            <a:r>
              <a:rPr lang="en-PH" sz="4400" dirty="0" err="1"/>
              <a:t>lola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Rizal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ina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naninirahan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Tondo, Maynila. </a:t>
            </a:r>
            <a:r>
              <a:rPr lang="en-PH" sz="4400" dirty="0" err="1"/>
              <a:t>Isinama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Mariano ang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kapatid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Segunda </a:t>
            </a:r>
            <a:r>
              <a:rPr lang="en-PH" sz="4400" dirty="0" err="1"/>
              <a:t>Katigbak</a:t>
            </a:r>
            <a:r>
              <a:rPr lang="en-PH" sz="4400" dirty="0"/>
              <a:t>,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isang</a:t>
            </a:r>
            <a:r>
              <a:rPr lang="en-PH" sz="4400" dirty="0"/>
              <a:t> 14-taong </a:t>
            </a:r>
            <a:r>
              <a:rPr lang="en-PH" sz="4400" dirty="0" err="1"/>
              <a:t>Batangueña</a:t>
            </a:r>
            <a:r>
              <a:rPr lang="en-PH" sz="4400" dirty="0"/>
              <a:t> </a:t>
            </a:r>
            <a:r>
              <a:rPr lang="en-PH" sz="4400" dirty="0" err="1"/>
              <a:t>mula</a:t>
            </a:r>
            <a:r>
              <a:rPr lang="en-PH" sz="4400" dirty="0"/>
              <a:t> Lipa, Batangas. </a:t>
            </a:r>
            <a:r>
              <a:rPr lang="en-PH" sz="4400" dirty="0" err="1"/>
              <a:t>Karamihan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panauhin</a:t>
            </a:r>
            <a:r>
              <a:rPr lang="en-PH" sz="4400" dirty="0"/>
              <a:t> ng </a:t>
            </a:r>
            <a:r>
              <a:rPr lang="en-PH" sz="4400" dirty="0" err="1"/>
              <a:t>lola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Rizal ay </a:t>
            </a:r>
            <a:r>
              <a:rPr lang="en-PH" sz="4400" dirty="0" err="1"/>
              <a:t>mga</a:t>
            </a:r>
            <a:r>
              <a:rPr lang="en-PH" sz="4400" dirty="0"/>
              <a:t> mag-</a:t>
            </a:r>
            <a:r>
              <a:rPr lang="en-PH" sz="4400" dirty="0" err="1"/>
              <a:t>aaral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kolehiyo</a:t>
            </a:r>
            <a:r>
              <a:rPr lang="en-PH" sz="4400" dirty="0"/>
              <a:t>, at </a:t>
            </a:r>
            <a:r>
              <a:rPr lang="en-PH" sz="4400" dirty="0" err="1"/>
              <a:t>alam</a:t>
            </a:r>
            <a:r>
              <a:rPr lang="en-PH" sz="4400" dirty="0"/>
              <a:t> </a:t>
            </a:r>
            <a:r>
              <a:rPr lang="en-PH" sz="4400" dirty="0" err="1"/>
              <a:t>nila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magaling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pagpipinta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Rizal. </a:t>
            </a:r>
          </a:p>
        </p:txBody>
      </p:sp>
    </p:spTree>
    <p:extLst>
      <p:ext uri="{BB962C8B-B14F-4D97-AF65-F5344CB8AC3E}">
        <p14:creationId xmlns:p14="http://schemas.microsoft.com/office/powerpoint/2010/main" val="3254838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6000" dirty="0" err="1"/>
              <a:t>Pinakiusapan</a:t>
            </a:r>
            <a:r>
              <a:rPr lang="en-PH" sz="6000" dirty="0"/>
              <a:t> </a:t>
            </a:r>
            <a:r>
              <a:rPr lang="en-PH" sz="6000" dirty="0" err="1"/>
              <a:t>siya</a:t>
            </a:r>
            <a:r>
              <a:rPr lang="en-PH" sz="6000" dirty="0"/>
              <a:t> </a:t>
            </a:r>
            <a:r>
              <a:rPr lang="en-PH" sz="6000" dirty="0" err="1"/>
              <a:t>na</a:t>
            </a:r>
            <a:r>
              <a:rPr lang="en-PH" sz="6000" dirty="0"/>
              <a:t> </a:t>
            </a:r>
            <a:r>
              <a:rPr lang="en-PH" sz="6000" dirty="0" err="1"/>
              <a:t>gumawa</a:t>
            </a:r>
            <a:r>
              <a:rPr lang="en-PH" sz="6000" dirty="0"/>
              <a:t> </a:t>
            </a:r>
            <a:r>
              <a:rPr lang="en-PH" sz="6000" dirty="0" err="1"/>
              <a:t>siya</a:t>
            </a:r>
            <a:r>
              <a:rPr lang="en-PH" sz="6000" dirty="0"/>
              <a:t> ng </a:t>
            </a:r>
            <a:r>
              <a:rPr lang="en-PH" sz="6000" dirty="0" err="1"/>
              <a:t>larawan</a:t>
            </a:r>
            <a:r>
              <a:rPr lang="en-PH" sz="6000" dirty="0"/>
              <a:t> </a:t>
            </a:r>
            <a:r>
              <a:rPr lang="en-PH" sz="6000" dirty="0" err="1"/>
              <a:t>ni</a:t>
            </a:r>
            <a:r>
              <a:rPr lang="en-PH" sz="6000" dirty="0"/>
              <a:t> Segunda. </a:t>
            </a:r>
            <a:r>
              <a:rPr lang="en-PH" sz="6000" dirty="0" err="1"/>
              <a:t>Bagaman</a:t>
            </a:r>
            <a:r>
              <a:rPr lang="en-PH" sz="6000" dirty="0"/>
              <a:t> </a:t>
            </a:r>
            <a:r>
              <a:rPr lang="en-PH" sz="6000" dirty="0" err="1"/>
              <a:t>tumanggi</a:t>
            </a:r>
            <a:r>
              <a:rPr lang="en-PH" sz="6000" dirty="0"/>
              <a:t> </a:t>
            </a:r>
            <a:r>
              <a:rPr lang="en-PH" sz="6000" dirty="0" err="1"/>
              <a:t>si</a:t>
            </a:r>
            <a:r>
              <a:rPr lang="en-PH" sz="6000" dirty="0"/>
              <a:t> Rizal </a:t>
            </a:r>
            <a:r>
              <a:rPr lang="en-PH" sz="6000" dirty="0" err="1"/>
              <a:t>noong</a:t>
            </a:r>
            <a:r>
              <a:rPr lang="en-PH" sz="6000" dirty="0"/>
              <a:t> una, </a:t>
            </a:r>
            <a:r>
              <a:rPr lang="en-PH" sz="6000" dirty="0" err="1"/>
              <a:t>ginawan</a:t>
            </a:r>
            <a:r>
              <a:rPr lang="en-PH" sz="6000" dirty="0"/>
              <a:t> din </a:t>
            </a:r>
            <a:r>
              <a:rPr lang="en-PH" sz="6000" dirty="0" err="1"/>
              <a:t>niya</a:t>
            </a:r>
            <a:r>
              <a:rPr lang="en-PH" sz="6000" dirty="0"/>
              <a:t> ng </a:t>
            </a:r>
            <a:r>
              <a:rPr lang="en-PH" sz="6000" dirty="0" err="1"/>
              <a:t>guhit</a:t>
            </a:r>
            <a:r>
              <a:rPr lang="en-PH" sz="6000" dirty="0"/>
              <a:t> </a:t>
            </a:r>
            <a:r>
              <a:rPr lang="en-PH" sz="6000" dirty="0" err="1"/>
              <a:t>si</a:t>
            </a:r>
            <a:r>
              <a:rPr lang="en-PH" sz="6000" dirty="0"/>
              <a:t> Segunda. Sa </a:t>
            </a:r>
            <a:r>
              <a:rPr lang="en-PH" sz="6000" dirty="0" err="1"/>
              <a:t>kasamaang</a:t>
            </a:r>
            <a:r>
              <a:rPr lang="en-PH" sz="6000" dirty="0"/>
              <a:t> </a:t>
            </a:r>
            <a:r>
              <a:rPr lang="en-PH" sz="6000" dirty="0" err="1"/>
              <a:t>palad</a:t>
            </a:r>
            <a:r>
              <a:rPr lang="en-PH" sz="6000" dirty="0"/>
              <a:t>, may </a:t>
            </a:r>
            <a:r>
              <a:rPr lang="en-PH" sz="6000" dirty="0" err="1"/>
              <a:t>kasintahan</a:t>
            </a:r>
            <a:r>
              <a:rPr lang="en-PH" sz="6000" dirty="0"/>
              <a:t> </a:t>
            </a:r>
            <a:r>
              <a:rPr lang="en-PH" sz="6000" dirty="0" err="1"/>
              <a:t>na</a:t>
            </a:r>
            <a:r>
              <a:rPr lang="en-PH" sz="6000" dirty="0"/>
              <a:t> </a:t>
            </a:r>
            <a:r>
              <a:rPr lang="en-PH" sz="6000" dirty="0" err="1"/>
              <a:t>si</a:t>
            </a:r>
            <a:r>
              <a:rPr lang="en-PH" sz="6000" dirty="0"/>
              <a:t> </a:t>
            </a:r>
            <a:r>
              <a:rPr lang="en-PH" sz="6000" dirty="0" err="1"/>
              <a:t>Katigbak</a:t>
            </a:r>
            <a:r>
              <a:rPr lang="en-PH" sz="6000" dirty="0"/>
              <a:t> </a:t>
            </a:r>
            <a:r>
              <a:rPr lang="en-PH" sz="6000" dirty="0" err="1"/>
              <a:t>na</a:t>
            </a:r>
            <a:r>
              <a:rPr lang="en-PH" sz="6000" dirty="0"/>
              <a:t> ang </a:t>
            </a:r>
            <a:r>
              <a:rPr lang="en-PH" sz="6000" dirty="0" err="1"/>
              <a:t>pangalan</a:t>
            </a:r>
            <a:r>
              <a:rPr lang="en-PH" sz="6000" dirty="0"/>
              <a:t> ay Manuel Luz.</a:t>
            </a:r>
          </a:p>
        </p:txBody>
      </p:sp>
    </p:spTree>
    <p:extLst>
      <p:ext uri="{BB962C8B-B14F-4D97-AF65-F5344CB8AC3E}">
        <p14:creationId xmlns:p14="http://schemas.microsoft.com/office/powerpoint/2010/main" val="2944552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400" dirty="0" err="1"/>
              <a:t>Mula</a:t>
            </a:r>
            <a:r>
              <a:rPr lang="en-PH" sz="4400" dirty="0"/>
              <a:t> </a:t>
            </a:r>
            <a:r>
              <a:rPr lang="en-PH" sz="4400" dirty="0" err="1"/>
              <a:t>Disyembre</a:t>
            </a:r>
            <a:r>
              <a:rPr lang="en-PH" sz="4400" dirty="0"/>
              <a:t> 1891 </a:t>
            </a:r>
            <a:r>
              <a:rPr lang="en-PH" sz="4400" dirty="0" err="1"/>
              <a:t>hanggang</a:t>
            </a:r>
            <a:r>
              <a:rPr lang="en-PH" sz="4400" dirty="0"/>
              <a:t> </a:t>
            </a:r>
            <a:r>
              <a:rPr lang="en-PH" sz="4400" dirty="0" err="1"/>
              <a:t>Hunyo</a:t>
            </a:r>
            <a:r>
              <a:rPr lang="en-PH" sz="4400" dirty="0"/>
              <a:t> 1892, </a:t>
            </a:r>
            <a:r>
              <a:rPr lang="en-PH" sz="4400" dirty="0" err="1"/>
              <a:t>nanirahan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Rizal at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pamilya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Blng</a:t>
            </a:r>
            <a:r>
              <a:rPr lang="en-PH" sz="4400" dirty="0"/>
              <a:t> 2 ng </a:t>
            </a:r>
            <a:r>
              <a:rPr lang="en-PH" sz="4400" dirty="0" err="1"/>
              <a:t>Rednaxela</a:t>
            </a:r>
            <a:r>
              <a:rPr lang="en-PH" sz="4400" dirty="0"/>
              <a:t> Terrace,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isla</a:t>
            </a:r>
            <a:r>
              <a:rPr lang="en-PH" sz="4400" dirty="0"/>
              <a:t> ng Hong Kong. </a:t>
            </a:r>
            <a:r>
              <a:rPr lang="en-PH" sz="4400" dirty="0" err="1"/>
              <a:t>Nangupahan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Rizal </a:t>
            </a:r>
            <a:r>
              <a:rPr lang="en-PH" sz="4400" dirty="0" err="1"/>
              <a:t>sa</a:t>
            </a:r>
            <a:r>
              <a:rPr lang="en-PH" sz="4400" dirty="0"/>
              <a:t> 5 </a:t>
            </a:r>
            <a:r>
              <a:rPr lang="en-PH" sz="4400" dirty="0" err="1"/>
              <a:t>kalye</a:t>
            </a:r>
            <a:r>
              <a:rPr lang="en-PH" sz="4400" dirty="0"/>
              <a:t> D'Aguilar, </a:t>
            </a:r>
            <a:r>
              <a:rPr lang="en-PH" sz="4400" dirty="0" err="1"/>
              <a:t>Distritong</a:t>
            </a:r>
            <a:r>
              <a:rPr lang="en-PH" sz="4400" dirty="0"/>
              <a:t> Central, Isla ng Hong Kong </a:t>
            </a:r>
            <a:r>
              <a:rPr lang="en-PH" sz="4400" dirty="0" err="1"/>
              <a:t>bilang</a:t>
            </a:r>
            <a:r>
              <a:rPr lang="en-PH" sz="4400" dirty="0"/>
              <a:t>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klinika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mata</a:t>
            </a:r>
            <a:r>
              <a:rPr lang="en-PH" sz="4400" dirty="0"/>
              <a:t> </a:t>
            </a:r>
            <a:r>
              <a:rPr lang="en-PH" sz="4400" dirty="0" err="1"/>
              <a:t>mula</a:t>
            </a:r>
            <a:r>
              <a:rPr lang="en-PH" sz="4400" dirty="0"/>
              <a:t> 2 ng </a:t>
            </a:r>
            <a:r>
              <a:rPr lang="en-PH" sz="4400" dirty="0" err="1"/>
              <a:t>hapon</a:t>
            </a:r>
            <a:r>
              <a:rPr lang="en-PH" sz="4400" dirty="0"/>
              <a:t> </a:t>
            </a:r>
            <a:r>
              <a:rPr lang="en-PH" sz="4400" dirty="0" err="1"/>
              <a:t>hanggang</a:t>
            </a:r>
            <a:r>
              <a:rPr lang="en-PH" sz="4400" dirty="0"/>
              <a:t> 6 ng </a:t>
            </a:r>
            <a:r>
              <a:rPr lang="en-PH" sz="4400" dirty="0" err="1"/>
              <a:t>gabi</a:t>
            </a:r>
            <a:r>
              <a:rPr lang="en-PH" sz="4400" dirty="0"/>
              <a:t>. </a:t>
            </a:r>
            <a:r>
              <a:rPr lang="en-PH" sz="4400" dirty="0" err="1"/>
              <a:t>Kabilang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naitala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bahagi</a:t>
            </a:r>
            <a:r>
              <a:rPr lang="en-PH" sz="4400" dirty="0"/>
              <a:t> </a:t>
            </a:r>
            <a:r>
              <a:rPr lang="en-PH" sz="4400" dirty="0" err="1"/>
              <a:t>nito</a:t>
            </a:r>
            <a:r>
              <a:rPr lang="en-PH" sz="4400" dirty="0"/>
              <a:t> ng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buhay</a:t>
            </a:r>
            <a:r>
              <a:rPr lang="en-PH" sz="4400" dirty="0"/>
              <a:t> ay ang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pagkahanga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kung </a:t>
            </a:r>
            <a:r>
              <a:rPr lang="en-PH" sz="4400" dirty="0" err="1"/>
              <a:t>saan</a:t>
            </a:r>
            <a:r>
              <a:rPr lang="en-PH" sz="4400" dirty="0"/>
              <a:t> </a:t>
            </a:r>
            <a:r>
              <a:rPr lang="en-PH" sz="4400" dirty="0" err="1"/>
              <a:t>siyam</a:t>
            </a:r>
            <a:r>
              <a:rPr lang="en-PH" sz="4400" dirty="0"/>
              <a:t> ang </a:t>
            </a:r>
            <a:r>
              <a:rPr lang="en-PH" sz="4400" dirty="0" err="1"/>
              <a:t>nakilala</a:t>
            </a:r>
            <a:r>
              <a:rPr lang="en-PH" sz="4400" dirty="0"/>
              <a:t>. </a:t>
            </a:r>
            <a:endParaRPr lang="en-PH" sz="3600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058973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PH" sz="4400" dirty="0" err="1"/>
              <a:t>Sila</a:t>
            </a:r>
            <a:r>
              <a:rPr lang="en-PH" sz="4400" dirty="0"/>
              <a:t> ay </a:t>
            </a:r>
            <a:r>
              <a:rPr lang="en-PH" sz="4400" dirty="0" err="1"/>
              <a:t>sina</a:t>
            </a:r>
            <a:r>
              <a:rPr lang="en-PH" sz="4400" dirty="0"/>
              <a:t> </a:t>
            </a:r>
            <a:r>
              <a:rPr lang="en-PH" sz="4400" dirty="0" err="1"/>
              <a:t>Gertrue</a:t>
            </a:r>
            <a:r>
              <a:rPr lang="en-PH" sz="4400" dirty="0"/>
              <a:t> Beckett,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taga</a:t>
            </a:r>
            <a:r>
              <a:rPr lang="en-PH" sz="4400" dirty="0"/>
              <a:t> </a:t>
            </a:r>
            <a:r>
              <a:rPr lang="en-PH" sz="4400" dirty="0" err="1"/>
              <a:t>Londres</a:t>
            </a:r>
            <a:r>
              <a:rPr lang="en-PH" sz="4400" dirty="0"/>
              <a:t>, Nelly Boustead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nagmula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pamilyang</a:t>
            </a:r>
            <a:r>
              <a:rPr lang="en-PH" sz="4400" dirty="0"/>
              <a:t> </a:t>
            </a:r>
            <a:r>
              <a:rPr lang="en-PH" sz="4400" dirty="0" err="1"/>
              <a:t>mangangalakal</a:t>
            </a:r>
            <a:r>
              <a:rPr lang="en-PH" sz="4400" dirty="0"/>
              <a:t> </a:t>
            </a:r>
            <a:r>
              <a:rPr lang="en-PH" sz="4400" dirty="0" err="1"/>
              <a:t>galing</a:t>
            </a:r>
            <a:r>
              <a:rPr lang="en-PH" sz="4400" dirty="0"/>
              <a:t> </a:t>
            </a:r>
            <a:r>
              <a:rPr lang="en-PH" sz="4400" dirty="0" err="1"/>
              <a:t>Inglatera</a:t>
            </a:r>
            <a:r>
              <a:rPr lang="en-PH" sz="4400" dirty="0"/>
              <a:t> at Iberia, Seiko Usui (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tinatawag</a:t>
            </a:r>
            <a:r>
              <a:rPr lang="en-PH" sz="4400" dirty="0"/>
              <a:t> ding O-Sei-san)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kabilang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lahi</a:t>
            </a:r>
            <a:r>
              <a:rPr lang="en-PH" sz="4400" dirty="0"/>
              <a:t> ng </a:t>
            </a:r>
            <a:r>
              <a:rPr lang="en-PH" sz="4400" dirty="0" err="1"/>
              <a:t>maharlikang</a:t>
            </a:r>
            <a:r>
              <a:rPr lang="en-PH" sz="4400" dirty="0"/>
              <a:t> </a:t>
            </a:r>
            <a:r>
              <a:rPr lang="en-PH" sz="4400" dirty="0" err="1"/>
              <a:t>Hapon</a:t>
            </a:r>
            <a:r>
              <a:rPr lang="en-PH" sz="4400" dirty="0"/>
              <a:t>, ang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naunang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pagkakaibigang</a:t>
            </a:r>
            <a:r>
              <a:rPr lang="en-PH" sz="4400" dirty="0"/>
              <a:t> </a:t>
            </a:r>
            <a:r>
              <a:rPr lang="en-PH" sz="4400" dirty="0" err="1"/>
              <a:t>sina</a:t>
            </a:r>
            <a:r>
              <a:rPr lang="en-PH" sz="4400" dirty="0"/>
              <a:t> Segunda </a:t>
            </a:r>
            <a:r>
              <a:rPr lang="en-PH" sz="4400" dirty="0" err="1"/>
              <a:t>Katigbak</a:t>
            </a:r>
            <a:r>
              <a:rPr lang="en-PH" sz="4400" dirty="0"/>
              <a:t>, Leonor Valenzuela, at ang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panliligaw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malayong</a:t>
            </a:r>
            <a:r>
              <a:rPr lang="en-PH" sz="4400" dirty="0"/>
              <a:t> </a:t>
            </a:r>
            <a:r>
              <a:rPr lang="en-PH" sz="4400" dirty="0" err="1"/>
              <a:t>pinsan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Leonor Rivera,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sinasabing</a:t>
            </a:r>
            <a:r>
              <a:rPr lang="en-PH" sz="4400" dirty="0"/>
              <a:t> </a:t>
            </a:r>
            <a:r>
              <a:rPr lang="en-PH" sz="4400" dirty="0" err="1"/>
              <a:t>kinuhanan</a:t>
            </a:r>
            <a:r>
              <a:rPr lang="en-PH" sz="4400" dirty="0"/>
              <a:t> ng </a:t>
            </a:r>
            <a:r>
              <a:rPr lang="en-PH" sz="4400" dirty="0" err="1"/>
              <a:t>inspirasyon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karakter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Maria Clara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Noli</a:t>
            </a:r>
            <a:r>
              <a:rPr lang="en-PH" sz="4400" dirty="0"/>
              <a:t> Me Tangere.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87650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r>
              <a:rPr lang="en-PH" sz="4000" b="1" dirty="0"/>
              <a:t>Leonor Rivera</a:t>
            </a:r>
          </a:p>
          <a:p>
            <a:pPr algn="just"/>
            <a:r>
              <a:rPr lang="en-PH" sz="2800" dirty="0" err="1"/>
              <a:t>Makikita</a:t>
            </a:r>
            <a:r>
              <a:rPr lang="en-PH" sz="2800" dirty="0"/>
              <a:t> ang </a:t>
            </a:r>
            <a:r>
              <a:rPr lang="en-PH" sz="2800" dirty="0" err="1"/>
              <a:t>malaking</a:t>
            </a:r>
            <a:r>
              <a:rPr lang="en-PH" sz="2800" dirty="0"/>
              <a:t> </a:t>
            </a:r>
            <a:r>
              <a:rPr lang="en-PH" sz="2800" dirty="0" err="1"/>
              <a:t>bahagi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Leonor Rivera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buhay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Rizal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sulating</a:t>
            </a:r>
            <a:r>
              <a:rPr lang="en-PH" sz="2800" dirty="0"/>
              <a:t> </a:t>
            </a:r>
            <a:r>
              <a:rPr lang="en-PH" sz="2800" dirty="0" err="1"/>
              <a:t>kagaya</a:t>
            </a:r>
            <a:r>
              <a:rPr lang="en-PH" sz="2800" dirty="0"/>
              <a:t> ng “If Dreams Must Die” at “The Love of Leonor Rivera” </a:t>
            </a:r>
            <a:r>
              <a:rPr lang="en-PH" sz="2800" dirty="0" err="1"/>
              <a:t>ni</a:t>
            </a:r>
            <a:r>
              <a:rPr lang="en-PH" sz="2800" dirty="0"/>
              <a:t> Severino Montana. Kung </a:t>
            </a:r>
            <a:r>
              <a:rPr lang="en-PH" sz="2800" dirty="0" err="1"/>
              <a:t>saan</a:t>
            </a:r>
            <a:r>
              <a:rPr lang="en-PH" sz="2800" dirty="0"/>
              <a:t> </a:t>
            </a:r>
            <a:r>
              <a:rPr lang="en-PH" sz="2800" dirty="0" err="1"/>
              <a:t>kapwa</a:t>
            </a:r>
            <a:r>
              <a:rPr lang="en-PH" sz="2800" dirty="0"/>
              <a:t> </a:t>
            </a:r>
            <a:r>
              <a:rPr lang="en-PH" sz="2800" dirty="0" err="1"/>
              <a:t>nagpapakita</a:t>
            </a:r>
            <a:r>
              <a:rPr lang="en-PH" sz="2800" dirty="0"/>
              <a:t> ng </a:t>
            </a:r>
            <a:r>
              <a:rPr lang="en-PH" sz="2800" dirty="0" err="1"/>
              <a:t>imahe</a:t>
            </a:r>
            <a:r>
              <a:rPr lang="en-PH" sz="2800" dirty="0"/>
              <a:t> ng </a:t>
            </a:r>
            <a:r>
              <a:rPr lang="en-PH" sz="2800" dirty="0" err="1"/>
              <a:t>isang</a:t>
            </a:r>
            <a:r>
              <a:rPr lang="en-PH" sz="2800" dirty="0"/>
              <a:t> </a:t>
            </a:r>
            <a:r>
              <a:rPr lang="en-PH" sz="2800" dirty="0" err="1"/>
              <a:t>dalagitang</a:t>
            </a:r>
            <a:r>
              <a:rPr lang="en-PH" sz="2800" dirty="0"/>
              <a:t> </a:t>
            </a:r>
            <a:r>
              <a:rPr lang="en-PH" sz="2800" dirty="0" err="1"/>
              <a:t>umiibig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bata</a:t>
            </a:r>
            <a:r>
              <a:rPr lang="en-PH" sz="2800" dirty="0"/>
              <a:t> </a:t>
            </a:r>
            <a:r>
              <a:rPr lang="en-PH" sz="2800" dirty="0" err="1"/>
              <a:t>nitong</a:t>
            </a:r>
            <a:r>
              <a:rPr lang="en-PH" sz="2800" dirty="0"/>
              <a:t> </a:t>
            </a:r>
            <a:r>
              <a:rPr lang="en-PH" sz="2800" dirty="0" err="1"/>
              <a:t>puso</a:t>
            </a:r>
            <a:r>
              <a:rPr lang="en-PH" sz="2800" dirty="0"/>
              <a:t>, </a:t>
            </a:r>
            <a:r>
              <a:rPr lang="en-PH" sz="2800" dirty="0" err="1"/>
              <a:t>isang</a:t>
            </a:r>
            <a:r>
              <a:rPr lang="en-PH" sz="2800" dirty="0"/>
              <a:t> </a:t>
            </a:r>
            <a:r>
              <a:rPr lang="en-PH" sz="2800" dirty="0" err="1"/>
              <a:t>kolehiyala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naihahalintulad</a:t>
            </a:r>
            <a:r>
              <a:rPr lang="en-PH" sz="2800" dirty="0"/>
              <a:t> kay Maria Clara, at </a:t>
            </a:r>
            <a:r>
              <a:rPr lang="en-PH" sz="2800" dirty="0" err="1"/>
              <a:t>isang</a:t>
            </a:r>
            <a:r>
              <a:rPr lang="en-PH" sz="2800" dirty="0"/>
              <a:t> </a:t>
            </a:r>
            <a:r>
              <a:rPr lang="en-PH" sz="2800" dirty="0" err="1"/>
              <a:t>walang-hanggang</a:t>
            </a:r>
            <a:r>
              <a:rPr lang="en-PH" sz="2800" dirty="0"/>
              <a:t> </a:t>
            </a:r>
            <a:r>
              <a:rPr lang="en-PH" sz="2800" dirty="0" err="1"/>
              <a:t>pag-ibig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Rizal.</a:t>
            </a:r>
          </a:p>
          <a:p>
            <a:endParaRPr lang="en-PH" sz="2800" dirty="0"/>
          </a:p>
          <a:p>
            <a:pPr algn="just"/>
            <a:r>
              <a:rPr lang="en-PH" sz="2800" dirty="0" err="1"/>
              <a:t>Sinasabing</a:t>
            </a:r>
            <a:r>
              <a:rPr lang="en-PH" sz="2800" dirty="0"/>
              <a:t> </a:t>
            </a:r>
            <a:r>
              <a:rPr lang="en-PH" sz="2800" dirty="0" err="1"/>
              <a:t>inspirasyon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Rizal </a:t>
            </a:r>
            <a:r>
              <a:rPr lang="en-PH" sz="2800" dirty="0" err="1"/>
              <a:t>si</a:t>
            </a:r>
            <a:r>
              <a:rPr lang="en-PH" sz="2800" dirty="0"/>
              <a:t> Leonor Rivera para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kaniyang</a:t>
            </a:r>
            <a:r>
              <a:rPr lang="en-PH" sz="2800" dirty="0"/>
              <a:t> </a:t>
            </a:r>
            <a:r>
              <a:rPr lang="en-PH" sz="2800" dirty="0" err="1"/>
              <a:t>tauhan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Maria Clara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Noli</a:t>
            </a:r>
            <a:r>
              <a:rPr lang="en-PH" sz="2800" dirty="0"/>
              <a:t> me Tangere at El </a:t>
            </a:r>
            <a:r>
              <a:rPr lang="en-PH" sz="2800" dirty="0" err="1"/>
              <a:t>FIlibusterismo</a:t>
            </a:r>
            <a:r>
              <a:rPr lang="en-PH" sz="2800" dirty="0"/>
              <a:t>. Unang </a:t>
            </a:r>
            <a:r>
              <a:rPr lang="en-PH" sz="2800" dirty="0" err="1"/>
              <a:t>nagkita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Rizal at Rivera </a:t>
            </a:r>
            <a:r>
              <a:rPr lang="en-PH" sz="2800" dirty="0" err="1"/>
              <a:t>sa</a:t>
            </a:r>
            <a:r>
              <a:rPr lang="en-PH" sz="2800" dirty="0"/>
              <a:t> Maynila </a:t>
            </a:r>
            <a:r>
              <a:rPr lang="en-PH" sz="2800" dirty="0" err="1"/>
              <a:t>noong</a:t>
            </a:r>
            <a:r>
              <a:rPr lang="en-PH" sz="2800" dirty="0"/>
              <a:t> 14 </a:t>
            </a:r>
            <a:r>
              <a:rPr lang="en-PH" sz="2800" dirty="0" err="1"/>
              <a:t>taong</a:t>
            </a:r>
            <a:r>
              <a:rPr lang="en-PH" sz="2800" dirty="0"/>
              <a:t> </a:t>
            </a:r>
            <a:r>
              <a:rPr lang="en-PH" sz="2800" dirty="0" err="1"/>
              <a:t>gulang</a:t>
            </a:r>
            <a:r>
              <a:rPr lang="en-PH" sz="2800" dirty="0"/>
              <a:t> pa lang </a:t>
            </a:r>
            <a:r>
              <a:rPr lang="en-PH" sz="2800" dirty="0" err="1"/>
              <a:t>si</a:t>
            </a:r>
            <a:r>
              <a:rPr lang="en-PH" sz="2800" dirty="0"/>
              <a:t> Rivera. </a:t>
            </a:r>
            <a:r>
              <a:rPr lang="en-PH" sz="2800" dirty="0" err="1"/>
              <a:t>Noong</a:t>
            </a:r>
            <a:r>
              <a:rPr lang="en-PH" sz="2800" dirty="0"/>
              <a:t> </a:t>
            </a:r>
            <a:r>
              <a:rPr lang="en-PH" sz="2800" dirty="0" err="1"/>
              <a:t>lumuwas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Rizal </a:t>
            </a:r>
            <a:r>
              <a:rPr lang="en-PH" sz="2800" dirty="0" err="1"/>
              <a:t>sa</a:t>
            </a:r>
            <a:r>
              <a:rPr lang="en-PH" sz="2800" dirty="0"/>
              <a:t> Europa </a:t>
            </a:r>
            <a:r>
              <a:rPr lang="en-PH" sz="2800" dirty="0" err="1"/>
              <a:t>nong</a:t>
            </a:r>
            <a:r>
              <a:rPr lang="en-PH" sz="2800" dirty="0"/>
              <a:t> 3 Mayo 1882, </a:t>
            </a:r>
            <a:r>
              <a:rPr lang="en-PH" sz="2800" dirty="0" err="1"/>
              <a:t>si</a:t>
            </a:r>
            <a:r>
              <a:rPr lang="en-PH" sz="2800" dirty="0"/>
              <a:t> Rivera ay 16 </a:t>
            </a:r>
            <a:r>
              <a:rPr lang="en-PH" sz="2800" dirty="0" err="1"/>
              <a:t>taong</a:t>
            </a:r>
            <a:r>
              <a:rPr lang="en-PH" sz="2800" dirty="0"/>
              <a:t> </a:t>
            </a:r>
            <a:r>
              <a:rPr lang="en-PH" sz="2800" dirty="0" err="1"/>
              <a:t>gulang</a:t>
            </a:r>
            <a:r>
              <a:rPr lang="en-PH" sz="2800" dirty="0"/>
              <a:t> pa </a:t>
            </a:r>
            <a:r>
              <a:rPr lang="en-PH" sz="2800" dirty="0" err="1"/>
              <a:t>lamang</a:t>
            </a:r>
            <a:r>
              <a:rPr lang="en-PH" sz="2800" dirty="0"/>
              <a:t>. </a:t>
            </a:r>
            <a:r>
              <a:rPr lang="en-PH" sz="2800" dirty="0" err="1"/>
              <a:t>Nagsimula</a:t>
            </a:r>
            <a:r>
              <a:rPr lang="en-PH" sz="2800" dirty="0"/>
              <a:t> ang </a:t>
            </a:r>
            <a:r>
              <a:rPr lang="en-PH" sz="2800" dirty="0" err="1"/>
              <a:t>kanilang</a:t>
            </a:r>
            <a:r>
              <a:rPr lang="en-PH" sz="2800" dirty="0"/>
              <a:t> </a:t>
            </a:r>
            <a:r>
              <a:rPr lang="en-PH" sz="2800" dirty="0" err="1"/>
              <a:t>pagtatalastasan</a:t>
            </a:r>
            <a:r>
              <a:rPr lang="en-PH" sz="2800" dirty="0"/>
              <a:t> </a:t>
            </a:r>
            <a:r>
              <a:rPr lang="en-PH" sz="2800" dirty="0" err="1"/>
              <a:t>noong</a:t>
            </a:r>
            <a:r>
              <a:rPr lang="en-PH" sz="2800" dirty="0"/>
              <a:t> nag-</a:t>
            </a:r>
            <a:r>
              <a:rPr lang="en-PH" sz="2800" dirty="0" err="1"/>
              <a:t>iwan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Rizal ng </a:t>
            </a:r>
            <a:r>
              <a:rPr lang="en-PH" sz="2800" dirty="0" err="1"/>
              <a:t>tula</a:t>
            </a:r>
            <a:r>
              <a:rPr lang="en-PH" sz="2800" dirty="0"/>
              <a:t> para kay Rivera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namamaalam</a:t>
            </a:r>
            <a:r>
              <a:rPr lang="en-PH" sz="28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583737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400" dirty="0" err="1"/>
              <a:t>Nananatiling</a:t>
            </a:r>
            <a:r>
              <a:rPr lang="en-PH" sz="4400" dirty="0"/>
              <a:t> </a:t>
            </a:r>
            <a:r>
              <a:rPr lang="en-PH" sz="4400" dirty="0" err="1"/>
              <a:t>nakatuon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Rizal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pag-aaral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Europa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pakikipagtalastasan</a:t>
            </a:r>
            <a:r>
              <a:rPr lang="en-PH" sz="4400" dirty="0"/>
              <a:t> kay Rivera. Dahil </a:t>
            </a:r>
            <a:r>
              <a:rPr lang="en-PH" sz="4400" dirty="0" err="1"/>
              <a:t>hindi</a:t>
            </a:r>
            <a:r>
              <a:rPr lang="en-PH" sz="4400" dirty="0"/>
              <a:t> gusto ng </a:t>
            </a:r>
            <a:r>
              <a:rPr lang="en-PH" sz="4400" dirty="0" err="1"/>
              <a:t>nanay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Rivera </a:t>
            </a:r>
            <a:r>
              <a:rPr lang="en-PH" sz="4400" dirty="0" err="1"/>
              <a:t>si</a:t>
            </a:r>
            <a:r>
              <a:rPr lang="en-PH" sz="4400" dirty="0"/>
              <a:t> Rizal ay </a:t>
            </a:r>
            <a:r>
              <a:rPr lang="en-PH" sz="4400" dirty="0" err="1"/>
              <a:t>gumagamit</a:t>
            </a:r>
            <a:r>
              <a:rPr lang="en-PH" sz="4400" dirty="0"/>
              <a:t> </a:t>
            </a:r>
            <a:r>
              <a:rPr lang="en-PH" sz="4400" dirty="0" err="1"/>
              <a:t>sila</a:t>
            </a:r>
            <a:r>
              <a:rPr lang="en-PH" sz="4400" dirty="0"/>
              <a:t> ng </a:t>
            </a:r>
            <a:r>
              <a:rPr lang="en-PH" sz="4400" dirty="0" err="1"/>
              <a:t>kodigo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kanilang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sulat</a:t>
            </a:r>
            <a:r>
              <a:rPr lang="en-PH" sz="4400" dirty="0"/>
              <a:t>. Sa </a:t>
            </a:r>
            <a:r>
              <a:rPr lang="en-PH" sz="4400" dirty="0" err="1"/>
              <a:t>sulat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Mariano </a:t>
            </a:r>
            <a:r>
              <a:rPr lang="en-PH" sz="4400" dirty="0" err="1"/>
              <a:t>Katigbak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nakapetsa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27 </a:t>
            </a:r>
            <a:r>
              <a:rPr lang="en-PH" sz="4400" dirty="0" err="1"/>
              <a:t>Hunyo</a:t>
            </a:r>
            <a:r>
              <a:rPr lang="en-PH" sz="4400" dirty="0"/>
              <a:t> 1884, </a:t>
            </a:r>
            <a:r>
              <a:rPr lang="en-PH" sz="4400" dirty="0" err="1"/>
              <a:t>binanggit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Rivera </a:t>
            </a:r>
            <a:r>
              <a:rPr lang="en-PH" sz="4400" dirty="0" err="1"/>
              <a:t>bilang</a:t>
            </a:r>
            <a:r>
              <a:rPr lang="en-PH" sz="4400" dirty="0"/>
              <a:t> "</a:t>
            </a:r>
            <a:r>
              <a:rPr lang="en-PH" sz="4400" dirty="0" err="1"/>
              <a:t>katipan</a:t>
            </a:r>
            <a:r>
              <a:rPr lang="en-PH" sz="4400" dirty="0"/>
              <a:t>" </a:t>
            </a:r>
            <a:r>
              <a:rPr lang="en-PH" sz="4400" dirty="0" err="1"/>
              <a:t>ni</a:t>
            </a:r>
            <a:r>
              <a:rPr lang="en-PH" sz="4400" dirty="0"/>
              <a:t> Rizal. </a:t>
            </a:r>
            <a:r>
              <a:rPr lang="en-PH" sz="4400" dirty="0" err="1"/>
              <a:t>Nilarawan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</a:t>
            </a:r>
            <a:r>
              <a:rPr lang="en-PH" sz="4400" dirty="0" err="1"/>
              <a:t>Katigbak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Rivera </a:t>
            </a:r>
            <a:r>
              <a:rPr lang="en-PH" sz="4400" dirty="0" err="1"/>
              <a:t>bilang</a:t>
            </a:r>
            <a:r>
              <a:rPr lang="en-PH" sz="4400" dirty="0"/>
              <a:t> </a:t>
            </a:r>
            <a:r>
              <a:rPr lang="en-PH" sz="4400" dirty="0" err="1"/>
              <a:t>lubhang</a:t>
            </a:r>
            <a:r>
              <a:rPr lang="en-PH" sz="4400" dirty="0"/>
              <a:t> </a:t>
            </a:r>
            <a:r>
              <a:rPr lang="en-PH" sz="4400" dirty="0" err="1"/>
              <a:t>apektado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paglisan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Rizal,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palaging</a:t>
            </a:r>
            <a:r>
              <a:rPr lang="en-PH" sz="4400" dirty="0"/>
              <a:t> </a:t>
            </a:r>
            <a:r>
              <a:rPr lang="en-PH" sz="4400" dirty="0" err="1"/>
              <a:t>maysakit</a:t>
            </a:r>
            <a:r>
              <a:rPr lang="en-PH" sz="4400" dirty="0"/>
              <a:t>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insomnia.</a:t>
            </a:r>
          </a:p>
        </p:txBody>
      </p:sp>
    </p:spTree>
    <p:extLst>
      <p:ext uri="{BB962C8B-B14F-4D97-AF65-F5344CB8AC3E}">
        <p14:creationId xmlns:p14="http://schemas.microsoft.com/office/powerpoint/2010/main" val="2928753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000" dirty="0" err="1"/>
              <a:t>Noong</a:t>
            </a:r>
            <a:r>
              <a:rPr lang="en-PH" sz="4000" dirty="0"/>
              <a:t> </a:t>
            </a:r>
            <a:r>
              <a:rPr lang="en-PH" sz="4000" dirty="0" err="1"/>
              <a:t>umuwi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Rizal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Pilipinas</a:t>
            </a:r>
            <a:r>
              <a:rPr lang="en-PH" sz="4000" dirty="0"/>
              <a:t> </a:t>
            </a:r>
            <a:r>
              <a:rPr lang="en-PH" sz="4000" dirty="0" err="1"/>
              <a:t>noong</a:t>
            </a:r>
            <a:r>
              <a:rPr lang="en-PH" sz="4000" dirty="0"/>
              <a:t> 5 Agosto 1887, </a:t>
            </a:r>
            <a:r>
              <a:rPr lang="en-PH" sz="4000" dirty="0" err="1"/>
              <a:t>bumalik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Rivera at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pamilya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Dagupan, Pangasinan. </a:t>
            </a:r>
            <a:r>
              <a:rPr lang="en-PH" sz="4000" dirty="0" err="1"/>
              <a:t>Pinagbawalan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Rizal 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amang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Francisco Mercado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makipagkita</a:t>
            </a:r>
            <a:r>
              <a:rPr lang="en-PH" sz="4000" dirty="0"/>
              <a:t> kay Rivera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huwag</a:t>
            </a:r>
            <a:r>
              <a:rPr lang="en-PH" sz="4000" dirty="0"/>
              <a:t> </a:t>
            </a:r>
            <a:r>
              <a:rPr lang="en-PH" sz="4000" dirty="0" err="1"/>
              <a:t>mailagay</a:t>
            </a:r>
            <a:r>
              <a:rPr lang="en-PH" sz="4000" dirty="0"/>
              <a:t> ang </a:t>
            </a:r>
            <a:r>
              <a:rPr lang="en-PH" sz="4000" dirty="0" err="1"/>
              <a:t>pamilyang</a:t>
            </a:r>
            <a:r>
              <a:rPr lang="en-PH" sz="4000" dirty="0"/>
              <a:t> Rivera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panganib</a:t>
            </a:r>
            <a:r>
              <a:rPr lang="en-PH" sz="4000" dirty="0"/>
              <a:t>,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araw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iyon</a:t>
            </a:r>
            <a:r>
              <a:rPr lang="en-PH" sz="4000" dirty="0"/>
              <a:t> </a:t>
            </a:r>
            <a:r>
              <a:rPr lang="en-PH" sz="4000" dirty="0" err="1"/>
              <a:t>binansagan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Rizal ng </a:t>
            </a:r>
            <a:r>
              <a:rPr lang="en-PH" sz="4000" dirty="0" err="1"/>
              <a:t>pamahalaang</a:t>
            </a:r>
            <a:r>
              <a:rPr lang="en-PH" sz="4000" dirty="0"/>
              <a:t> </a:t>
            </a:r>
            <a:r>
              <a:rPr lang="en-PH" sz="4000" dirty="0" err="1"/>
              <a:t>Kastila</a:t>
            </a:r>
            <a:r>
              <a:rPr lang="en-PH" sz="4000" dirty="0"/>
              <a:t> </a:t>
            </a:r>
            <a:r>
              <a:rPr lang="en-PH" sz="4000" dirty="0" err="1"/>
              <a:t>bilang</a:t>
            </a:r>
            <a:r>
              <a:rPr lang="en-PH" sz="4000" dirty="0"/>
              <a:t> </a:t>
            </a:r>
            <a:r>
              <a:rPr lang="en-PH" sz="4000" dirty="0" err="1"/>
              <a:t>filibustero</a:t>
            </a:r>
            <a:r>
              <a:rPr lang="en-PH" sz="4000" dirty="0"/>
              <a:t> o </a:t>
            </a:r>
            <a:r>
              <a:rPr lang="en-PH" sz="4000" dirty="0" err="1"/>
              <a:t>mapanghimagsik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nobelang</a:t>
            </a:r>
            <a:r>
              <a:rPr lang="en-PH" sz="4000" dirty="0"/>
              <a:t> </a:t>
            </a:r>
            <a:r>
              <a:rPr lang="en-PH" sz="4000" dirty="0" err="1"/>
              <a:t>Noli</a:t>
            </a:r>
            <a:r>
              <a:rPr lang="en-PH" sz="4000" dirty="0"/>
              <a:t> Me Tangere. </a:t>
            </a:r>
            <a:r>
              <a:rPr lang="en-PH" sz="4000" dirty="0" err="1"/>
              <a:t>Nais</a:t>
            </a:r>
            <a:r>
              <a:rPr lang="en-PH" sz="4000" dirty="0"/>
              <a:t> </a:t>
            </a:r>
            <a:r>
              <a:rPr lang="en-PH" sz="4000" dirty="0" err="1"/>
              <a:t>pakasalan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Rizal </a:t>
            </a:r>
            <a:r>
              <a:rPr lang="en-PH" sz="4000" dirty="0" err="1"/>
              <a:t>si</a:t>
            </a:r>
            <a:r>
              <a:rPr lang="en-PH" sz="4000" dirty="0"/>
              <a:t> Rivera </a:t>
            </a:r>
            <a:r>
              <a:rPr lang="en-PH" sz="4000" dirty="0" err="1"/>
              <a:t>habang</a:t>
            </a:r>
            <a:r>
              <a:rPr lang="en-PH" sz="4000" dirty="0"/>
              <a:t> </a:t>
            </a:r>
            <a:r>
              <a:rPr lang="en-PH" sz="4000" dirty="0" err="1"/>
              <a:t>siya'y</a:t>
            </a:r>
            <a:r>
              <a:rPr lang="en-PH" sz="4000" dirty="0"/>
              <a:t> </a:t>
            </a:r>
            <a:r>
              <a:rPr lang="en-PH" sz="4000" dirty="0" err="1"/>
              <a:t>nasa</a:t>
            </a:r>
            <a:r>
              <a:rPr lang="en-PH" sz="4000" dirty="0"/>
              <a:t> </a:t>
            </a:r>
            <a:r>
              <a:rPr lang="en-PH" sz="4000" dirty="0" err="1"/>
              <a:t>Pilipinas</a:t>
            </a:r>
            <a:r>
              <a:rPr lang="en-PH" sz="4000" dirty="0"/>
              <a:t> pa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lubusang</a:t>
            </a:r>
            <a:r>
              <a:rPr lang="en-PH" sz="4000" dirty="0"/>
              <a:t> </a:t>
            </a:r>
            <a:r>
              <a:rPr lang="en-PH" sz="4000" dirty="0" err="1"/>
              <a:t>katapatan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Rivera. </a:t>
            </a:r>
          </a:p>
        </p:txBody>
      </p:sp>
    </p:spTree>
    <p:extLst>
      <p:ext uri="{BB962C8B-B14F-4D97-AF65-F5344CB8AC3E}">
        <p14:creationId xmlns:p14="http://schemas.microsoft.com/office/powerpoint/2010/main" val="4089544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PH" sz="4000" dirty="0" err="1"/>
              <a:t>Muli</a:t>
            </a:r>
            <a:r>
              <a:rPr lang="en-PH" sz="4000" dirty="0"/>
              <a:t>, </a:t>
            </a:r>
            <a:r>
              <a:rPr lang="en-PH" sz="4000" dirty="0" err="1"/>
              <a:t>pinakiusapan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Rizal ang </a:t>
            </a:r>
            <a:r>
              <a:rPr lang="en-PH" sz="4000" dirty="0" err="1"/>
              <a:t>kaniyang</a:t>
            </a:r>
            <a:r>
              <a:rPr lang="en-PH" sz="4000" dirty="0"/>
              <a:t> ama </a:t>
            </a:r>
            <a:r>
              <a:rPr lang="en-PH" sz="4000" dirty="0" err="1"/>
              <a:t>bago</a:t>
            </a:r>
            <a:r>
              <a:rPr lang="en-PH" sz="4000" dirty="0"/>
              <a:t>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muling</a:t>
            </a:r>
            <a:r>
              <a:rPr lang="en-PH" sz="4000" dirty="0"/>
              <a:t> </a:t>
            </a:r>
            <a:r>
              <a:rPr lang="en-PH" sz="4000" dirty="0" err="1"/>
              <a:t>paglisan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Pilipinas</a:t>
            </a:r>
            <a:r>
              <a:rPr lang="en-PH" sz="4000" dirty="0"/>
              <a:t>. </a:t>
            </a:r>
            <a:r>
              <a:rPr lang="en-PH" sz="4000" dirty="0" err="1"/>
              <a:t>Ngunit</a:t>
            </a:r>
            <a:r>
              <a:rPr lang="en-PH" sz="4000" dirty="0"/>
              <a:t>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naganap</a:t>
            </a:r>
            <a:r>
              <a:rPr lang="en-PH" sz="4000" dirty="0"/>
              <a:t> ang </a:t>
            </a:r>
            <a:r>
              <a:rPr lang="en-PH" sz="4000" dirty="0" err="1"/>
              <a:t>pagkikita</a:t>
            </a:r>
            <a:r>
              <a:rPr lang="en-PH" sz="4000" dirty="0"/>
              <a:t>. </a:t>
            </a:r>
            <a:r>
              <a:rPr lang="en-PH" sz="4000" dirty="0" err="1"/>
              <a:t>Noong</a:t>
            </a:r>
            <a:r>
              <a:rPr lang="en-PH" sz="4000" dirty="0"/>
              <a:t> 1888,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pinapadalhan</a:t>
            </a:r>
            <a:r>
              <a:rPr lang="en-PH" sz="4000" dirty="0"/>
              <a:t> ng </a:t>
            </a:r>
            <a:r>
              <a:rPr lang="en-PH" sz="4000" dirty="0" err="1"/>
              <a:t>sulat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Rizal </a:t>
            </a:r>
            <a:r>
              <a:rPr lang="en-PH" sz="4000" dirty="0" err="1"/>
              <a:t>galing</a:t>
            </a:r>
            <a:r>
              <a:rPr lang="en-PH" sz="4000" dirty="0"/>
              <a:t> kay Rivera ng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taon</a:t>
            </a:r>
            <a:r>
              <a:rPr lang="en-PH" sz="4000" dirty="0"/>
              <a:t>,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kabila</a:t>
            </a:r>
            <a:r>
              <a:rPr lang="en-PH" sz="4000" dirty="0"/>
              <a:t> ng </a:t>
            </a:r>
            <a:r>
              <a:rPr lang="en-PH" sz="4000" dirty="0" err="1"/>
              <a:t>patuloy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pagpapadala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Rizal ng </a:t>
            </a:r>
            <a:r>
              <a:rPr lang="en-PH" sz="4000" dirty="0" err="1"/>
              <a:t>liham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kaniya</a:t>
            </a:r>
            <a:r>
              <a:rPr lang="en-PH" sz="4000" dirty="0"/>
              <a:t>. Ang </a:t>
            </a:r>
            <a:r>
              <a:rPr lang="en-PH" sz="4000" dirty="0" err="1"/>
              <a:t>dahilan</a:t>
            </a:r>
            <a:r>
              <a:rPr lang="en-PH" sz="4000" dirty="0"/>
              <a:t> ng </a:t>
            </a:r>
            <a:r>
              <a:rPr lang="en-PH" sz="4000" dirty="0" err="1"/>
              <a:t>pananahimik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Rivera ay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kasunduan</a:t>
            </a:r>
            <a:r>
              <a:rPr lang="en-PH" sz="4000" dirty="0"/>
              <a:t> ng </a:t>
            </a:r>
            <a:r>
              <a:rPr lang="en-PH" sz="4000" dirty="0" err="1"/>
              <a:t>ina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Rivera at ng </a:t>
            </a:r>
            <a:r>
              <a:rPr lang="en-PH" sz="4000" dirty="0" err="1"/>
              <a:t>isang</a:t>
            </a:r>
            <a:r>
              <a:rPr lang="en-PH" sz="4000" dirty="0"/>
              <a:t> Ingles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nagngangalang</a:t>
            </a:r>
            <a:r>
              <a:rPr lang="en-PH" sz="4000" dirty="0"/>
              <a:t> Henry Kipping,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inhenyero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daangbakal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nabighani</a:t>
            </a:r>
            <a:r>
              <a:rPr lang="en-PH" sz="4000" dirty="0"/>
              <a:t> kay Rivera at mas </a:t>
            </a:r>
            <a:r>
              <a:rPr lang="en-PH" sz="4000" dirty="0" err="1"/>
              <a:t>sinasang-ayunan</a:t>
            </a:r>
            <a:r>
              <a:rPr lang="en-PH" sz="4000" dirty="0"/>
              <a:t> ng </a:t>
            </a:r>
            <a:r>
              <a:rPr lang="en-PH" sz="4000" dirty="0" err="1"/>
              <a:t>ina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Rivera. </a:t>
            </a:r>
            <a:r>
              <a:rPr lang="en-PH" sz="4000" dirty="0" err="1"/>
              <a:t>Lubusang</a:t>
            </a:r>
            <a:r>
              <a:rPr lang="en-PH" sz="4000" dirty="0"/>
              <a:t> </a:t>
            </a:r>
            <a:r>
              <a:rPr lang="en-PH" sz="4000" dirty="0" err="1"/>
              <a:t>nasaktan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Rizal </a:t>
            </a:r>
            <a:r>
              <a:rPr lang="en-PH" sz="4000" dirty="0" err="1"/>
              <a:t>noong</a:t>
            </a:r>
            <a:r>
              <a:rPr lang="en-PH" sz="4000" dirty="0"/>
              <a:t> </a:t>
            </a:r>
            <a:r>
              <a:rPr lang="en-PH" sz="4000" dirty="0" err="1"/>
              <a:t>nabalitaan</a:t>
            </a:r>
            <a:r>
              <a:rPr lang="en-PH" sz="4000" dirty="0"/>
              <a:t> </a:t>
            </a:r>
            <a:r>
              <a:rPr lang="en-PH" sz="4000" dirty="0" err="1"/>
              <a:t>niyang</a:t>
            </a:r>
            <a:r>
              <a:rPr lang="en-PH" sz="4000" dirty="0"/>
              <a:t> </a:t>
            </a:r>
            <a:r>
              <a:rPr lang="en-PH" sz="4000" dirty="0" err="1"/>
              <a:t>nagpakasal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Rivera kay Kipping.</a:t>
            </a:r>
          </a:p>
        </p:txBody>
      </p:sp>
    </p:spTree>
    <p:extLst>
      <p:ext uri="{BB962C8B-B14F-4D97-AF65-F5344CB8AC3E}">
        <p14:creationId xmlns:p14="http://schemas.microsoft.com/office/powerpoint/2010/main" val="937478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PH" sz="3600" dirty="0" err="1"/>
              <a:t>Itinabi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kaibigan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Rizal ang halos </a:t>
            </a:r>
            <a:r>
              <a:rPr lang="en-PH" sz="3600" dirty="0" err="1"/>
              <a:t>lahat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bagay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binigay</a:t>
            </a:r>
            <a:r>
              <a:rPr lang="en-PH" sz="3600" dirty="0"/>
              <a:t> </a:t>
            </a:r>
            <a:r>
              <a:rPr lang="en-PH" sz="3600" dirty="0" err="1"/>
              <a:t>niya</a:t>
            </a:r>
            <a:r>
              <a:rPr lang="en-PH" sz="3600" dirty="0"/>
              <a:t>, </a:t>
            </a:r>
            <a:r>
              <a:rPr lang="en-PH" sz="3600" dirty="0" err="1"/>
              <a:t>kabilang</a:t>
            </a:r>
            <a:r>
              <a:rPr lang="en-PH" sz="3600" dirty="0"/>
              <a:t> ang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guhit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piraso</a:t>
            </a:r>
            <a:r>
              <a:rPr lang="en-PH" sz="3600" dirty="0"/>
              <a:t> ng </a:t>
            </a:r>
            <a:r>
              <a:rPr lang="en-PH" sz="3600" dirty="0" err="1"/>
              <a:t>papel</a:t>
            </a:r>
            <a:r>
              <a:rPr lang="en-PH" sz="3600" dirty="0"/>
              <a:t>. Ang </a:t>
            </a:r>
            <a:r>
              <a:rPr lang="en-PH" sz="3600" dirty="0" err="1"/>
              <a:t>ilan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bagay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ito</a:t>
            </a:r>
            <a:r>
              <a:rPr lang="en-PH" sz="3600" dirty="0"/>
              <a:t> ay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ohales</a:t>
            </a:r>
            <a:r>
              <a:rPr lang="en-PH" sz="3600" dirty="0"/>
              <a:t> at </a:t>
            </a:r>
            <a:r>
              <a:rPr lang="en-PH" sz="3600" dirty="0" err="1"/>
              <a:t>panyo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may </a:t>
            </a:r>
            <a:r>
              <a:rPr lang="en-PH" sz="3600" dirty="0" err="1"/>
              <a:t>guhit</a:t>
            </a:r>
            <a:r>
              <a:rPr lang="en-PH" sz="3600" dirty="0"/>
              <a:t> at </a:t>
            </a:r>
            <a:r>
              <a:rPr lang="en-PH" sz="3600" dirty="0" err="1"/>
              <a:t>sulatin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binigay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Blumentritt</a:t>
            </a:r>
            <a:r>
              <a:rPr lang="en-PH" sz="3600" dirty="0"/>
              <a:t>,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kinalaunan</a:t>
            </a:r>
            <a:r>
              <a:rPr lang="en-PH" sz="3600" dirty="0"/>
              <a:t> ay </a:t>
            </a:r>
            <a:r>
              <a:rPr lang="en-PH" sz="3600" dirty="0" err="1"/>
              <a:t>binigay</a:t>
            </a:r>
            <a:r>
              <a:rPr lang="en-PH" sz="3600" dirty="0"/>
              <a:t> din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pamilyang</a:t>
            </a:r>
            <a:r>
              <a:rPr lang="en-PH" sz="3600" dirty="0"/>
              <a:t> Rizal.</a:t>
            </a:r>
          </a:p>
          <a:p>
            <a:pPr algn="just"/>
            <a:endParaRPr lang="en-PH" sz="3600" dirty="0"/>
          </a:p>
          <a:p>
            <a:pPr algn="just"/>
            <a:r>
              <a:rPr lang="en-PH" sz="3600" dirty="0" err="1"/>
              <a:t>Kabilang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namangha</a:t>
            </a:r>
            <a:r>
              <a:rPr lang="en-PH" sz="3600" dirty="0"/>
              <a:t> kay Rizal ay ang </a:t>
            </a:r>
            <a:r>
              <a:rPr lang="en-PH" sz="3600" dirty="0" err="1"/>
              <a:t>anak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liberal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Kastila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Pedro </a:t>
            </a:r>
            <a:r>
              <a:rPr lang="en-PH" sz="3600" dirty="0" err="1"/>
              <a:t>Ortiga</a:t>
            </a:r>
            <a:r>
              <a:rPr lang="en-PH" sz="3600" dirty="0"/>
              <a:t> y Perez; at </a:t>
            </a:r>
            <a:r>
              <a:rPr lang="en-PH" sz="3600" dirty="0" err="1"/>
              <a:t>maging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Dr. Reinhold </a:t>
            </a:r>
            <a:r>
              <a:rPr lang="en-PH" sz="3600" dirty="0" err="1"/>
              <a:t>Rost</a:t>
            </a:r>
            <a:r>
              <a:rPr lang="en-PH" sz="3600" dirty="0"/>
              <a:t> ng </a:t>
            </a:r>
            <a:r>
              <a:rPr lang="en-PH" sz="3600" dirty="0" err="1"/>
              <a:t>Museong</a:t>
            </a:r>
            <a:r>
              <a:rPr lang="en-PH" sz="3600" dirty="0"/>
              <a:t> </a:t>
            </a:r>
            <a:r>
              <a:rPr lang="en-PH" sz="3600" dirty="0" err="1"/>
              <a:t>Britanya</a:t>
            </a:r>
            <a:r>
              <a:rPr lang="en-PH" sz="3600" dirty="0"/>
              <a:t> kung </a:t>
            </a:r>
            <a:r>
              <a:rPr lang="en-PH" sz="3600" dirty="0" err="1"/>
              <a:t>saan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naging</a:t>
            </a:r>
            <a:r>
              <a:rPr lang="en-PH" sz="3600" dirty="0"/>
              <a:t> regular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panauhin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kaniyang</a:t>
            </a:r>
            <a:r>
              <a:rPr lang="en-PH" sz="3600" dirty="0"/>
              <a:t> </a:t>
            </a:r>
            <a:r>
              <a:rPr lang="en-PH" sz="3600" dirty="0" err="1"/>
              <a:t>tahanan</a:t>
            </a:r>
            <a:r>
              <a:rPr lang="en-PH" sz="3600" dirty="0"/>
              <a:t> </a:t>
            </a:r>
            <a:r>
              <a:rPr lang="en-PH" sz="3600" dirty="0" err="1"/>
              <a:t>habang</a:t>
            </a:r>
            <a:r>
              <a:rPr lang="en-PH" sz="3600" dirty="0"/>
              <a:t> </a:t>
            </a:r>
            <a:r>
              <a:rPr lang="en-PH" sz="3600" dirty="0" err="1"/>
              <a:t>siya'y</a:t>
            </a:r>
            <a:r>
              <a:rPr lang="en-PH" sz="3600" dirty="0"/>
              <a:t> </a:t>
            </a:r>
            <a:r>
              <a:rPr lang="en-PH" sz="3600" dirty="0" err="1"/>
              <a:t>nagsasaliksik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sulat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</a:t>
            </a:r>
            <a:r>
              <a:rPr lang="en-PH" sz="3600" dirty="0" err="1"/>
              <a:t>Morga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Londres</a:t>
            </a:r>
            <a:r>
              <a:rPr lang="en-PH" sz="3600" dirty="0"/>
              <a:t>, kung </a:t>
            </a:r>
            <a:r>
              <a:rPr lang="en-PH" sz="3600" dirty="0" err="1"/>
              <a:t>saan</a:t>
            </a:r>
            <a:r>
              <a:rPr lang="en-PH" sz="3600" dirty="0"/>
              <a:t> </a:t>
            </a:r>
            <a:r>
              <a:rPr lang="en-PH" sz="3600" dirty="0" err="1"/>
              <a:t>binansagan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bilang</a:t>
            </a:r>
            <a:r>
              <a:rPr lang="en-PH" sz="3600" dirty="0"/>
              <a:t> "</a:t>
            </a:r>
            <a:r>
              <a:rPr lang="en-PH" sz="3600" dirty="0" err="1"/>
              <a:t>hiyas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tao</a:t>
            </a:r>
            <a:r>
              <a:rPr lang="en-PH" sz="3600" dirty="0"/>
              <a:t>".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080163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/>
          <a:lstStyle/>
          <a:p>
            <a:r>
              <a:rPr lang="en-PH" sz="4800" dirty="0"/>
              <a:t>Josephine Bracken</a:t>
            </a:r>
          </a:p>
          <a:p>
            <a:pPr algn="just"/>
            <a:r>
              <a:rPr lang="en-PH" sz="3600" dirty="0"/>
              <a:t>Sa </a:t>
            </a:r>
            <a:r>
              <a:rPr lang="en-PH" sz="3600" dirty="0" err="1"/>
              <a:t>buhay</a:t>
            </a:r>
            <a:r>
              <a:rPr lang="en-PH" sz="3600" dirty="0"/>
              <a:t> ng </a:t>
            </a:r>
            <a:r>
              <a:rPr lang="en-PH" sz="3600" dirty="0" err="1"/>
              <a:t>pagka-bayani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Rizal ay may </a:t>
            </a:r>
            <a:r>
              <a:rPr lang="en-PH" sz="3600" dirty="0" err="1"/>
              <a:t>dalawang</a:t>
            </a:r>
            <a:r>
              <a:rPr lang="en-PH" sz="3600" dirty="0"/>
              <a:t> </a:t>
            </a:r>
            <a:r>
              <a:rPr lang="en-PH" sz="3600" dirty="0" err="1"/>
              <a:t>babae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kapwa</a:t>
            </a:r>
            <a:r>
              <a:rPr lang="en-PH" sz="3600" dirty="0"/>
              <a:t> </a:t>
            </a:r>
            <a:r>
              <a:rPr lang="en-PH" sz="3600" dirty="0" err="1"/>
              <a:t>nagkaroon</a:t>
            </a:r>
            <a:r>
              <a:rPr lang="en-PH" sz="3600" dirty="0"/>
              <a:t> ng </a:t>
            </a:r>
            <a:r>
              <a:rPr lang="en-PH" sz="3600" dirty="0" err="1"/>
              <a:t>mahalagang</a:t>
            </a:r>
            <a:r>
              <a:rPr lang="en-PH" sz="3600" dirty="0"/>
              <a:t> </a:t>
            </a:r>
            <a:r>
              <a:rPr lang="en-PH" sz="3600" dirty="0" err="1"/>
              <a:t>bahagi</a:t>
            </a:r>
            <a:r>
              <a:rPr lang="en-PH" sz="3600" dirty="0"/>
              <a:t>, </a:t>
            </a:r>
            <a:r>
              <a:rPr lang="en-PH" sz="3600" dirty="0" err="1"/>
              <a:t>ito</a:t>
            </a:r>
            <a:r>
              <a:rPr lang="en-PH" sz="3600" dirty="0"/>
              <a:t> ay ang </a:t>
            </a:r>
            <a:r>
              <a:rPr lang="en-PH" sz="3600" dirty="0" err="1"/>
              <a:t>kanyang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 at </a:t>
            </a:r>
            <a:r>
              <a:rPr lang="en-PH" sz="3600" dirty="0" err="1"/>
              <a:t>si</a:t>
            </a:r>
            <a:r>
              <a:rPr lang="en-PH" sz="3600" dirty="0"/>
              <a:t> Josephine Bracken. Si Donya Teodora Alonzo ay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mapagmahal</a:t>
            </a:r>
            <a:r>
              <a:rPr lang="en-PH" sz="3600" dirty="0"/>
              <a:t> at </a:t>
            </a:r>
            <a:r>
              <a:rPr lang="en-PH" sz="3600" dirty="0" err="1"/>
              <a:t>mapag-kalingang</a:t>
            </a:r>
            <a:r>
              <a:rPr lang="en-PH" sz="3600" dirty="0"/>
              <a:t> </a:t>
            </a:r>
            <a:r>
              <a:rPr lang="en-PH" sz="3600" dirty="0" err="1"/>
              <a:t>ina</a:t>
            </a:r>
            <a:r>
              <a:rPr lang="en-PH" sz="3600" dirty="0"/>
              <a:t>,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nagpakita</a:t>
            </a:r>
            <a:r>
              <a:rPr lang="en-PH" sz="3600" dirty="0"/>
              <a:t> ng </a:t>
            </a:r>
            <a:r>
              <a:rPr lang="en-PH" sz="3600" dirty="0" err="1"/>
              <a:t>mga</a:t>
            </a:r>
            <a:r>
              <a:rPr lang="en-PH" sz="3600" dirty="0"/>
              <a:t> </a:t>
            </a:r>
            <a:r>
              <a:rPr lang="en-PH" sz="3600" dirty="0" err="1"/>
              <a:t>katangian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huwarang</a:t>
            </a:r>
            <a:r>
              <a:rPr lang="en-PH" sz="3600" dirty="0"/>
              <a:t> </a:t>
            </a:r>
            <a:r>
              <a:rPr lang="en-PH" sz="3600" dirty="0" err="1"/>
              <a:t>inang</a:t>
            </a:r>
            <a:r>
              <a:rPr lang="en-PH" sz="3600" dirty="0"/>
              <a:t> Pilipino. Isang </a:t>
            </a:r>
            <a:r>
              <a:rPr lang="en-PH" sz="3600" dirty="0" err="1"/>
              <a:t>parokyano</a:t>
            </a:r>
            <a:r>
              <a:rPr lang="en-PH" sz="3600" dirty="0"/>
              <a:t> ng </a:t>
            </a:r>
            <a:r>
              <a:rPr lang="en-PH" sz="3600" dirty="0" err="1"/>
              <a:t>Kristiyanismo</a:t>
            </a:r>
            <a:r>
              <a:rPr lang="en-PH" sz="3600" dirty="0"/>
              <a:t>, para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kanya</a:t>
            </a:r>
            <a:r>
              <a:rPr lang="en-PH" sz="3600" dirty="0"/>
              <a:t> ay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pagtalikod</a:t>
            </a:r>
            <a:r>
              <a:rPr lang="en-PH" sz="3600" dirty="0"/>
              <a:t> o </a:t>
            </a:r>
            <a:r>
              <a:rPr lang="en-PH" sz="3600" dirty="0" err="1"/>
              <a:t>kasalanan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paniniwala</a:t>
            </a:r>
            <a:r>
              <a:rPr lang="en-PH" sz="3600" dirty="0"/>
              <a:t> ang </a:t>
            </a:r>
            <a:r>
              <a:rPr lang="en-PH" sz="3600" dirty="0" err="1"/>
              <a:t>pag-aaral</a:t>
            </a:r>
            <a:r>
              <a:rPr lang="en-PH" sz="3600" dirty="0"/>
              <a:t> ng </a:t>
            </a:r>
            <a:r>
              <a:rPr lang="en-PH" sz="3600" dirty="0" err="1"/>
              <a:t>siyensiya</a:t>
            </a:r>
            <a:r>
              <a:rPr lang="en-PH" sz="3600" dirty="0"/>
              <a:t> at </a:t>
            </a:r>
            <a:r>
              <a:rPr lang="en-PH" sz="3600" dirty="0" err="1"/>
              <a:t>pag-ibig</a:t>
            </a:r>
            <a:r>
              <a:rPr lang="en-PH" sz="3600" dirty="0"/>
              <a:t> kay Josephine Bracken.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406355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PH" sz="4000" dirty="0" err="1"/>
              <a:t>Samantalang</a:t>
            </a:r>
            <a:r>
              <a:rPr lang="en-PH" sz="4000" dirty="0"/>
              <a:t> </a:t>
            </a:r>
            <a:r>
              <a:rPr lang="en-PH" sz="4000" dirty="0" err="1"/>
              <a:t>makikita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Leonor Rivera kay Maria Clara, </a:t>
            </a:r>
            <a:r>
              <a:rPr lang="en-PH" sz="4000" dirty="0" err="1"/>
              <a:t>si</a:t>
            </a:r>
            <a:r>
              <a:rPr lang="en-PH" sz="4000" dirty="0"/>
              <a:t> Josephine Bracken </a:t>
            </a:r>
            <a:r>
              <a:rPr lang="en-PH" sz="4000" dirty="0" err="1"/>
              <a:t>naman</a:t>
            </a:r>
            <a:r>
              <a:rPr lang="en-PH" sz="4000" dirty="0"/>
              <a:t> ay kay Salome. Si Salome ang </a:t>
            </a:r>
            <a:r>
              <a:rPr lang="en-PH" sz="4000" dirty="0" err="1"/>
              <a:t>karakter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Rizal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Noli</a:t>
            </a:r>
            <a:r>
              <a:rPr lang="en-PH" sz="4000" dirty="0"/>
              <a:t> Me Tangere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isinama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publikasyon</a:t>
            </a:r>
            <a:r>
              <a:rPr lang="en-PH" sz="4000" dirty="0"/>
              <a:t> kaya </a:t>
            </a:r>
            <a:r>
              <a:rPr lang="en-PH" sz="4000" dirty="0" err="1"/>
              <a:t>iilan</a:t>
            </a:r>
            <a:r>
              <a:rPr lang="en-PH" sz="4000" dirty="0"/>
              <a:t> </a:t>
            </a:r>
            <a:r>
              <a:rPr lang="en-PH" sz="4000" dirty="0" err="1"/>
              <a:t>lamang</a:t>
            </a:r>
            <a:r>
              <a:rPr lang="en-PH" sz="4000" dirty="0"/>
              <a:t> ang </a:t>
            </a:r>
            <a:r>
              <a:rPr lang="en-PH" sz="4000" dirty="0" err="1"/>
              <a:t>nakakikilala</a:t>
            </a:r>
            <a:r>
              <a:rPr lang="en-PH" sz="4000" dirty="0"/>
              <a:t>. Si Salome ay ang </a:t>
            </a:r>
            <a:r>
              <a:rPr lang="en-PH" sz="4000" dirty="0" err="1"/>
              <a:t>iniibig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Elias,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babaeng</a:t>
            </a:r>
            <a:r>
              <a:rPr lang="en-PH" sz="4000" dirty="0"/>
              <a:t> </a:t>
            </a:r>
            <a:r>
              <a:rPr lang="en-PH" sz="4000" dirty="0" err="1"/>
              <a:t>kakikitaan</a:t>
            </a:r>
            <a:r>
              <a:rPr lang="en-PH" sz="4000" dirty="0"/>
              <a:t> ng liberal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pag-uugali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pagsasalita</a:t>
            </a:r>
            <a:r>
              <a:rPr lang="en-PH" sz="4000" dirty="0"/>
              <a:t>, </a:t>
            </a:r>
            <a:r>
              <a:rPr lang="en-PH" sz="4000" dirty="0" err="1"/>
              <a:t>pagkilos</a:t>
            </a:r>
            <a:r>
              <a:rPr lang="en-PH" sz="4000" dirty="0"/>
              <a:t> at </a:t>
            </a:r>
            <a:r>
              <a:rPr lang="en-PH" sz="4000" dirty="0" err="1"/>
              <a:t>pananaw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sex. Ang </a:t>
            </a:r>
            <a:r>
              <a:rPr lang="en-PH" sz="4000" dirty="0" err="1"/>
              <a:t>usapan</a:t>
            </a:r>
            <a:r>
              <a:rPr lang="en-PH" sz="4000" dirty="0"/>
              <a:t> </a:t>
            </a:r>
            <a:r>
              <a:rPr lang="en-PH" sz="4000" dirty="0" err="1"/>
              <a:t>nina</a:t>
            </a:r>
            <a:r>
              <a:rPr lang="en-PH" sz="4000" dirty="0"/>
              <a:t> Elias at Salome ay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senaryong</a:t>
            </a:r>
            <a:r>
              <a:rPr lang="en-PH" sz="4000" dirty="0"/>
              <a:t> </a:t>
            </a:r>
            <a:r>
              <a:rPr lang="en-PH" sz="4000" dirty="0" err="1"/>
              <a:t>kakikitaan</a:t>
            </a:r>
            <a:r>
              <a:rPr lang="en-PH" sz="4000" dirty="0"/>
              <a:t> ng </a:t>
            </a:r>
            <a:r>
              <a:rPr lang="en-PH" sz="4000" dirty="0" err="1"/>
              <a:t>lubusang</a:t>
            </a:r>
            <a:r>
              <a:rPr lang="en-PH" sz="4000" dirty="0"/>
              <a:t> </a:t>
            </a:r>
            <a:r>
              <a:rPr lang="en-PH" sz="4000" dirty="0" err="1"/>
              <a:t>pagtukoy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pagnanasa</a:t>
            </a:r>
            <a:r>
              <a:rPr lang="en-PH" sz="4000" dirty="0"/>
              <a:t> </a:t>
            </a:r>
            <a:r>
              <a:rPr lang="en-PH" sz="4000" dirty="0" err="1"/>
              <a:t>bago</a:t>
            </a:r>
            <a:r>
              <a:rPr lang="en-PH" sz="4000" dirty="0"/>
              <a:t> pa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sulatin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Jose Garcia Villa. </a:t>
            </a:r>
            <a:r>
              <a:rPr lang="en-PH" sz="4000" dirty="0" err="1"/>
              <a:t>Maihahalintulad</a:t>
            </a:r>
            <a:r>
              <a:rPr lang="en-PH" sz="4000" dirty="0"/>
              <a:t> din </a:t>
            </a:r>
            <a:r>
              <a:rPr lang="en-PH" sz="4000" dirty="0" err="1"/>
              <a:t>si</a:t>
            </a:r>
            <a:r>
              <a:rPr lang="en-PH" sz="4000" dirty="0"/>
              <a:t> Josephine Bracken kina Magdalene, Mata Hari, Kitty O’Shea, Sadie Thompson, at Joan of Arc.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354033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400" dirty="0"/>
              <a:t>Si Josephine Bracken ang </a:t>
            </a:r>
            <a:r>
              <a:rPr lang="en-PH" sz="4400" dirty="0" err="1"/>
              <a:t>naging</a:t>
            </a:r>
            <a:r>
              <a:rPr lang="en-PH" sz="4400" dirty="0"/>
              <a:t> </a:t>
            </a:r>
            <a:r>
              <a:rPr lang="en-PH" sz="4400" dirty="0" err="1"/>
              <a:t>daan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makita</a:t>
            </a:r>
            <a:r>
              <a:rPr lang="en-PH" sz="4400" dirty="0"/>
              <a:t> ang </a:t>
            </a:r>
            <a:r>
              <a:rPr lang="en-PH" sz="4400" dirty="0" err="1"/>
              <a:t>liberalismo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Rizal ng </a:t>
            </a:r>
            <a:r>
              <a:rPr lang="en-PH" sz="4400" dirty="0" err="1"/>
              <a:t>ina</a:t>
            </a:r>
            <a:r>
              <a:rPr lang="en-PH" sz="4400" dirty="0"/>
              <a:t> </a:t>
            </a:r>
            <a:r>
              <a:rPr lang="en-PH" sz="4400" dirty="0" err="1"/>
              <a:t>nito</a:t>
            </a:r>
            <a:r>
              <a:rPr lang="en-PH" sz="4400" dirty="0"/>
              <a:t> at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kapatid</a:t>
            </a:r>
            <a:r>
              <a:rPr lang="en-PH" sz="4400" dirty="0"/>
              <a:t>. Isa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rito</a:t>
            </a:r>
            <a:r>
              <a:rPr lang="en-PH" sz="4400" dirty="0"/>
              <a:t> ang </a:t>
            </a:r>
            <a:r>
              <a:rPr lang="en-PH" sz="4400" dirty="0" err="1"/>
              <a:t>naging</a:t>
            </a:r>
            <a:r>
              <a:rPr lang="en-PH" sz="4400" dirty="0"/>
              <a:t> </a:t>
            </a:r>
            <a:r>
              <a:rPr lang="en-PH" sz="4400" dirty="0" err="1"/>
              <a:t>pagtatalo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Rizal at ng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ina</a:t>
            </a:r>
            <a:r>
              <a:rPr lang="en-PH" sz="4400" dirty="0"/>
              <a:t> </a:t>
            </a:r>
            <a:r>
              <a:rPr lang="en-PH" sz="4400" dirty="0" err="1"/>
              <a:t>tungkol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pagsasama</a:t>
            </a:r>
            <a:r>
              <a:rPr lang="en-PH" sz="4400" dirty="0"/>
              <a:t> </a:t>
            </a:r>
            <a:r>
              <a:rPr lang="en-PH" sz="4400" dirty="0" err="1"/>
              <a:t>nila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Josephine Bracken </a:t>
            </a:r>
            <a:r>
              <a:rPr lang="en-PH" sz="4400" dirty="0" err="1"/>
              <a:t>kahit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walang</a:t>
            </a:r>
            <a:r>
              <a:rPr lang="en-PH" sz="4400" dirty="0"/>
              <a:t> </a:t>
            </a:r>
            <a:r>
              <a:rPr lang="en-PH" sz="4400" dirty="0" err="1"/>
              <a:t>basbas</a:t>
            </a:r>
            <a:r>
              <a:rPr lang="en-PH" sz="4400" dirty="0"/>
              <a:t> ng </a:t>
            </a:r>
            <a:r>
              <a:rPr lang="en-PH" sz="4400" dirty="0" err="1"/>
              <a:t>simbahan</a:t>
            </a:r>
            <a:r>
              <a:rPr lang="en-PH" sz="4400" dirty="0"/>
              <a:t>. </a:t>
            </a:r>
            <a:r>
              <a:rPr lang="en-PH" sz="4400" dirty="0" err="1"/>
              <a:t>Bukod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pagiging</a:t>
            </a:r>
            <a:r>
              <a:rPr lang="en-PH" sz="4400" dirty="0"/>
              <a:t> liberal </a:t>
            </a:r>
            <a:r>
              <a:rPr lang="en-PH" sz="4400" dirty="0" err="1"/>
              <a:t>taglay</a:t>
            </a:r>
            <a:r>
              <a:rPr lang="en-PH" sz="4400" dirty="0"/>
              <a:t> din </a:t>
            </a:r>
            <a:r>
              <a:rPr lang="en-PH" sz="4400" dirty="0" err="1"/>
              <a:t>ni</a:t>
            </a:r>
            <a:r>
              <a:rPr lang="en-PH" sz="4400" dirty="0"/>
              <a:t> Josephine Bracken ang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kaugalian</a:t>
            </a:r>
            <a:r>
              <a:rPr lang="en-PH" sz="4400" dirty="0"/>
              <a:t> </a:t>
            </a:r>
            <a:r>
              <a:rPr lang="en-PH" sz="4400" dirty="0" err="1"/>
              <a:t>kagaya</a:t>
            </a:r>
            <a:r>
              <a:rPr lang="en-PH" sz="4400" dirty="0"/>
              <a:t> ng </a:t>
            </a:r>
            <a:r>
              <a:rPr lang="en-PH" sz="4400" dirty="0" err="1"/>
              <a:t>pagiging</a:t>
            </a:r>
            <a:r>
              <a:rPr lang="en-PH" sz="4400" dirty="0"/>
              <a:t> </a:t>
            </a:r>
            <a:r>
              <a:rPr lang="en-PH" sz="4400" dirty="0" err="1"/>
              <a:t>matatag</a:t>
            </a:r>
            <a:r>
              <a:rPr lang="en-PH" sz="4400" dirty="0"/>
              <a:t> at may </a:t>
            </a:r>
            <a:r>
              <a:rPr lang="en-PH" sz="4400" dirty="0" err="1"/>
              <a:t>buong-loob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pakikipaglaban</a:t>
            </a:r>
            <a:r>
              <a:rPr lang="en-PH" sz="4400" dirty="0"/>
              <a:t> ng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pinaniniwalaan</a:t>
            </a:r>
            <a:r>
              <a:rPr lang="en-PH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4853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800" dirty="0"/>
              <a:t>Ayon kay John Foreman, </a:t>
            </a:r>
            <a:r>
              <a:rPr lang="en-PH" sz="4800" dirty="0" err="1"/>
              <a:t>si</a:t>
            </a:r>
            <a:r>
              <a:rPr lang="en-PH" sz="4800" dirty="0"/>
              <a:t> Josephine Bracken ay </a:t>
            </a:r>
            <a:r>
              <a:rPr lang="en-PH" sz="4800" dirty="0" err="1"/>
              <a:t>maihahalintulad</a:t>
            </a:r>
            <a:r>
              <a:rPr lang="en-PH" sz="4800" dirty="0"/>
              <a:t> kina Gabriela Silang at Joan of Arc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kanyang</a:t>
            </a:r>
            <a:r>
              <a:rPr lang="en-PH" sz="4800" dirty="0"/>
              <a:t> </a:t>
            </a:r>
            <a:r>
              <a:rPr lang="en-PH" sz="4800" dirty="0" err="1"/>
              <a:t>walang</a:t>
            </a:r>
            <a:r>
              <a:rPr lang="en-PH" sz="4800" dirty="0"/>
              <a:t> </a:t>
            </a:r>
            <a:r>
              <a:rPr lang="en-PH" sz="4800" dirty="0" err="1"/>
              <a:t>hanggang</a:t>
            </a:r>
            <a:r>
              <a:rPr lang="en-PH" sz="4800" dirty="0"/>
              <a:t> </a:t>
            </a:r>
            <a:r>
              <a:rPr lang="en-PH" sz="4800" dirty="0" err="1"/>
              <a:t>pakikibaka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laban</a:t>
            </a:r>
            <a:r>
              <a:rPr lang="en-PH" sz="4800" dirty="0"/>
              <a:t> 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Katipuneros</a:t>
            </a:r>
            <a:r>
              <a:rPr lang="en-PH" sz="4800" dirty="0"/>
              <a:t> </a:t>
            </a:r>
            <a:r>
              <a:rPr lang="en-PH" sz="4800" dirty="0" err="1"/>
              <a:t>kahit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pagkamatay</a:t>
            </a:r>
            <a:r>
              <a:rPr lang="en-PH" sz="4800" dirty="0"/>
              <a:t> </a:t>
            </a:r>
            <a:r>
              <a:rPr lang="en-PH" sz="4800" dirty="0" err="1"/>
              <a:t>ni</a:t>
            </a:r>
            <a:r>
              <a:rPr lang="en-PH" sz="4800" dirty="0"/>
              <a:t> Rizal. Unang </a:t>
            </a:r>
            <a:r>
              <a:rPr lang="en-PH" sz="4800" dirty="0" err="1"/>
              <a:t>nakita</a:t>
            </a:r>
            <a:r>
              <a:rPr lang="en-PH" sz="4800" dirty="0"/>
              <a:t> </a:t>
            </a:r>
            <a:r>
              <a:rPr lang="en-PH" sz="4800" dirty="0" err="1"/>
              <a:t>si</a:t>
            </a:r>
            <a:r>
              <a:rPr lang="en-PH" sz="4800" dirty="0"/>
              <a:t> Josephine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Asamblea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Imus, </a:t>
            </a:r>
            <a:r>
              <a:rPr lang="en-PH" sz="4800" dirty="0" err="1"/>
              <a:t>Kabite</a:t>
            </a:r>
            <a:r>
              <a:rPr lang="en-PH" sz="4800" dirty="0"/>
              <a:t> </a:t>
            </a:r>
            <a:r>
              <a:rPr lang="en-PH" sz="4800" dirty="0" err="1"/>
              <a:t>noong</a:t>
            </a:r>
            <a:r>
              <a:rPr lang="en-PH" sz="4800" dirty="0"/>
              <a:t> 29 </a:t>
            </a:r>
            <a:r>
              <a:rPr lang="en-PH" sz="4800" dirty="0" err="1"/>
              <a:t>Disyembre</a:t>
            </a:r>
            <a:r>
              <a:rPr lang="en-PH" sz="4800" dirty="0"/>
              <a:t>. Kasama </a:t>
            </a:r>
            <a:r>
              <a:rPr lang="en-PH" sz="4800" dirty="0" err="1"/>
              <a:t>niyang</a:t>
            </a:r>
            <a:r>
              <a:rPr lang="en-PH" sz="4800" dirty="0"/>
              <a:t> </a:t>
            </a:r>
            <a:r>
              <a:rPr lang="en-PH" sz="4800" dirty="0" err="1"/>
              <a:t>dumating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pagtitipon</a:t>
            </a:r>
            <a:r>
              <a:rPr lang="en-PH" sz="4800" dirty="0"/>
              <a:t> </a:t>
            </a:r>
            <a:r>
              <a:rPr lang="en-PH" sz="4800" dirty="0" err="1"/>
              <a:t>si</a:t>
            </a:r>
            <a:r>
              <a:rPr lang="en-PH" sz="4800" dirty="0"/>
              <a:t> </a:t>
            </a:r>
            <a:r>
              <a:rPr lang="en-PH" sz="4800" dirty="0" err="1"/>
              <a:t>Paciano</a:t>
            </a:r>
            <a:r>
              <a:rPr lang="en-PH" sz="4800" dirty="0"/>
              <a:t> Rizal at </a:t>
            </a:r>
            <a:r>
              <a:rPr lang="en-PH" sz="4800" dirty="0" err="1"/>
              <a:t>iba</a:t>
            </a:r>
            <a:r>
              <a:rPr lang="en-PH" sz="4800" dirty="0"/>
              <a:t> pang </a:t>
            </a:r>
            <a:r>
              <a:rPr lang="en-PH" sz="4800" dirty="0" err="1"/>
              <a:t>kabilang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pamilya</a:t>
            </a:r>
            <a:r>
              <a:rPr lang="en-PH" sz="4800" dirty="0"/>
              <a:t> Rizal. </a:t>
            </a:r>
          </a:p>
        </p:txBody>
      </p:sp>
    </p:spTree>
    <p:extLst>
      <p:ext uri="{BB962C8B-B14F-4D97-AF65-F5344CB8AC3E}">
        <p14:creationId xmlns:p14="http://schemas.microsoft.com/office/powerpoint/2010/main" val="9685056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PH" sz="4000" dirty="0"/>
              <a:t>Ayon pa kay General Ricarte, </a:t>
            </a:r>
            <a:r>
              <a:rPr lang="en-PH" sz="4000" dirty="0" err="1"/>
              <a:t>hindi</a:t>
            </a:r>
            <a:r>
              <a:rPr lang="en-PH" sz="4000" dirty="0"/>
              <a:t> </a:t>
            </a:r>
            <a:r>
              <a:rPr lang="en-PH" sz="4000" dirty="0" err="1"/>
              <a:t>rin</a:t>
            </a:r>
            <a:r>
              <a:rPr lang="en-PH" sz="4000" dirty="0"/>
              <a:t> </a:t>
            </a:r>
            <a:r>
              <a:rPr lang="en-PH" sz="4000" dirty="0" err="1"/>
              <a:t>matatawaran</a:t>
            </a:r>
            <a:r>
              <a:rPr lang="en-PH" sz="4000" dirty="0"/>
              <a:t> ang </a:t>
            </a:r>
            <a:r>
              <a:rPr lang="en-PH" sz="4000" dirty="0" err="1"/>
              <a:t>partisipasyon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Josephine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paggagamot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bahay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Tejeros</a:t>
            </a:r>
            <a:r>
              <a:rPr lang="en-PH" sz="4000" dirty="0"/>
              <a:t> kung </a:t>
            </a:r>
            <a:r>
              <a:rPr lang="en-PH" sz="4000" dirty="0" err="1"/>
              <a:t>saan</a:t>
            </a:r>
            <a:r>
              <a:rPr lang="en-PH" sz="4000" dirty="0"/>
              <a:t> </a:t>
            </a:r>
            <a:r>
              <a:rPr lang="en-PH" sz="4000" dirty="0" err="1"/>
              <a:t>naging</a:t>
            </a:r>
            <a:r>
              <a:rPr lang="en-PH" sz="4000" dirty="0"/>
              <a:t> nurse at </a:t>
            </a:r>
            <a:r>
              <a:rPr lang="en-PH" sz="4000" dirty="0" err="1"/>
              <a:t>inspirasyon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may </a:t>
            </a:r>
            <a:r>
              <a:rPr lang="en-PH" sz="4000" dirty="0" err="1"/>
              <a:t>sugat</a:t>
            </a:r>
            <a:r>
              <a:rPr lang="en-PH" sz="4000" dirty="0"/>
              <a:t> at </a:t>
            </a:r>
            <a:r>
              <a:rPr lang="en-PH" sz="4000" dirty="0" err="1"/>
              <a:t>iba</a:t>
            </a:r>
            <a:r>
              <a:rPr lang="en-PH" sz="4000" dirty="0"/>
              <a:t> pang </a:t>
            </a:r>
            <a:r>
              <a:rPr lang="en-PH" sz="4000" dirty="0" err="1"/>
              <a:t>nagpupunta</a:t>
            </a:r>
            <a:r>
              <a:rPr lang="en-PH" sz="4000" dirty="0"/>
              <a:t> </a:t>
            </a:r>
            <a:r>
              <a:rPr lang="en-PH" sz="4000" dirty="0" err="1"/>
              <a:t>dito</a:t>
            </a:r>
            <a:r>
              <a:rPr lang="en-PH" sz="4000" dirty="0"/>
              <a:t>. </a:t>
            </a:r>
            <a:r>
              <a:rPr lang="en-PH" sz="4000" dirty="0" err="1"/>
              <a:t>Gayundin</a:t>
            </a:r>
            <a:r>
              <a:rPr lang="en-PH" sz="4000" dirty="0"/>
              <a:t> ay </a:t>
            </a:r>
            <a:r>
              <a:rPr lang="en-PH" sz="4000" dirty="0" err="1"/>
              <a:t>makikita</a:t>
            </a:r>
            <a:r>
              <a:rPr lang="en-PH" sz="4000" dirty="0"/>
              <a:t> ang </a:t>
            </a:r>
            <a:r>
              <a:rPr lang="en-PH" sz="4000" dirty="0" err="1"/>
              <a:t>partisipasyon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Josephine </a:t>
            </a:r>
            <a:r>
              <a:rPr lang="en-PH" sz="4000" dirty="0" err="1"/>
              <a:t>sa</a:t>
            </a:r>
            <a:r>
              <a:rPr lang="en-PH" sz="4000" dirty="0"/>
              <a:t> “Battles of Silang” </a:t>
            </a:r>
            <a:r>
              <a:rPr lang="en-PH" sz="4000" dirty="0" err="1"/>
              <a:t>st</a:t>
            </a:r>
            <a:r>
              <a:rPr lang="en-PH" sz="4000" dirty="0"/>
              <a:t> “Battle of </a:t>
            </a:r>
            <a:r>
              <a:rPr lang="en-PH" sz="4000" dirty="0" err="1"/>
              <a:t>Dasmariñas</a:t>
            </a:r>
            <a:r>
              <a:rPr lang="en-PH" sz="4000" dirty="0"/>
              <a:t>” </a:t>
            </a:r>
            <a:r>
              <a:rPr lang="en-PH" sz="4000" dirty="0" err="1"/>
              <a:t>noong</a:t>
            </a:r>
            <a:r>
              <a:rPr lang="en-PH" sz="4000" dirty="0"/>
              <a:t> 27 </a:t>
            </a:r>
            <a:r>
              <a:rPr lang="en-PH" sz="4000" dirty="0" err="1"/>
              <a:t>Pebrero</a:t>
            </a:r>
            <a:r>
              <a:rPr lang="en-PH" sz="4000" dirty="0"/>
              <a:t>. </a:t>
            </a:r>
            <a:r>
              <a:rPr lang="en-PH" sz="4000" dirty="0" err="1"/>
              <a:t>Makikita</a:t>
            </a:r>
            <a:r>
              <a:rPr lang="en-PH" sz="4000" dirty="0"/>
              <a:t> ang </a:t>
            </a:r>
            <a:r>
              <a:rPr lang="en-PH" sz="4000" dirty="0" err="1"/>
              <a:t>lubhang</a:t>
            </a:r>
            <a:r>
              <a:rPr lang="en-PH" sz="4000" dirty="0"/>
              <a:t> </a:t>
            </a:r>
            <a:r>
              <a:rPr lang="en-PH" sz="4000" dirty="0" err="1"/>
              <a:t>katatagan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Josephine Bracken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Rebolusyon</a:t>
            </a:r>
            <a:r>
              <a:rPr lang="en-PH" sz="4000" dirty="0"/>
              <a:t>, </a:t>
            </a:r>
            <a:r>
              <a:rPr lang="en-PH" sz="4000" dirty="0" err="1"/>
              <a:t>nang</a:t>
            </a:r>
            <a:r>
              <a:rPr lang="en-PH" sz="4000" dirty="0"/>
              <a:t> </a:t>
            </a:r>
            <a:r>
              <a:rPr lang="en-PH" sz="4000" dirty="0" err="1"/>
              <a:t>panahon</a:t>
            </a:r>
            <a:r>
              <a:rPr lang="en-PH" sz="4000" dirty="0"/>
              <a:t> kung </a:t>
            </a:r>
            <a:r>
              <a:rPr lang="en-PH" sz="4000" dirty="0" err="1"/>
              <a:t>kailan</a:t>
            </a:r>
            <a:r>
              <a:rPr lang="en-PH" sz="4000" dirty="0"/>
              <a:t> </a:t>
            </a:r>
            <a:r>
              <a:rPr lang="en-PH" sz="4000" dirty="0" err="1"/>
              <a:t>dadakipin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ng </a:t>
            </a:r>
            <a:r>
              <a:rPr lang="en-PH" sz="4000" dirty="0" err="1"/>
              <a:t>mga</a:t>
            </a:r>
            <a:r>
              <a:rPr lang="en-PH" sz="4000" dirty="0"/>
              <a:t> Espanyol. Kung </a:t>
            </a:r>
            <a:r>
              <a:rPr lang="en-PH" sz="4000" dirty="0" err="1"/>
              <a:t>saan</a:t>
            </a:r>
            <a:r>
              <a:rPr lang="en-PH" sz="4000" dirty="0"/>
              <a:t> </a:t>
            </a:r>
            <a:r>
              <a:rPr lang="en-PH" sz="4000" dirty="0" err="1"/>
              <a:t>naglakad</a:t>
            </a:r>
            <a:r>
              <a:rPr lang="en-PH" sz="4000" dirty="0"/>
              <a:t> </a:t>
            </a:r>
            <a:r>
              <a:rPr lang="en-PH" sz="4000" dirty="0" err="1"/>
              <a:t>siyang</a:t>
            </a:r>
            <a:r>
              <a:rPr lang="en-PH" sz="4000" dirty="0"/>
              <a:t> </a:t>
            </a:r>
            <a:r>
              <a:rPr lang="en-PH" sz="4000" dirty="0" err="1"/>
              <a:t>dumudugo</a:t>
            </a:r>
            <a:r>
              <a:rPr lang="en-PH" sz="4000" dirty="0"/>
              <a:t> ang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paa</a:t>
            </a:r>
            <a:r>
              <a:rPr lang="en-PH" sz="4000" dirty="0"/>
              <a:t> </a:t>
            </a:r>
            <a:r>
              <a:rPr lang="en-PH" sz="4000" dirty="0" err="1"/>
              <a:t>mula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Maragondon</a:t>
            </a:r>
            <a:r>
              <a:rPr lang="en-PH" sz="4000" dirty="0"/>
              <a:t> </a:t>
            </a:r>
            <a:r>
              <a:rPr lang="en-PH" sz="4000" dirty="0" err="1"/>
              <a:t>hanggang</a:t>
            </a:r>
            <a:r>
              <a:rPr lang="en-PH" sz="4000" dirty="0"/>
              <a:t> Laguna </a:t>
            </a:r>
            <a:r>
              <a:rPr lang="en-PH" sz="4000" dirty="0" err="1"/>
              <a:t>hanggang</a:t>
            </a:r>
            <a:r>
              <a:rPr lang="en-PH" sz="4000" dirty="0"/>
              <a:t> </a:t>
            </a:r>
            <a:r>
              <a:rPr lang="en-PH" sz="4000" dirty="0" err="1"/>
              <a:t>makarating</a:t>
            </a:r>
            <a:r>
              <a:rPr lang="en-PH" sz="4000" dirty="0"/>
              <a:t> </a:t>
            </a:r>
            <a:r>
              <a:rPr lang="en-PH" sz="4000" dirty="0" err="1"/>
              <a:t>siya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daungan</a:t>
            </a:r>
            <a:r>
              <a:rPr lang="en-PH" sz="4000" dirty="0"/>
              <a:t> </a:t>
            </a:r>
            <a:r>
              <a:rPr lang="en-PH" sz="4000" dirty="0" err="1"/>
              <a:t>papuntang</a:t>
            </a:r>
            <a:r>
              <a:rPr lang="en-PH" sz="4000" dirty="0"/>
              <a:t> Maynila.</a:t>
            </a:r>
          </a:p>
        </p:txBody>
      </p:sp>
    </p:spTree>
    <p:extLst>
      <p:ext uri="{BB962C8B-B14F-4D97-AF65-F5344CB8AC3E}">
        <p14:creationId xmlns:p14="http://schemas.microsoft.com/office/powerpoint/2010/main" val="1935556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400" dirty="0"/>
              <a:t>Si Josephine Bracken ay </a:t>
            </a:r>
            <a:r>
              <a:rPr lang="en-PH" sz="4400" dirty="0" err="1"/>
              <a:t>isang</a:t>
            </a:r>
            <a:r>
              <a:rPr lang="en-PH" sz="4400" dirty="0"/>
              <a:t> </a:t>
            </a:r>
            <a:r>
              <a:rPr lang="en-PH" sz="4400" dirty="0" err="1"/>
              <a:t>malaking</a:t>
            </a:r>
            <a:r>
              <a:rPr lang="en-PH" sz="4400" dirty="0"/>
              <a:t> </a:t>
            </a:r>
            <a:r>
              <a:rPr lang="en-PH" sz="4400" dirty="0" err="1"/>
              <a:t>bahagi</a:t>
            </a:r>
            <a:r>
              <a:rPr lang="en-PH" sz="4400" dirty="0"/>
              <a:t> ng </a:t>
            </a:r>
            <a:r>
              <a:rPr lang="en-PH" sz="4400" dirty="0" err="1"/>
              <a:t>kasasayan</a:t>
            </a:r>
            <a:r>
              <a:rPr lang="en-PH" sz="4400" dirty="0"/>
              <a:t> ng </a:t>
            </a:r>
            <a:r>
              <a:rPr lang="en-PH" sz="4400" dirty="0" err="1"/>
              <a:t>Pilipinas</a:t>
            </a:r>
            <a:r>
              <a:rPr lang="en-PH" sz="4400" dirty="0"/>
              <a:t> </a:t>
            </a:r>
            <a:r>
              <a:rPr lang="en-PH" sz="4400" dirty="0" err="1"/>
              <a:t>hanggang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kamatayan</a:t>
            </a:r>
            <a:r>
              <a:rPr lang="en-PH" sz="4400" dirty="0"/>
              <a:t> </a:t>
            </a:r>
            <a:r>
              <a:rPr lang="en-PH" sz="4400" dirty="0" err="1"/>
              <a:t>noong</a:t>
            </a:r>
            <a:r>
              <a:rPr lang="en-PH" sz="4400" dirty="0"/>
              <a:t> </a:t>
            </a:r>
            <a:r>
              <a:rPr lang="en-PH" sz="4400" dirty="0" err="1"/>
              <a:t>taong</a:t>
            </a:r>
            <a:r>
              <a:rPr lang="en-PH" sz="4400" dirty="0"/>
              <a:t> 1902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sakit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tubercolosis</a:t>
            </a:r>
            <a:r>
              <a:rPr lang="en-PH" sz="4400" dirty="0"/>
              <a:t>. Ang </a:t>
            </a:r>
            <a:r>
              <a:rPr lang="en-PH" sz="4400" dirty="0" err="1"/>
              <a:t>kanyang</a:t>
            </a:r>
            <a:r>
              <a:rPr lang="en-PH" sz="4400" dirty="0"/>
              <a:t> </a:t>
            </a:r>
            <a:r>
              <a:rPr lang="en-PH" sz="4400" dirty="0" err="1"/>
              <a:t>kusang-loob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pakikibahagi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Rebolusyon</a:t>
            </a:r>
            <a:r>
              <a:rPr lang="en-PH" sz="4400" dirty="0"/>
              <a:t> at </a:t>
            </a:r>
            <a:r>
              <a:rPr lang="en-PH" sz="4400" dirty="0" err="1"/>
              <a:t>patuloy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pagtulong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Pilipino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kabila</a:t>
            </a:r>
            <a:r>
              <a:rPr lang="en-PH" sz="4400" dirty="0"/>
              <a:t> ng </a:t>
            </a:r>
            <a:r>
              <a:rPr lang="en-PH" sz="4400" dirty="0" err="1"/>
              <a:t>hindi</a:t>
            </a:r>
            <a:r>
              <a:rPr lang="en-PH" sz="4400" dirty="0"/>
              <a:t> </a:t>
            </a:r>
            <a:r>
              <a:rPr lang="en-PH" sz="4400" dirty="0" err="1"/>
              <a:t>pagkilala</a:t>
            </a:r>
            <a:r>
              <a:rPr lang="en-PH" sz="4400" dirty="0"/>
              <a:t> ng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ito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kanya</a:t>
            </a:r>
            <a:r>
              <a:rPr lang="en-PH" sz="4400" dirty="0"/>
              <a:t> </a:t>
            </a:r>
            <a:r>
              <a:rPr lang="en-PH" sz="4400" dirty="0" err="1"/>
              <a:t>noong</a:t>
            </a:r>
            <a:r>
              <a:rPr lang="en-PH" sz="4400" dirty="0"/>
              <a:t> una ay </a:t>
            </a:r>
            <a:r>
              <a:rPr lang="en-PH" sz="4400" dirty="0" err="1"/>
              <a:t>sadyang</a:t>
            </a:r>
            <a:r>
              <a:rPr lang="en-PH" sz="4400" dirty="0"/>
              <a:t> </a:t>
            </a:r>
            <a:r>
              <a:rPr lang="en-PH" sz="4400" dirty="0" err="1"/>
              <a:t>kahanga-hangang</a:t>
            </a:r>
            <a:r>
              <a:rPr lang="en-PH" sz="4400" dirty="0"/>
              <a:t> </a:t>
            </a:r>
            <a:r>
              <a:rPr lang="en-PH" sz="4400" dirty="0" err="1"/>
              <a:t>kaugaliang</a:t>
            </a:r>
            <a:r>
              <a:rPr lang="en-PH" sz="4400" dirty="0"/>
              <a:t> </a:t>
            </a:r>
            <a:r>
              <a:rPr lang="en-PH" sz="4400" dirty="0" err="1"/>
              <a:t>napatunayan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Josephine Bracken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loob</a:t>
            </a:r>
            <a:r>
              <a:rPr lang="en-PH" sz="4400" dirty="0"/>
              <a:t> ng </a:t>
            </a:r>
            <a:r>
              <a:rPr lang="en-PH" sz="4400" dirty="0" err="1"/>
              <a:t>mahabang</a:t>
            </a:r>
            <a:r>
              <a:rPr lang="en-PH" sz="4400" dirty="0"/>
              <a:t> </a:t>
            </a:r>
            <a:r>
              <a:rPr lang="en-PH" sz="4400" dirty="0" err="1"/>
              <a:t>panahon</a:t>
            </a:r>
            <a:r>
              <a:rPr lang="en-PH" sz="4400" dirty="0"/>
              <a:t>.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9755589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PH" sz="4000" dirty="0" err="1"/>
              <a:t>Noong</a:t>
            </a:r>
            <a:r>
              <a:rPr lang="en-PH" sz="4000" dirty="0"/>
              <a:t> </a:t>
            </a:r>
            <a:r>
              <a:rPr lang="en-PH" sz="4000" dirty="0" err="1"/>
              <a:t>Pebrero</a:t>
            </a:r>
            <a:r>
              <a:rPr lang="en-PH" sz="4000" dirty="0"/>
              <a:t> 1895 </a:t>
            </a:r>
            <a:r>
              <a:rPr lang="en-PH" sz="4000" dirty="0" err="1"/>
              <a:t>nagkita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Rizal kay Josephine Bracken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babaeng</a:t>
            </a:r>
            <a:r>
              <a:rPr lang="en-PH" sz="4000" dirty="0"/>
              <a:t> </a:t>
            </a:r>
            <a:r>
              <a:rPr lang="en-PH" sz="4000" dirty="0" err="1"/>
              <a:t>Irlandes</a:t>
            </a:r>
            <a:r>
              <a:rPr lang="en-PH" sz="4000" dirty="0"/>
              <a:t> </a:t>
            </a:r>
            <a:r>
              <a:rPr lang="en-PH" sz="4000" dirty="0" err="1"/>
              <a:t>mula</a:t>
            </a:r>
            <a:r>
              <a:rPr lang="en-PH" sz="4000" dirty="0"/>
              <a:t> Hong Kong, </a:t>
            </a:r>
            <a:r>
              <a:rPr lang="en-PH" sz="4000" dirty="0" err="1"/>
              <a:t>noong</a:t>
            </a:r>
            <a:r>
              <a:rPr lang="en-PH" sz="4000" dirty="0"/>
              <a:t> </a:t>
            </a:r>
            <a:r>
              <a:rPr lang="en-PH" sz="4000" dirty="0" err="1"/>
              <a:t>sinamahan</a:t>
            </a:r>
            <a:r>
              <a:rPr lang="en-PH" sz="4000" dirty="0"/>
              <a:t> </a:t>
            </a:r>
            <a:r>
              <a:rPr lang="en-PH" sz="4000" dirty="0" err="1"/>
              <a:t>niya</a:t>
            </a:r>
            <a:r>
              <a:rPr lang="en-PH" sz="4000" dirty="0"/>
              <a:t>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bulag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amang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George </a:t>
            </a:r>
            <a:r>
              <a:rPr lang="en-PH" sz="4000" dirty="0" err="1"/>
              <a:t>Taufer</a:t>
            </a:r>
            <a:r>
              <a:rPr lang="en-PH" sz="4000" dirty="0"/>
              <a:t>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ipasuri</a:t>
            </a:r>
            <a:r>
              <a:rPr lang="en-PH" sz="4000" dirty="0"/>
              <a:t>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mata</a:t>
            </a:r>
            <a:r>
              <a:rPr lang="en-PH" sz="4000" dirty="0"/>
              <a:t> kay Rizal. </a:t>
            </a:r>
            <a:r>
              <a:rPr lang="en-PH" sz="4000" dirty="0" err="1"/>
              <a:t>Matapos</a:t>
            </a:r>
            <a:r>
              <a:rPr lang="en-PH" sz="4000" dirty="0"/>
              <a:t> ang </a:t>
            </a:r>
            <a:r>
              <a:rPr lang="en-PH" sz="4000" dirty="0" err="1"/>
              <a:t>ilang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pagbisita</a:t>
            </a:r>
            <a:r>
              <a:rPr lang="en-PH" sz="4000" dirty="0"/>
              <a:t>, </a:t>
            </a:r>
            <a:r>
              <a:rPr lang="en-PH" sz="4000" dirty="0" err="1"/>
              <a:t>nakipag-ibigan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Rizal at Bracken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isa't</a:t>
            </a:r>
            <a:r>
              <a:rPr lang="en-PH" sz="4000" dirty="0"/>
              <a:t> </a:t>
            </a:r>
            <a:r>
              <a:rPr lang="en-PH" sz="4000" dirty="0" err="1"/>
              <a:t>isa.</a:t>
            </a:r>
            <a:r>
              <a:rPr lang="en-PH" sz="4000" dirty="0"/>
              <a:t> </a:t>
            </a:r>
            <a:r>
              <a:rPr lang="en-PH" sz="4000" dirty="0" err="1"/>
              <a:t>Nais</a:t>
            </a:r>
            <a:r>
              <a:rPr lang="en-PH" sz="4000" dirty="0"/>
              <a:t> </a:t>
            </a:r>
            <a:r>
              <a:rPr lang="en-PH" sz="4000" dirty="0" err="1"/>
              <a:t>nilang</a:t>
            </a:r>
            <a:r>
              <a:rPr lang="en-PH" sz="4000" dirty="0"/>
              <a:t> </a:t>
            </a:r>
            <a:r>
              <a:rPr lang="en-PH" sz="4000" dirty="0" err="1"/>
              <a:t>magpakasal</a:t>
            </a:r>
            <a:r>
              <a:rPr lang="en-PH" sz="4000" dirty="0"/>
              <a:t>, </a:t>
            </a:r>
            <a:r>
              <a:rPr lang="en-PH" sz="4000" dirty="0" err="1"/>
              <a:t>ngunit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reputasyon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Rizal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sinulat</a:t>
            </a:r>
            <a:r>
              <a:rPr lang="en-PH" sz="4000" dirty="0"/>
              <a:t> at </a:t>
            </a:r>
            <a:r>
              <a:rPr lang="en-PH" sz="4000" dirty="0" err="1"/>
              <a:t>pananaw</a:t>
            </a:r>
            <a:r>
              <a:rPr lang="en-PH" sz="4000" dirty="0"/>
              <a:t> </a:t>
            </a:r>
            <a:r>
              <a:rPr lang="en-PH" sz="4000" dirty="0" err="1"/>
              <a:t>pampulitika</a:t>
            </a:r>
            <a:r>
              <a:rPr lang="en-PH" sz="4000" dirty="0"/>
              <a:t>, </a:t>
            </a:r>
            <a:r>
              <a:rPr lang="en-PH" sz="4000" dirty="0" err="1"/>
              <a:t>tumanggi</a:t>
            </a:r>
            <a:r>
              <a:rPr lang="en-PH" sz="4000" dirty="0"/>
              <a:t> ang </a:t>
            </a:r>
            <a:r>
              <a:rPr lang="en-PH" sz="4000" dirty="0" err="1"/>
              <a:t>lokal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kura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Padre </a:t>
            </a:r>
            <a:r>
              <a:rPr lang="en-PH" sz="4000" dirty="0" err="1"/>
              <a:t>Obach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ikasal</a:t>
            </a:r>
            <a:r>
              <a:rPr lang="en-PH" sz="4000" dirty="0"/>
              <a:t> </a:t>
            </a:r>
            <a:r>
              <a:rPr lang="en-PH" sz="4000" dirty="0" err="1"/>
              <a:t>sila</a:t>
            </a:r>
            <a:r>
              <a:rPr lang="en-PH" sz="4000" dirty="0"/>
              <a:t> </a:t>
            </a:r>
            <a:r>
              <a:rPr lang="en-PH" sz="4000" dirty="0" err="1"/>
              <a:t>liban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lang kung </a:t>
            </a:r>
            <a:r>
              <a:rPr lang="en-PH" sz="4000" dirty="0" err="1"/>
              <a:t>makakakuha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Rizal ng </a:t>
            </a:r>
            <a:r>
              <a:rPr lang="en-PH" sz="4000" dirty="0" err="1"/>
              <a:t>pahintulot</a:t>
            </a:r>
            <a:r>
              <a:rPr lang="en-PH" sz="4000" dirty="0"/>
              <a:t> </a:t>
            </a:r>
            <a:r>
              <a:rPr lang="en-PH" sz="4000" dirty="0" err="1"/>
              <a:t>mula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Arsobispo</a:t>
            </a:r>
            <a:r>
              <a:rPr lang="en-PH" sz="4000" dirty="0"/>
              <a:t> ng Cebu. Hindi </a:t>
            </a:r>
            <a:r>
              <a:rPr lang="en-PH" sz="4000" dirty="0" err="1"/>
              <a:t>sila</a:t>
            </a:r>
            <a:r>
              <a:rPr lang="en-PH" sz="4000" dirty="0"/>
              <a:t> </a:t>
            </a:r>
            <a:r>
              <a:rPr lang="en-PH" sz="4000" dirty="0" err="1"/>
              <a:t>makapagkasal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simbahan</a:t>
            </a:r>
            <a:r>
              <a:rPr lang="en-PH" sz="4000" dirty="0"/>
              <a:t> </a:t>
            </a:r>
            <a:r>
              <a:rPr lang="en-PH" sz="4000" dirty="0" err="1"/>
              <a:t>dahil</a:t>
            </a:r>
            <a:r>
              <a:rPr lang="en-PH" sz="4000" dirty="0"/>
              <a:t> </a:t>
            </a:r>
            <a:r>
              <a:rPr lang="en-PH" sz="4000" dirty="0" err="1"/>
              <a:t>tumangging</a:t>
            </a:r>
            <a:r>
              <a:rPr lang="en-PH" sz="4000" dirty="0"/>
              <a:t> </a:t>
            </a:r>
            <a:r>
              <a:rPr lang="en-PH" sz="4000" dirty="0" err="1"/>
              <a:t>bumalik</a:t>
            </a:r>
            <a:r>
              <a:rPr lang="en-PH" sz="4000" dirty="0"/>
              <a:t> </a:t>
            </a:r>
            <a:r>
              <a:rPr lang="en-PH" sz="4000" dirty="0" err="1"/>
              <a:t>si</a:t>
            </a:r>
            <a:r>
              <a:rPr lang="en-PH" sz="4000" dirty="0"/>
              <a:t> Rizal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Katolisismo</a:t>
            </a:r>
            <a:r>
              <a:rPr lang="en-PH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301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3600" dirty="0" err="1"/>
              <a:t>Matapos</a:t>
            </a:r>
            <a:r>
              <a:rPr lang="en-PH" sz="3600" dirty="0"/>
              <a:t> </a:t>
            </a:r>
            <a:r>
              <a:rPr lang="en-PH" sz="3600" dirty="0" err="1"/>
              <a:t>samahan</a:t>
            </a:r>
            <a:r>
              <a:rPr lang="en-PH" sz="3600" dirty="0"/>
              <a:t> ang </a:t>
            </a:r>
            <a:r>
              <a:rPr lang="en-PH" sz="3600" dirty="0" err="1"/>
              <a:t>kaniyang</a:t>
            </a:r>
            <a:r>
              <a:rPr lang="en-PH" sz="3600" dirty="0"/>
              <a:t> ama </a:t>
            </a:r>
            <a:r>
              <a:rPr lang="en-PH" sz="3600" dirty="0" err="1"/>
              <a:t>sa</a:t>
            </a:r>
            <a:r>
              <a:rPr lang="en-PH" sz="3600" dirty="0"/>
              <a:t> Maynila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bumalik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Hong Kong, at </a:t>
            </a:r>
            <a:r>
              <a:rPr lang="en-PH" sz="3600" dirty="0" err="1"/>
              <a:t>bago</a:t>
            </a:r>
            <a:r>
              <a:rPr lang="en-PH" sz="3600" dirty="0"/>
              <a:t> </a:t>
            </a:r>
            <a:r>
              <a:rPr lang="en-PH" sz="3600" dirty="0" err="1"/>
              <a:t>siya</a:t>
            </a:r>
            <a:r>
              <a:rPr lang="en-PH" sz="3600" dirty="0"/>
              <a:t> </a:t>
            </a:r>
            <a:r>
              <a:rPr lang="en-PH" sz="3600" dirty="0" err="1"/>
              <a:t>bumalik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Dapitan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tumira</a:t>
            </a:r>
            <a:r>
              <a:rPr lang="en-PH" sz="3600" dirty="0"/>
              <a:t> kay Rizal, </a:t>
            </a:r>
            <a:r>
              <a:rPr lang="en-PH" sz="3600" dirty="0" err="1"/>
              <a:t>pinakilala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Josephine ang </a:t>
            </a:r>
            <a:r>
              <a:rPr lang="en-PH" sz="3600" dirty="0" err="1"/>
              <a:t>kaniyang</a:t>
            </a:r>
            <a:r>
              <a:rPr lang="en-PH" sz="3600" dirty="0"/>
              <a:t> </a:t>
            </a:r>
            <a:r>
              <a:rPr lang="en-PH" sz="3600" dirty="0" err="1"/>
              <a:t>sarili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pamilya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Rizal </a:t>
            </a:r>
            <a:r>
              <a:rPr lang="en-PH" sz="3600" dirty="0" err="1"/>
              <a:t>sa</a:t>
            </a:r>
            <a:r>
              <a:rPr lang="en-PH" sz="3600" dirty="0"/>
              <a:t> Maynila. </a:t>
            </a:r>
            <a:r>
              <a:rPr lang="en-PH" sz="3600" dirty="0" err="1"/>
              <a:t>Minungkahi</a:t>
            </a:r>
            <a:r>
              <a:rPr lang="en-PH" sz="3600" dirty="0"/>
              <a:t> ng </a:t>
            </a:r>
            <a:r>
              <a:rPr lang="en-PH" sz="3600" dirty="0" err="1"/>
              <a:t>ina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Rizal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magdaos</a:t>
            </a:r>
            <a:r>
              <a:rPr lang="en-PH" sz="3600" dirty="0"/>
              <a:t> </a:t>
            </a:r>
            <a:r>
              <a:rPr lang="en-PH" sz="3600" dirty="0" err="1"/>
              <a:t>sila</a:t>
            </a:r>
            <a:r>
              <a:rPr lang="en-PH" sz="3600" dirty="0"/>
              <a:t> ng </a:t>
            </a:r>
            <a:r>
              <a:rPr lang="en-PH" sz="3600" dirty="0" err="1"/>
              <a:t>kasalang</a:t>
            </a:r>
            <a:r>
              <a:rPr lang="en-PH" sz="3600" dirty="0"/>
              <a:t> </a:t>
            </a:r>
            <a:r>
              <a:rPr lang="en-PH" sz="3600" dirty="0" err="1"/>
              <a:t>sibil</a:t>
            </a:r>
            <a:r>
              <a:rPr lang="en-PH" sz="3600" dirty="0"/>
              <a:t>,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hindi</a:t>
            </a:r>
            <a:r>
              <a:rPr lang="en-PH" sz="3600" dirty="0"/>
              <a:t> </a:t>
            </a:r>
            <a:r>
              <a:rPr lang="en-PH" sz="3600" dirty="0" err="1"/>
              <a:t>mabagabag</a:t>
            </a:r>
            <a:r>
              <a:rPr lang="en-PH" sz="3600" dirty="0"/>
              <a:t> ang </a:t>
            </a:r>
            <a:r>
              <a:rPr lang="en-PH" sz="3600" dirty="0" err="1"/>
              <a:t>konsensya</a:t>
            </a:r>
            <a:r>
              <a:rPr lang="en-PH" sz="3600" dirty="0"/>
              <a:t> </a:t>
            </a:r>
            <a:r>
              <a:rPr lang="en-PH" sz="3600" dirty="0" err="1"/>
              <a:t>ni</a:t>
            </a:r>
            <a:r>
              <a:rPr lang="en-PH" sz="3600" dirty="0"/>
              <a:t> Rizal </a:t>
            </a:r>
            <a:r>
              <a:rPr lang="en-PH" sz="3600" dirty="0" err="1"/>
              <a:t>ukol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kaniyang</a:t>
            </a:r>
            <a:r>
              <a:rPr lang="en-PH" sz="3600" dirty="0"/>
              <a:t> </a:t>
            </a:r>
            <a:r>
              <a:rPr lang="en-PH" sz="3600" dirty="0" err="1"/>
              <a:t>politikal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pananaw</a:t>
            </a:r>
            <a:r>
              <a:rPr lang="en-PH" sz="3600" dirty="0"/>
              <a:t> </a:t>
            </a:r>
            <a:r>
              <a:rPr lang="en-PH" sz="3600" dirty="0" err="1"/>
              <a:t>upang</a:t>
            </a:r>
            <a:r>
              <a:rPr lang="en-PH" sz="3600" dirty="0"/>
              <a:t> </a:t>
            </a:r>
            <a:r>
              <a:rPr lang="en-PH" sz="3600" dirty="0" err="1"/>
              <a:t>makakuha</a:t>
            </a:r>
            <a:r>
              <a:rPr lang="en-PH" sz="3600" dirty="0"/>
              <a:t> ng </a:t>
            </a:r>
            <a:r>
              <a:rPr lang="en-PH" sz="3600" dirty="0" err="1"/>
              <a:t>pahintulot</a:t>
            </a:r>
            <a:r>
              <a:rPr lang="en-PH" sz="3600" dirty="0"/>
              <a:t> </a:t>
            </a:r>
            <a:r>
              <a:rPr lang="en-PH" sz="3600" dirty="0" err="1"/>
              <a:t>mula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isang</a:t>
            </a:r>
            <a:r>
              <a:rPr lang="en-PH" sz="3600" dirty="0"/>
              <a:t> Obispo. </a:t>
            </a:r>
            <a:r>
              <a:rPr lang="en-PH" sz="3600" dirty="0" err="1"/>
              <a:t>Naikasal</a:t>
            </a:r>
            <a:r>
              <a:rPr lang="en-PH" sz="3600" dirty="0"/>
              <a:t> </a:t>
            </a:r>
            <a:r>
              <a:rPr lang="en-PH" sz="3600" dirty="0" err="1"/>
              <a:t>si</a:t>
            </a:r>
            <a:r>
              <a:rPr lang="en-PH" sz="3600" dirty="0"/>
              <a:t> Rizal at Josephine </a:t>
            </a:r>
            <a:r>
              <a:rPr lang="en-PH" sz="3600" dirty="0" err="1"/>
              <a:t>sa</a:t>
            </a:r>
            <a:r>
              <a:rPr lang="en-PH" sz="3600" dirty="0"/>
              <a:t> </a:t>
            </a:r>
            <a:r>
              <a:rPr lang="en-PH" sz="3600" dirty="0" err="1"/>
              <a:t>pamamagitan</a:t>
            </a:r>
            <a:r>
              <a:rPr lang="en-PH" sz="3600" dirty="0"/>
              <a:t> ng </a:t>
            </a:r>
            <a:r>
              <a:rPr lang="en-PH" sz="3600" dirty="0" err="1"/>
              <a:t>kasalang</a:t>
            </a:r>
            <a:r>
              <a:rPr lang="en-PH" sz="3600" dirty="0"/>
              <a:t> </a:t>
            </a:r>
            <a:r>
              <a:rPr lang="en-PH" sz="3600" dirty="0" err="1"/>
              <a:t>sibil</a:t>
            </a:r>
            <a:r>
              <a:rPr lang="en-PH" sz="3600" dirty="0"/>
              <a:t> </a:t>
            </a:r>
            <a:r>
              <a:rPr lang="en-PH" sz="3600" dirty="0" err="1"/>
              <a:t>sa</a:t>
            </a:r>
            <a:r>
              <a:rPr lang="en-PH" sz="3600" dirty="0"/>
              <a:t> Talisay </a:t>
            </a:r>
            <a:r>
              <a:rPr lang="en-PH" sz="3600" dirty="0" err="1"/>
              <a:t>sa</a:t>
            </a:r>
            <a:r>
              <a:rPr lang="en-PH" sz="3600" dirty="0"/>
              <a:t> Dapitan. </a:t>
            </a:r>
            <a:r>
              <a:rPr lang="en-PH" sz="3600" dirty="0" err="1"/>
              <a:t>Sinasabing</a:t>
            </a:r>
            <a:r>
              <a:rPr lang="en-PH" sz="3600" dirty="0"/>
              <a:t> </a:t>
            </a:r>
            <a:r>
              <a:rPr lang="en-PH" sz="3600" dirty="0" err="1"/>
              <a:t>nagkaroon</a:t>
            </a:r>
            <a:r>
              <a:rPr lang="en-PH" sz="3600" dirty="0"/>
              <a:t> </a:t>
            </a:r>
            <a:r>
              <a:rPr lang="en-PH" sz="3600" dirty="0" err="1"/>
              <a:t>sila</a:t>
            </a:r>
            <a:r>
              <a:rPr lang="en-PH" sz="3600" dirty="0"/>
              <a:t> ng </a:t>
            </a:r>
            <a:r>
              <a:rPr lang="en-PH" sz="3600" dirty="0" err="1"/>
              <a:t>isang</a:t>
            </a:r>
            <a:r>
              <a:rPr lang="en-PH" sz="3600" dirty="0"/>
              <a:t> </a:t>
            </a:r>
            <a:r>
              <a:rPr lang="en-PH" sz="3600" dirty="0" err="1"/>
              <a:t>anak</a:t>
            </a:r>
            <a:r>
              <a:rPr lang="en-PH" sz="3600" dirty="0"/>
              <a:t>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nagngangalang</a:t>
            </a:r>
            <a:r>
              <a:rPr lang="en-PH" sz="3600" dirty="0"/>
              <a:t> Francisco, </a:t>
            </a:r>
            <a:r>
              <a:rPr lang="en-PH" sz="3600" dirty="0" err="1"/>
              <a:t>na</a:t>
            </a:r>
            <a:r>
              <a:rPr lang="en-PH" sz="3600" dirty="0"/>
              <a:t> </a:t>
            </a:r>
            <a:r>
              <a:rPr lang="en-PH" sz="3600" dirty="0" err="1"/>
              <a:t>namatay</a:t>
            </a:r>
            <a:r>
              <a:rPr lang="en-PH" sz="3600" dirty="0"/>
              <a:t> din </a:t>
            </a:r>
            <a:r>
              <a:rPr lang="en-PH" sz="3600" dirty="0" err="1"/>
              <a:t>agad</a:t>
            </a:r>
            <a:r>
              <a:rPr lang="en-PH" sz="3600" dirty="0"/>
              <a:t> </a:t>
            </a:r>
            <a:r>
              <a:rPr lang="en-PH" sz="3600" dirty="0" err="1"/>
              <a:t>pagkasilang</a:t>
            </a:r>
            <a:r>
              <a:rPr lang="en-PH" sz="3600" dirty="0"/>
              <a:t>.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35451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/>
          </a:bodyPr>
          <a:lstStyle/>
          <a:p>
            <a:r>
              <a:rPr lang="en-PH" dirty="0"/>
              <a:t>	</a:t>
            </a:r>
            <a:r>
              <a:rPr lang="en-PH" sz="4000" b="1" dirty="0" err="1"/>
              <a:t>Pagpapatapon</a:t>
            </a:r>
            <a:r>
              <a:rPr lang="en-PH" sz="4000" b="1" dirty="0"/>
              <a:t> </a:t>
            </a:r>
            <a:r>
              <a:rPr lang="en-PH" sz="4000" b="1" dirty="0" err="1"/>
              <a:t>sa</a:t>
            </a:r>
            <a:r>
              <a:rPr lang="en-PH" sz="4000" b="1" dirty="0"/>
              <a:t> Dapitan</a:t>
            </a:r>
            <a:endParaRPr lang="en-PH" b="1" dirty="0"/>
          </a:p>
          <a:p>
            <a:pPr algn="just"/>
            <a:r>
              <a:rPr lang="en-PH" sz="4400" dirty="0" err="1"/>
              <a:t>Pagbalik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Maynila </a:t>
            </a:r>
            <a:r>
              <a:rPr lang="en-PH" sz="4400" dirty="0" err="1"/>
              <a:t>noong</a:t>
            </a:r>
            <a:r>
              <a:rPr lang="en-PH" sz="4400" dirty="0"/>
              <a:t> 1892, </a:t>
            </a:r>
            <a:r>
              <a:rPr lang="en-PH" sz="4400" dirty="0" err="1"/>
              <a:t>binuo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Rizal ang </a:t>
            </a:r>
            <a:r>
              <a:rPr lang="en-PH" sz="4400" dirty="0" err="1"/>
              <a:t>isang</a:t>
            </a:r>
            <a:r>
              <a:rPr lang="en-PH" sz="4400" dirty="0"/>
              <a:t> </a:t>
            </a:r>
            <a:r>
              <a:rPr lang="en-PH" sz="4400" dirty="0" err="1"/>
              <a:t>samahang</a:t>
            </a:r>
            <a:r>
              <a:rPr lang="en-PH" sz="4400" dirty="0"/>
              <a:t> La Liga Filipina. </a:t>
            </a:r>
            <a:r>
              <a:rPr lang="en-PH" sz="4400" dirty="0" err="1"/>
              <a:t>Isinusulong</a:t>
            </a:r>
            <a:r>
              <a:rPr lang="en-PH" sz="4400" dirty="0"/>
              <a:t> ng </a:t>
            </a:r>
            <a:r>
              <a:rPr lang="en-PH" sz="4400" dirty="0" err="1"/>
              <a:t>samahang</a:t>
            </a:r>
            <a:r>
              <a:rPr lang="en-PH" sz="4400" dirty="0"/>
              <a:t> </a:t>
            </a:r>
            <a:r>
              <a:rPr lang="en-PH" sz="4400" dirty="0" err="1"/>
              <a:t>ito</a:t>
            </a:r>
            <a:r>
              <a:rPr lang="en-PH" sz="4400" dirty="0"/>
              <a:t> ang </a:t>
            </a:r>
            <a:r>
              <a:rPr lang="en-PH" sz="4400" dirty="0" err="1"/>
              <a:t>pagkakaroon</a:t>
            </a:r>
            <a:r>
              <a:rPr lang="en-PH" sz="4400" dirty="0"/>
              <a:t> ng </a:t>
            </a:r>
            <a:r>
              <a:rPr lang="en-PH" sz="4400" dirty="0" err="1"/>
              <a:t>reporma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pamamagitan</a:t>
            </a:r>
            <a:r>
              <a:rPr lang="en-PH" sz="4400" dirty="0"/>
              <a:t> ng legal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pamamaraan</a:t>
            </a:r>
            <a:r>
              <a:rPr lang="en-PH" sz="4400" dirty="0"/>
              <a:t>, </a:t>
            </a:r>
            <a:r>
              <a:rPr lang="en-PH" sz="4400" dirty="0" err="1"/>
              <a:t>ngunit</a:t>
            </a:r>
            <a:r>
              <a:rPr lang="en-PH" sz="4400" dirty="0"/>
              <a:t> </a:t>
            </a:r>
            <a:r>
              <a:rPr lang="en-PH" sz="4400" dirty="0" err="1"/>
              <a:t>ito'y</a:t>
            </a:r>
            <a:r>
              <a:rPr lang="en-PH" sz="4400" dirty="0"/>
              <a:t> </a:t>
            </a:r>
            <a:r>
              <a:rPr lang="en-PH" sz="4400" dirty="0" err="1"/>
              <a:t>binuwag</a:t>
            </a:r>
            <a:r>
              <a:rPr lang="en-PH" sz="4400" dirty="0"/>
              <a:t> ng </a:t>
            </a:r>
            <a:r>
              <a:rPr lang="en-PH" sz="4400" dirty="0" err="1"/>
              <a:t>gobernador</a:t>
            </a:r>
            <a:r>
              <a:rPr lang="en-PH" sz="4400" dirty="0"/>
              <a:t>. Sa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panahong</a:t>
            </a:r>
            <a:r>
              <a:rPr lang="en-PH" sz="4400" dirty="0"/>
              <a:t> </a:t>
            </a:r>
            <a:r>
              <a:rPr lang="en-PH" sz="4400" dirty="0" err="1"/>
              <a:t>iyon</a:t>
            </a:r>
            <a:r>
              <a:rPr lang="en-PH" sz="4400" dirty="0"/>
              <a:t>, </a:t>
            </a:r>
            <a:r>
              <a:rPr lang="en-PH" sz="4400" dirty="0" err="1"/>
              <a:t>tinuturing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siya</a:t>
            </a:r>
            <a:r>
              <a:rPr lang="en-PH" sz="4400" dirty="0"/>
              <a:t> </a:t>
            </a:r>
            <a:r>
              <a:rPr lang="en-PH" sz="4400" dirty="0" err="1"/>
              <a:t>bilang</a:t>
            </a:r>
            <a:r>
              <a:rPr lang="en-PH" sz="4400" dirty="0"/>
              <a:t> </a:t>
            </a:r>
            <a:r>
              <a:rPr lang="en-PH" sz="4400" dirty="0" err="1"/>
              <a:t>kalaban</a:t>
            </a:r>
            <a:r>
              <a:rPr lang="en-PH" sz="4400" dirty="0"/>
              <a:t> ng </a:t>
            </a:r>
            <a:r>
              <a:rPr lang="en-PH" sz="4400" dirty="0" err="1"/>
              <a:t>estado</a:t>
            </a:r>
            <a:r>
              <a:rPr lang="en-PH" sz="4400" dirty="0"/>
              <a:t> ng </a:t>
            </a:r>
            <a:r>
              <a:rPr lang="en-PH" sz="4400" dirty="0" err="1"/>
              <a:t>pamahalaang</a:t>
            </a:r>
            <a:r>
              <a:rPr lang="en-PH" sz="4400" dirty="0"/>
              <a:t> </a:t>
            </a:r>
            <a:r>
              <a:rPr lang="en-PH" sz="4400" dirty="0" err="1"/>
              <a:t>Kastila</a:t>
            </a:r>
            <a:r>
              <a:rPr lang="en-PH" sz="4400" dirty="0"/>
              <a:t> </a:t>
            </a:r>
            <a:r>
              <a:rPr lang="en-PH" sz="4400" dirty="0" err="1"/>
              <a:t>dahil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nobela</a:t>
            </a:r>
            <a:r>
              <a:rPr lang="en-PH" sz="44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145814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PH" sz="3200" dirty="0" err="1"/>
              <a:t>Nasangkot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Rizal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gawaing</a:t>
            </a:r>
            <a:r>
              <a:rPr lang="en-PH" sz="3200" dirty="0"/>
              <a:t> </a:t>
            </a:r>
            <a:r>
              <a:rPr lang="en-PH" sz="3200" dirty="0" err="1"/>
              <a:t>rebelyon</a:t>
            </a:r>
            <a:r>
              <a:rPr lang="en-PH" sz="3200" dirty="0"/>
              <a:t> at </a:t>
            </a:r>
            <a:r>
              <a:rPr lang="en-PH" sz="3200" dirty="0" err="1"/>
              <a:t>noong</a:t>
            </a:r>
            <a:r>
              <a:rPr lang="en-PH" sz="3200" dirty="0"/>
              <a:t> Hulyo 1892 ay </a:t>
            </a:r>
            <a:r>
              <a:rPr lang="en-PH" sz="3200" dirty="0" err="1"/>
              <a:t>pinatapon</a:t>
            </a:r>
            <a:r>
              <a:rPr lang="en-PH" sz="3200" dirty="0"/>
              <a:t> </a:t>
            </a:r>
            <a:r>
              <a:rPr lang="en-PH" sz="3200" dirty="0" err="1"/>
              <a:t>siya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Dapitan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probinsya</a:t>
            </a:r>
            <a:r>
              <a:rPr lang="en-PH" sz="3200" dirty="0"/>
              <a:t> ng Zamboanga.[29] </a:t>
            </a:r>
            <a:r>
              <a:rPr lang="en-PH" sz="3200" dirty="0" err="1"/>
              <a:t>Habang</a:t>
            </a:r>
            <a:r>
              <a:rPr lang="en-PH" sz="3200" dirty="0"/>
              <a:t> </a:t>
            </a:r>
            <a:r>
              <a:rPr lang="en-PH" sz="3200" dirty="0" err="1"/>
              <a:t>nasa</a:t>
            </a:r>
            <a:r>
              <a:rPr lang="en-PH" sz="3200" dirty="0"/>
              <a:t> Dapitan ay </a:t>
            </a:r>
            <a:r>
              <a:rPr lang="en-PH" sz="3200" dirty="0" err="1"/>
              <a:t>nagtayo</a:t>
            </a:r>
            <a:r>
              <a:rPr lang="en-PH" sz="3200" dirty="0"/>
              <a:t> </a:t>
            </a:r>
            <a:r>
              <a:rPr lang="en-PH" sz="3200" dirty="0" err="1"/>
              <a:t>siya</a:t>
            </a:r>
            <a:r>
              <a:rPr lang="en-PH" sz="3200" dirty="0"/>
              <a:t> ng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paaralan</a:t>
            </a:r>
            <a:r>
              <a:rPr lang="en-PH" sz="3200" dirty="0"/>
              <a:t>, </a:t>
            </a:r>
            <a:r>
              <a:rPr lang="en-PH" sz="3200" dirty="0" err="1"/>
              <a:t>ospital</a:t>
            </a:r>
            <a:r>
              <a:rPr lang="en-PH" sz="3200" dirty="0"/>
              <a:t> at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sistema</a:t>
            </a:r>
            <a:r>
              <a:rPr lang="en-PH" sz="3200" dirty="0"/>
              <a:t> ng </a:t>
            </a:r>
            <a:r>
              <a:rPr lang="en-PH" sz="3200" dirty="0" err="1"/>
              <a:t>suplay</a:t>
            </a:r>
            <a:r>
              <a:rPr lang="en-PH" sz="3200" dirty="0"/>
              <a:t> ng </a:t>
            </a:r>
            <a:r>
              <a:rPr lang="en-PH" sz="3200" dirty="0" err="1"/>
              <a:t>tubig</a:t>
            </a:r>
            <a:r>
              <a:rPr lang="en-PH" sz="3200" dirty="0"/>
              <a:t>, at </a:t>
            </a:r>
            <a:r>
              <a:rPr lang="en-PH" sz="3200" dirty="0" err="1"/>
              <a:t>nagturo</a:t>
            </a:r>
            <a:r>
              <a:rPr lang="en-PH" sz="3200" dirty="0"/>
              <a:t> din ng </a:t>
            </a:r>
            <a:r>
              <a:rPr lang="en-PH" sz="3200" dirty="0" err="1"/>
              <a:t>pagsasaka</a:t>
            </a:r>
            <a:r>
              <a:rPr lang="en-PH" sz="3200" dirty="0"/>
              <a:t>.</a:t>
            </a:r>
          </a:p>
          <a:p>
            <a:pPr algn="just"/>
            <a:endParaRPr lang="en-PH" sz="3200" dirty="0"/>
          </a:p>
          <a:p>
            <a:pPr algn="just"/>
            <a:r>
              <a:rPr lang="en-PH" sz="3200" dirty="0" err="1"/>
              <a:t>Nagtayo</a:t>
            </a:r>
            <a:r>
              <a:rPr lang="en-PH" sz="3200" dirty="0"/>
              <a:t> </a:t>
            </a:r>
            <a:r>
              <a:rPr lang="en-PH" sz="3200" dirty="0" err="1"/>
              <a:t>si</a:t>
            </a:r>
            <a:r>
              <a:rPr lang="en-PH" sz="3200" dirty="0"/>
              <a:t> Rizal ng </a:t>
            </a:r>
            <a:r>
              <a:rPr lang="en-PH" sz="3200" dirty="0" err="1"/>
              <a:t>paaralan</a:t>
            </a:r>
            <a:r>
              <a:rPr lang="en-PH" sz="3200" dirty="0"/>
              <a:t> para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batang</a:t>
            </a:r>
            <a:r>
              <a:rPr lang="en-PH" sz="3200" dirty="0"/>
              <a:t> </a:t>
            </a:r>
            <a:r>
              <a:rPr lang="en-PH" sz="3200" dirty="0" err="1"/>
              <a:t>lalaki</a:t>
            </a:r>
            <a:r>
              <a:rPr lang="en-PH" sz="3200" dirty="0"/>
              <a:t>. Sa </a:t>
            </a:r>
            <a:r>
              <a:rPr lang="en-PH" sz="3200" dirty="0" err="1"/>
              <a:t>paaralang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, </a:t>
            </a:r>
            <a:r>
              <a:rPr lang="en-PH" sz="3200" dirty="0" err="1"/>
              <a:t>wikang</a:t>
            </a:r>
            <a:r>
              <a:rPr lang="en-PH" sz="3200" dirty="0"/>
              <a:t> </a:t>
            </a:r>
            <a:r>
              <a:rPr lang="en-PH" sz="3200" dirty="0" err="1"/>
              <a:t>Kastila</a:t>
            </a:r>
            <a:r>
              <a:rPr lang="en-PH" sz="3200" dirty="0"/>
              <a:t> ang </a:t>
            </a:r>
            <a:r>
              <a:rPr lang="en-PH" sz="3200" dirty="0" err="1"/>
              <a:t>ginagamit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pagtuturo</a:t>
            </a:r>
            <a:r>
              <a:rPr lang="en-PH" sz="3200" dirty="0"/>
              <a:t>, at </a:t>
            </a:r>
            <a:r>
              <a:rPr lang="en-PH" sz="3200" dirty="0" err="1"/>
              <a:t>nagtuturo</a:t>
            </a:r>
            <a:r>
              <a:rPr lang="en-PH" sz="3200" dirty="0"/>
              <a:t> din </a:t>
            </a:r>
            <a:r>
              <a:rPr lang="en-PH" sz="3200" dirty="0" err="1"/>
              <a:t>ito</a:t>
            </a:r>
            <a:r>
              <a:rPr lang="en-PH" sz="3200" dirty="0"/>
              <a:t> ng Ingles </a:t>
            </a:r>
            <a:r>
              <a:rPr lang="en-PH" sz="3200" dirty="0" err="1"/>
              <a:t>bilang</a:t>
            </a:r>
            <a:r>
              <a:rPr lang="en-PH" sz="3200" dirty="0"/>
              <a:t> </a:t>
            </a:r>
            <a:r>
              <a:rPr lang="en-PH" sz="3200" dirty="0" err="1"/>
              <a:t>wikang</a:t>
            </a:r>
            <a:r>
              <a:rPr lang="en-PH" sz="3200" dirty="0"/>
              <a:t> </a:t>
            </a:r>
            <a:r>
              <a:rPr lang="en-PH" sz="3200" dirty="0" err="1"/>
              <a:t>banyaga</a:t>
            </a:r>
            <a:r>
              <a:rPr lang="en-PH" sz="3200" dirty="0"/>
              <a:t>. Ang </a:t>
            </a:r>
            <a:r>
              <a:rPr lang="en-PH" sz="3200" dirty="0" err="1"/>
              <a:t>layunin</a:t>
            </a:r>
            <a:r>
              <a:rPr lang="en-PH" sz="3200" dirty="0"/>
              <a:t> ng </a:t>
            </a:r>
            <a:r>
              <a:rPr lang="en-PH" sz="3200" dirty="0" err="1"/>
              <a:t>paaralang</a:t>
            </a:r>
            <a:r>
              <a:rPr lang="en-PH" sz="3200" dirty="0"/>
              <a:t> </a:t>
            </a:r>
            <a:r>
              <a:rPr lang="en-PH" sz="3200" dirty="0" err="1"/>
              <a:t>ito</a:t>
            </a:r>
            <a:r>
              <a:rPr lang="en-PH" sz="3200" dirty="0"/>
              <a:t> ay </a:t>
            </a:r>
            <a:r>
              <a:rPr lang="en-PH" sz="3200" dirty="0" err="1"/>
              <a:t>upang</a:t>
            </a:r>
            <a:r>
              <a:rPr lang="en-PH" sz="3200" dirty="0"/>
              <a:t> </a:t>
            </a:r>
            <a:r>
              <a:rPr lang="en-PH" sz="3200" dirty="0" err="1"/>
              <a:t>turuan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mag-</a:t>
            </a:r>
            <a:r>
              <a:rPr lang="en-PH" sz="3200" dirty="0" err="1"/>
              <a:t>aaral</a:t>
            </a:r>
            <a:r>
              <a:rPr lang="en-PH" sz="3200" dirty="0"/>
              <a:t> ng </a:t>
            </a:r>
            <a:r>
              <a:rPr lang="en-PH" sz="3200" dirty="0" err="1"/>
              <a:t>pagiging</a:t>
            </a:r>
            <a:r>
              <a:rPr lang="en-PH" sz="3200" dirty="0"/>
              <a:t> </a:t>
            </a:r>
            <a:r>
              <a:rPr lang="en-PH" sz="3200" dirty="0" err="1"/>
              <a:t>maparaan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buhay</a:t>
            </a:r>
            <a:r>
              <a:rPr lang="en-PH" sz="3200" dirty="0"/>
              <a:t>.[</a:t>
            </a:r>
            <a:r>
              <a:rPr lang="en-PH" sz="3200" dirty="0" err="1"/>
              <a:t>kailangan</a:t>
            </a:r>
            <a:r>
              <a:rPr lang="en-PH" sz="3200" dirty="0"/>
              <a:t> ng </a:t>
            </a:r>
            <a:r>
              <a:rPr lang="en-PH" sz="3200" dirty="0" err="1"/>
              <a:t>sanggunian</a:t>
            </a:r>
            <a:r>
              <a:rPr lang="en-PH" sz="3200" dirty="0"/>
              <a:t>] Ang </a:t>
            </a:r>
            <a:r>
              <a:rPr lang="en-PH" sz="3200" dirty="0" err="1"/>
              <a:t>ilan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mag-</a:t>
            </a:r>
            <a:r>
              <a:rPr lang="en-PH" sz="3200" dirty="0" err="1"/>
              <a:t>aaral</a:t>
            </a:r>
            <a:r>
              <a:rPr lang="en-PH" sz="3200" dirty="0"/>
              <a:t> ay </a:t>
            </a:r>
            <a:r>
              <a:rPr lang="en-PH" sz="3200" dirty="0" err="1"/>
              <a:t>naging</a:t>
            </a:r>
            <a:r>
              <a:rPr lang="en-PH" sz="3200" dirty="0"/>
              <a:t> </a:t>
            </a:r>
            <a:r>
              <a:rPr lang="en-PH" sz="3200" dirty="0" err="1"/>
              <a:t>matagumpay</a:t>
            </a:r>
            <a:r>
              <a:rPr lang="en-PH" sz="3200" dirty="0"/>
              <a:t> </a:t>
            </a:r>
            <a:r>
              <a:rPr lang="en-PH" sz="3200" dirty="0" err="1"/>
              <a:t>bilang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magsasaka</a:t>
            </a:r>
            <a:r>
              <a:rPr lang="en-PH" sz="3200" dirty="0"/>
              <a:t> at </a:t>
            </a:r>
            <a:r>
              <a:rPr lang="en-PH" sz="3200" dirty="0" err="1"/>
              <a:t>tapat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opisyal</a:t>
            </a:r>
            <a:r>
              <a:rPr lang="en-PH" sz="3200" dirty="0"/>
              <a:t> ng </a:t>
            </a:r>
            <a:r>
              <a:rPr lang="en-PH" sz="3200" dirty="0" err="1"/>
              <a:t>pamahalaan</a:t>
            </a:r>
            <a:r>
              <a:rPr lang="en-PH" sz="3200" dirty="0"/>
              <a:t>. Isang Muslim ang </a:t>
            </a:r>
            <a:r>
              <a:rPr lang="en-PH" sz="3200" dirty="0" err="1"/>
              <a:t>naging</a:t>
            </a:r>
            <a:r>
              <a:rPr lang="en-PH" sz="3200" dirty="0"/>
              <a:t> </a:t>
            </a:r>
            <a:r>
              <a:rPr lang="en-PH" sz="3200" dirty="0" err="1"/>
              <a:t>datu</a:t>
            </a:r>
            <a:r>
              <a:rPr lang="en-PH" sz="3200" dirty="0"/>
              <a:t>, at </a:t>
            </a:r>
            <a:r>
              <a:rPr lang="en-PH" sz="3200" dirty="0" err="1"/>
              <a:t>isa</a:t>
            </a:r>
            <a:r>
              <a:rPr lang="en-PH" sz="3200" dirty="0"/>
              <a:t> pa, </a:t>
            </a:r>
            <a:r>
              <a:rPr lang="en-PH" sz="3200" dirty="0" err="1"/>
              <a:t>si</a:t>
            </a:r>
            <a:r>
              <a:rPr lang="en-PH" sz="3200" dirty="0"/>
              <a:t> Jose </a:t>
            </a:r>
            <a:r>
              <a:rPr lang="en-PH" sz="3200" dirty="0" err="1"/>
              <a:t>Aseniero</a:t>
            </a:r>
            <a:r>
              <a:rPr lang="en-PH" sz="3200" dirty="0"/>
              <a:t>, ay </a:t>
            </a:r>
            <a:r>
              <a:rPr lang="en-PH" sz="3200" dirty="0" err="1"/>
              <a:t>naging</a:t>
            </a:r>
            <a:r>
              <a:rPr lang="en-PH" sz="3200" dirty="0"/>
              <a:t> </a:t>
            </a:r>
            <a:r>
              <a:rPr lang="en-PH" sz="3200" dirty="0" err="1"/>
              <a:t>gobernador</a:t>
            </a:r>
            <a:r>
              <a:rPr lang="en-PH" sz="3200" dirty="0"/>
              <a:t> ng Zamboanga.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478686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2800" dirty="0" err="1"/>
              <a:t>Nagkaroon</a:t>
            </a:r>
            <a:r>
              <a:rPr lang="en-PH" sz="2800" dirty="0"/>
              <a:t> ng </a:t>
            </a:r>
            <a:r>
              <a:rPr lang="en-PH" sz="2800" dirty="0" err="1"/>
              <a:t>misyon</a:t>
            </a:r>
            <a:r>
              <a:rPr lang="en-PH" sz="2800" dirty="0"/>
              <a:t> ang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Heswita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pabalikin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Rizal </a:t>
            </a:r>
            <a:r>
              <a:rPr lang="en-PH" sz="2800" dirty="0" err="1"/>
              <a:t>mula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Dapitan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pamumuno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Padre Sanchez,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dati</a:t>
            </a:r>
            <a:r>
              <a:rPr lang="en-PH" sz="2800" dirty="0"/>
              <a:t> </a:t>
            </a:r>
            <a:r>
              <a:rPr lang="en-PH" sz="2800" dirty="0" err="1"/>
              <a:t>niyang</a:t>
            </a:r>
            <a:r>
              <a:rPr lang="en-PH" sz="2800" dirty="0"/>
              <a:t> </a:t>
            </a:r>
            <a:r>
              <a:rPr lang="en-PH" sz="2800" dirty="0" err="1"/>
              <a:t>guro</a:t>
            </a:r>
            <a:r>
              <a:rPr lang="en-PH" sz="2800" dirty="0"/>
              <a:t>, </a:t>
            </a:r>
            <a:r>
              <a:rPr lang="en-PH" sz="2800" dirty="0" err="1"/>
              <a:t>ngunit</a:t>
            </a:r>
            <a:r>
              <a:rPr lang="en-PH" sz="2800" dirty="0"/>
              <a:t> </a:t>
            </a:r>
            <a:r>
              <a:rPr lang="en-PH" sz="2800" dirty="0" err="1"/>
              <a:t>nauwi</a:t>
            </a:r>
            <a:r>
              <a:rPr lang="en-PH" sz="2800" dirty="0"/>
              <a:t> </a:t>
            </a:r>
            <a:r>
              <a:rPr lang="en-PH" sz="2800" dirty="0" err="1"/>
              <a:t>ito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kabiguan</a:t>
            </a:r>
            <a:r>
              <a:rPr lang="en-PH" sz="2800" dirty="0"/>
              <a:t>. </a:t>
            </a:r>
            <a:r>
              <a:rPr lang="en-PH" sz="2800" dirty="0" err="1"/>
              <a:t>Muli</a:t>
            </a:r>
            <a:r>
              <a:rPr lang="en-PH" sz="2800" dirty="0"/>
              <a:t> </a:t>
            </a:r>
            <a:r>
              <a:rPr lang="en-PH" sz="2800" dirty="0" err="1"/>
              <a:t>itong</a:t>
            </a:r>
            <a:r>
              <a:rPr lang="en-PH" sz="2800" dirty="0"/>
              <a:t> </a:t>
            </a:r>
            <a:r>
              <a:rPr lang="en-PH" sz="2800" dirty="0" err="1"/>
              <a:t>tinangka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Padre </a:t>
            </a:r>
            <a:r>
              <a:rPr lang="en-PH" sz="2800" dirty="0" err="1"/>
              <a:t>Pastelles</a:t>
            </a:r>
            <a:r>
              <a:rPr lang="en-PH" sz="2800" dirty="0"/>
              <a:t>,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kilalang</a:t>
            </a:r>
            <a:r>
              <a:rPr lang="en-PH" sz="2800" dirty="0"/>
              <a:t> </a:t>
            </a:r>
            <a:r>
              <a:rPr lang="en-PH" sz="2800" dirty="0" err="1"/>
              <a:t>bahagi</a:t>
            </a:r>
            <a:r>
              <a:rPr lang="en-PH" sz="2800" dirty="0"/>
              <a:t> ng Orden.</a:t>
            </a:r>
          </a:p>
          <a:p>
            <a:pPr algn="just"/>
            <a:endParaRPr lang="en-PH" sz="2800" dirty="0"/>
          </a:p>
          <a:p>
            <a:pPr algn="just"/>
            <a:r>
              <a:rPr lang="en-PH" sz="2800" dirty="0" err="1"/>
              <a:t>Naging</a:t>
            </a:r>
            <a:r>
              <a:rPr lang="en-PH" sz="2800" dirty="0"/>
              <a:t> </a:t>
            </a:r>
            <a:r>
              <a:rPr lang="en-PH" sz="2800" dirty="0" err="1"/>
              <a:t>tagapamagitan</a:t>
            </a:r>
            <a:r>
              <a:rPr lang="en-PH" sz="2800" dirty="0"/>
              <a:t> ang </a:t>
            </a:r>
            <a:r>
              <a:rPr lang="en-PH" sz="2800" dirty="0" err="1"/>
              <a:t>kaniyang</a:t>
            </a:r>
            <a:r>
              <a:rPr lang="en-PH" sz="2800" dirty="0"/>
              <a:t> </a:t>
            </a:r>
            <a:r>
              <a:rPr lang="en-PH" sz="2800" dirty="0" err="1"/>
              <a:t>matalik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kaibigang</a:t>
            </a:r>
            <a:r>
              <a:rPr lang="en-PH" sz="2800" dirty="0"/>
              <a:t> </a:t>
            </a:r>
            <a:r>
              <a:rPr lang="en-PH" sz="2800" dirty="0" err="1"/>
              <a:t>si</a:t>
            </a:r>
            <a:r>
              <a:rPr lang="en-PH" sz="2800" dirty="0"/>
              <a:t> Ferdinand </a:t>
            </a:r>
            <a:r>
              <a:rPr lang="en-PH" sz="2800" dirty="0" err="1"/>
              <a:t>Blumentritt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kaniyang</a:t>
            </a:r>
            <a:r>
              <a:rPr lang="en-PH" sz="2800" dirty="0"/>
              <a:t>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kaibigan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Europa, at </a:t>
            </a:r>
            <a:r>
              <a:rPr lang="en-PH" sz="2800" dirty="0" err="1"/>
              <a:t>patuloy</a:t>
            </a:r>
            <a:r>
              <a:rPr lang="en-PH" sz="2800" dirty="0"/>
              <a:t> ang </a:t>
            </a:r>
            <a:r>
              <a:rPr lang="en-PH" sz="2800" dirty="0" err="1"/>
              <a:t>kaniyang</a:t>
            </a:r>
            <a:r>
              <a:rPr lang="en-PH" sz="2800" dirty="0"/>
              <a:t> </a:t>
            </a:r>
            <a:r>
              <a:rPr lang="en-PH" sz="2800" dirty="0" err="1"/>
              <a:t>pakikipagtalastasan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kanila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siyang</a:t>
            </a:r>
            <a:r>
              <a:rPr lang="en-PH" sz="2800" dirty="0"/>
              <a:t> </a:t>
            </a:r>
            <a:r>
              <a:rPr lang="en-PH" sz="2800" dirty="0" err="1"/>
              <a:t>patuloy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nagpapadala</a:t>
            </a:r>
            <a:r>
              <a:rPr lang="en-PH" sz="2800" dirty="0"/>
              <a:t> 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liham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nakasulat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wikang</a:t>
            </a:r>
            <a:r>
              <a:rPr lang="en-PH" sz="2800" dirty="0"/>
              <a:t> </a:t>
            </a:r>
            <a:r>
              <a:rPr lang="en-PH" sz="2800" dirty="0" err="1"/>
              <a:t>Olandes</a:t>
            </a:r>
            <a:r>
              <a:rPr lang="en-PH" sz="2800" dirty="0"/>
              <a:t>, </a:t>
            </a:r>
            <a:r>
              <a:rPr lang="en-PH" sz="2800" dirty="0" err="1"/>
              <a:t>Pranses</a:t>
            </a:r>
            <a:r>
              <a:rPr lang="en-PH" sz="2800" dirty="0"/>
              <a:t>, Aleman at Ingles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lumito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sensura</a:t>
            </a:r>
            <a:r>
              <a:rPr lang="en-PH" sz="2800" dirty="0"/>
              <a:t>, kaya </a:t>
            </a:r>
            <a:r>
              <a:rPr lang="en-PH" sz="2800" dirty="0" err="1"/>
              <a:t>naantala</a:t>
            </a:r>
            <a:r>
              <a:rPr lang="en-PH" sz="2800" dirty="0"/>
              <a:t> ang </a:t>
            </a:r>
            <a:r>
              <a:rPr lang="en-PH" sz="2800" dirty="0" err="1"/>
              <a:t>kanilang</a:t>
            </a:r>
            <a:r>
              <a:rPr lang="en-PH" sz="2800" dirty="0"/>
              <a:t>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pagpapadala</a:t>
            </a:r>
            <a:r>
              <a:rPr lang="en-PH" sz="2800" dirty="0"/>
              <a:t>. Sa </a:t>
            </a:r>
            <a:r>
              <a:rPr lang="en-PH" sz="2800" dirty="0" err="1"/>
              <a:t>pananatili</a:t>
            </a:r>
            <a:r>
              <a:rPr lang="en-PH" sz="2800" dirty="0"/>
              <a:t> </a:t>
            </a:r>
            <a:r>
              <a:rPr lang="en-PH" sz="2800" dirty="0" err="1"/>
              <a:t>ni</a:t>
            </a:r>
            <a:r>
              <a:rPr lang="en-PH" sz="2800" dirty="0"/>
              <a:t> Rizal </a:t>
            </a:r>
            <a:r>
              <a:rPr lang="en-PH" sz="2800" dirty="0" err="1"/>
              <a:t>sa</a:t>
            </a:r>
            <a:r>
              <a:rPr lang="en-PH" sz="2800" dirty="0"/>
              <a:t> Dapitan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loob</a:t>
            </a:r>
            <a:r>
              <a:rPr lang="en-PH" sz="2800" dirty="0"/>
              <a:t> ng </a:t>
            </a:r>
            <a:r>
              <a:rPr lang="en-PH" sz="2800" dirty="0" err="1"/>
              <a:t>apat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taon</a:t>
            </a:r>
            <a:r>
              <a:rPr lang="en-PH" sz="2800" dirty="0"/>
              <a:t> ay </a:t>
            </a:r>
            <a:r>
              <a:rPr lang="en-PH" sz="2800" dirty="0" err="1"/>
              <a:t>umti-unti</a:t>
            </a:r>
            <a:r>
              <a:rPr lang="en-PH" sz="2800" dirty="0"/>
              <a:t> ding </a:t>
            </a:r>
            <a:r>
              <a:rPr lang="en-PH" sz="2800" dirty="0" err="1"/>
              <a:t>umusbong</a:t>
            </a:r>
            <a:r>
              <a:rPr lang="en-PH" sz="2800" dirty="0"/>
              <a:t> ang </a:t>
            </a:r>
            <a:r>
              <a:rPr lang="en-PH" sz="2800" dirty="0" err="1"/>
              <a:t>Rebolusyong</a:t>
            </a:r>
            <a:r>
              <a:rPr lang="en-PH" sz="2800" dirty="0"/>
              <a:t> Pilipino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kinalaunan</a:t>
            </a:r>
            <a:r>
              <a:rPr lang="en-PH" sz="2800" dirty="0"/>
              <a:t> ay </a:t>
            </a:r>
            <a:r>
              <a:rPr lang="en-PH" sz="2800" dirty="0" err="1"/>
              <a:t>nagpahamak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kaniya</a:t>
            </a:r>
            <a:r>
              <a:rPr lang="en-PH" sz="2800" dirty="0"/>
              <a:t>. </a:t>
            </a:r>
            <a:r>
              <a:rPr lang="en-PH" sz="2800" dirty="0" err="1"/>
              <a:t>Bagaman</a:t>
            </a:r>
            <a:r>
              <a:rPr lang="en-PH" sz="2800" dirty="0"/>
              <a:t> </a:t>
            </a:r>
            <a:r>
              <a:rPr lang="en-PH" sz="2800" dirty="0" err="1"/>
              <a:t>tutol</a:t>
            </a:r>
            <a:r>
              <a:rPr lang="en-PH" sz="2800" dirty="0"/>
              <a:t> </a:t>
            </a:r>
            <a:r>
              <a:rPr lang="en-PH" sz="2800" dirty="0" err="1"/>
              <a:t>siya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himagsikan</a:t>
            </a:r>
            <a:r>
              <a:rPr lang="en-PH" sz="2800" dirty="0"/>
              <a:t>, </a:t>
            </a:r>
            <a:r>
              <a:rPr lang="en-PH" sz="2800" dirty="0" err="1"/>
              <a:t>ginawa</a:t>
            </a:r>
            <a:r>
              <a:rPr lang="en-PH" sz="2800" dirty="0"/>
              <a:t> </a:t>
            </a:r>
            <a:r>
              <a:rPr lang="en-PH" sz="2800" dirty="0" err="1"/>
              <a:t>siyang</a:t>
            </a:r>
            <a:r>
              <a:rPr lang="en-PH" sz="2800" dirty="0"/>
              <a:t> </a:t>
            </a:r>
            <a:r>
              <a:rPr lang="en-PH" sz="2800" dirty="0" err="1"/>
              <a:t>pandangal</a:t>
            </a:r>
            <a:r>
              <a:rPr lang="en-PH" sz="2800" dirty="0"/>
              <a:t> </a:t>
            </a:r>
            <a:r>
              <a:rPr lang="en-PH" sz="2800" dirty="0" err="1"/>
              <a:t>na</a:t>
            </a:r>
            <a:r>
              <a:rPr lang="en-PH" sz="2800" dirty="0"/>
              <a:t> </a:t>
            </a:r>
            <a:r>
              <a:rPr lang="en-PH" sz="2800" dirty="0" err="1"/>
              <a:t>pangulo</a:t>
            </a:r>
            <a:r>
              <a:rPr lang="en-PH" sz="2800" dirty="0"/>
              <a:t> ng </a:t>
            </a:r>
            <a:r>
              <a:rPr lang="en-PH" sz="2800" dirty="0" err="1"/>
              <a:t>mga</a:t>
            </a:r>
            <a:r>
              <a:rPr lang="en-PH" sz="2800" dirty="0"/>
              <a:t> </a:t>
            </a:r>
            <a:r>
              <a:rPr lang="en-PH" sz="2800" dirty="0" err="1"/>
              <a:t>kasapi</a:t>
            </a:r>
            <a:r>
              <a:rPr lang="en-PH" sz="2800" dirty="0"/>
              <a:t> ng Katipunan at </a:t>
            </a:r>
            <a:r>
              <a:rPr lang="en-PH" sz="2800" dirty="0" err="1"/>
              <a:t>ginamit</a:t>
            </a:r>
            <a:r>
              <a:rPr lang="en-PH" sz="2800" dirty="0"/>
              <a:t> din ang </a:t>
            </a:r>
            <a:r>
              <a:rPr lang="en-PH" sz="2800" dirty="0" err="1"/>
              <a:t>kaniyang</a:t>
            </a:r>
            <a:r>
              <a:rPr lang="en-PH" sz="2800" dirty="0"/>
              <a:t> </a:t>
            </a:r>
            <a:r>
              <a:rPr lang="en-PH" sz="2800" dirty="0" err="1"/>
              <a:t>pangalan</a:t>
            </a:r>
            <a:r>
              <a:rPr lang="en-PH" sz="2800" dirty="0"/>
              <a:t> </a:t>
            </a:r>
            <a:r>
              <a:rPr lang="en-PH" sz="2800" dirty="0" err="1"/>
              <a:t>bilang</a:t>
            </a:r>
            <a:r>
              <a:rPr lang="en-PH" sz="2800" dirty="0"/>
              <a:t> </a:t>
            </a:r>
            <a:r>
              <a:rPr lang="en-PH" sz="2800" dirty="0" err="1"/>
              <a:t>sigaw</a:t>
            </a:r>
            <a:r>
              <a:rPr lang="en-PH" sz="2800" dirty="0"/>
              <a:t> </a:t>
            </a:r>
            <a:r>
              <a:rPr lang="en-PH" sz="2800" dirty="0" err="1"/>
              <a:t>sa</a:t>
            </a:r>
            <a:r>
              <a:rPr lang="en-PH" sz="2800" dirty="0"/>
              <a:t> </a:t>
            </a:r>
            <a:r>
              <a:rPr lang="en-PH" sz="2800" dirty="0" err="1"/>
              <a:t>digmaan</a:t>
            </a:r>
            <a:r>
              <a:rPr lang="en-PH" sz="2800" dirty="0"/>
              <a:t>, </a:t>
            </a:r>
            <a:r>
              <a:rPr lang="en-PH" sz="2800" dirty="0" err="1"/>
              <a:t>pakikipag-isa</a:t>
            </a:r>
            <a:r>
              <a:rPr lang="en-PH" sz="2800" dirty="0"/>
              <a:t> at </a:t>
            </a:r>
            <a:r>
              <a:rPr lang="en-PH" sz="2800" dirty="0" err="1"/>
              <a:t>kalayaan</a:t>
            </a:r>
            <a:r>
              <a:rPr lang="en-PH" sz="2800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8232002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10000"/>
          </a:bodyPr>
          <a:lstStyle/>
          <a:p>
            <a:r>
              <a:rPr lang="en-PH" sz="4000" b="1" dirty="0" err="1"/>
              <a:t>Pagbaril</a:t>
            </a:r>
            <a:r>
              <a:rPr lang="en-PH" sz="4000" b="1" dirty="0"/>
              <a:t> </a:t>
            </a:r>
            <a:r>
              <a:rPr lang="en-PH" sz="4000" b="1" dirty="0" err="1"/>
              <a:t>sa</a:t>
            </a:r>
            <a:r>
              <a:rPr lang="en-PH" sz="4000" b="1" dirty="0"/>
              <a:t> Bagumbayan</a:t>
            </a:r>
          </a:p>
          <a:p>
            <a:endParaRPr lang="en-PH" dirty="0"/>
          </a:p>
          <a:p>
            <a:pPr algn="just"/>
            <a:r>
              <a:rPr lang="en-PH" sz="3200" dirty="0"/>
              <a:t>Isang </a:t>
            </a:r>
            <a:r>
              <a:rPr lang="en-PH" sz="3200" dirty="0" err="1"/>
              <a:t>litrato</a:t>
            </a:r>
            <a:r>
              <a:rPr lang="en-PH" sz="3200" dirty="0"/>
              <a:t> ng </a:t>
            </a:r>
            <a:r>
              <a:rPr lang="en-PH" sz="3200" dirty="0" err="1"/>
              <a:t>pagbaril</a:t>
            </a:r>
            <a:r>
              <a:rPr lang="en-PH" sz="3200" dirty="0"/>
              <a:t> kay Rizal </a:t>
            </a:r>
            <a:r>
              <a:rPr lang="en-PH" sz="3200" dirty="0" err="1"/>
              <a:t>sa</a:t>
            </a:r>
            <a:r>
              <a:rPr lang="en-PH" sz="3200" dirty="0"/>
              <a:t> Bagumbayan.</a:t>
            </a:r>
          </a:p>
          <a:p>
            <a:pPr algn="just"/>
            <a:r>
              <a:rPr lang="en-PH" sz="3200" dirty="0"/>
              <a:t>Ang </a:t>
            </a:r>
            <a:r>
              <a:rPr lang="en-PH" sz="3200" dirty="0" err="1"/>
              <a:t>inatasan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bumaril</a:t>
            </a:r>
            <a:r>
              <a:rPr lang="en-PH" sz="3200" dirty="0"/>
              <a:t> kay Rizal ay </a:t>
            </a:r>
            <a:r>
              <a:rPr lang="en-PH" sz="3200" dirty="0" err="1"/>
              <a:t>isang</a:t>
            </a:r>
            <a:r>
              <a:rPr lang="en-PH" sz="3200" dirty="0"/>
              <a:t> </a:t>
            </a:r>
            <a:r>
              <a:rPr lang="en-PH" sz="3200" dirty="0" err="1"/>
              <a:t>hanay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Pilipinong</a:t>
            </a:r>
            <a:r>
              <a:rPr lang="en-PH" sz="3200" dirty="0"/>
              <a:t> </a:t>
            </a:r>
            <a:r>
              <a:rPr lang="en-PH" sz="3200" dirty="0" err="1"/>
              <a:t>kasapi</a:t>
            </a:r>
            <a:r>
              <a:rPr lang="en-PH" sz="3200" dirty="0"/>
              <a:t> ng </a:t>
            </a:r>
            <a:r>
              <a:rPr lang="en-PH" sz="3200" dirty="0" err="1"/>
              <a:t>Hukbong</a:t>
            </a:r>
            <a:r>
              <a:rPr lang="en-PH" sz="3200" dirty="0"/>
              <a:t> </a:t>
            </a:r>
            <a:r>
              <a:rPr lang="en-PH" sz="3200" dirty="0" err="1"/>
              <a:t>Kastila</a:t>
            </a:r>
            <a:r>
              <a:rPr lang="en-PH" sz="3200" dirty="0"/>
              <a:t>, </a:t>
            </a:r>
            <a:r>
              <a:rPr lang="en-PH" sz="3200" dirty="0" err="1"/>
              <a:t>habang</a:t>
            </a:r>
            <a:r>
              <a:rPr lang="en-PH" sz="3200" dirty="0"/>
              <a:t> </a:t>
            </a:r>
            <a:r>
              <a:rPr lang="en-PH" sz="3200" dirty="0" err="1"/>
              <a:t>isa</a:t>
            </a:r>
            <a:r>
              <a:rPr lang="en-PH" sz="3200" dirty="0"/>
              <a:t> pang </a:t>
            </a:r>
            <a:r>
              <a:rPr lang="en-PH" sz="3200" dirty="0" err="1"/>
              <a:t>hanay</a:t>
            </a:r>
            <a:r>
              <a:rPr lang="en-PH" sz="3200" dirty="0"/>
              <a:t> 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Kastilang</a:t>
            </a:r>
            <a:r>
              <a:rPr lang="en-PH" sz="3200" dirty="0"/>
              <a:t> </a:t>
            </a:r>
            <a:r>
              <a:rPr lang="en-PH" sz="3200" dirty="0" err="1"/>
              <a:t>kasapi</a:t>
            </a:r>
            <a:r>
              <a:rPr lang="en-PH" sz="3200" dirty="0"/>
              <a:t> ng </a:t>
            </a:r>
            <a:r>
              <a:rPr lang="en-PH" sz="3200" dirty="0" err="1"/>
              <a:t>Hukbong</a:t>
            </a:r>
            <a:r>
              <a:rPr lang="en-PH" sz="3200" dirty="0"/>
              <a:t> </a:t>
            </a:r>
            <a:r>
              <a:rPr lang="en-PH" sz="3200" dirty="0" err="1"/>
              <a:t>Kastila</a:t>
            </a:r>
            <a:r>
              <a:rPr lang="en-PH" sz="3200" dirty="0"/>
              <a:t> ang </a:t>
            </a:r>
            <a:r>
              <a:rPr lang="en-PH" sz="3200" dirty="0" err="1"/>
              <a:t>nakahanda</a:t>
            </a:r>
            <a:r>
              <a:rPr lang="en-PH" sz="3200" dirty="0"/>
              <a:t> </a:t>
            </a:r>
            <a:r>
              <a:rPr lang="en-PH" sz="3200" dirty="0" err="1"/>
              <a:t>upang</a:t>
            </a:r>
            <a:r>
              <a:rPr lang="en-PH" sz="3200" dirty="0"/>
              <a:t> </a:t>
            </a:r>
            <a:r>
              <a:rPr lang="en-PH" sz="3200" dirty="0" err="1"/>
              <a:t>barilin</a:t>
            </a:r>
            <a:r>
              <a:rPr lang="en-PH" sz="3200" dirty="0"/>
              <a:t> ang </a:t>
            </a:r>
            <a:r>
              <a:rPr lang="en-PH" sz="3200" dirty="0" err="1"/>
              <a:t>sinuman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kanila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susuway</a:t>
            </a:r>
            <a:r>
              <a:rPr lang="en-PH" sz="3200" dirty="0"/>
              <a:t>. </a:t>
            </a:r>
            <a:r>
              <a:rPr lang="en-PH" sz="3200" dirty="0" err="1"/>
              <a:t>Kinunan</a:t>
            </a:r>
            <a:r>
              <a:rPr lang="en-PH" sz="3200" dirty="0"/>
              <a:t> ng </a:t>
            </a:r>
            <a:r>
              <a:rPr lang="en-PH" sz="3200" dirty="0" err="1"/>
              <a:t>manggagamot</a:t>
            </a:r>
            <a:r>
              <a:rPr lang="en-PH" sz="3200" dirty="0"/>
              <a:t> ng </a:t>
            </a:r>
            <a:r>
              <a:rPr lang="en-PH" sz="3200" dirty="0" err="1"/>
              <a:t>Hukbong</a:t>
            </a:r>
            <a:r>
              <a:rPr lang="en-PH" sz="3200" dirty="0"/>
              <a:t> </a:t>
            </a:r>
            <a:r>
              <a:rPr lang="en-PH" sz="3200" dirty="0" err="1"/>
              <a:t>Kastila</a:t>
            </a:r>
            <a:r>
              <a:rPr lang="en-PH" sz="3200" dirty="0"/>
              <a:t> ang </a:t>
            </a:r>
            <a:r>
              <a:rPr lang="en-PH" sz="3200" dirty="0" err="1"/>
              <a:t>pulso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Rizal at </a:t>
            </a:r>
            <a:r>
              <a:rPr lang="en-PH" sz="3200" dirty="0" err="1"/>
              <a:t>ito'y</a:t>
            </a:r>
            <a:r>
              <a:rPr lang="en-PH" sz="3200" dirty="0"/>
              <a:t> normal. </a:t>
            </a:r>
            <a:r>
              <a:rPr lang="en-PH" sz="3200" dirty="0" err="1"/>
              <a:t>Pinatahimik</a:t>
            </a:r>
            <a:r>
              <a:rPr lang="en-PH" sz="3200" dirty="0"/>
              <a:t> ng </a:t>
            </a:r>
            <a:r>
              <a:rPr lang="en-PH" sz="3200" dirty="0" err="1"/>
              <a:t>sarhento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Kastilang</a:t>
            </a:r>
            <a:r>
              <a:rPr lang="en-PH" sz="3200" dirty="0"/>
              <a:t> </a:t>
            </a:r>
            <a:r>
              <a:rPr lang="en-PH" sz="3200" dirty="0" err="1"/>
              <a:t>hukbo</a:t>
            </a:r>
            <a:r>
              <a:rPr lang="en-PH" sz="3200" dirty="0"/>
              <a:t> </a:t>
            </a:r>
            <a:r>
              <a:rPr lang="en-PH" sz="3200" dirty="0" err="1"/>
              <a:t>noong</a:t>
            </a:r>
            <a:r>
              <a:rPr lang="en-PH" sz="3200" dirty="0"/>
              <a:t> </a:t>
            </a:r>
            <a:r>
              <a:rPr lang="en-PH" sz="3200" dirty="0" err="1"/>
              <a:t>nagsimula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silang</a:t>
            </a:r>
            <a:r>
              <a:rPr lang="en-PH" sz="3200" dirty="0"/>
              <a:t> </a:t>
            </a:r>
            <a:r>
              <a:rPr lang="en-PH" sz="3200" dirty="0" err="1"/>
              <a:t>sumigaw</a:t>
            </a:r>
            <a:r>
              <a:rPr lang="en-PH" sz="3200" dirty="0"/>
              <a:t> ng "Viva" at </a:t>
            </a:r>
            <a:r>
              <a:rPr lang="en-PH" sz="3200" dirty="0" err="1"/>
              <a:t>iba</a:t>
            </a:r>
            <a:r>
              <a:rPr lang="en-PH" sz="3200" dirty="0"/>
              <a:t> pang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katagang</a:t>
            </a:r>
            <a:r>
              <a:rPr lang="en-PH" sz="3200" dirty="0"/>
              <a:t> </a:t>
            </a:r>
            <a:r>
              <a:rPr lang="en-PH" sz="3200" dirty="0" err="1"/>
              <a:t>pabor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Kastila</a:t>
            </a:r>
            <a:r>
              <a:rPr lang="en-PH" sz="3200" dirty="0"/>
              <a:t> </a:t>
            </a:r>
            <a:r>
              <a:rPr lang="en-PH" sz="3200" dirty="0" err="1"/>
              <a:t>kasama</a:t>
            </a:r>
            <a:r>
              <a:rPr lang="en-PH" sz="3200" dirty="0"/>
              <a:t> ang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manonood</a:t>
            </a:r>
            <a:r>
              <a:rPr lang="en-PH" sz="3200" dirty="0"/>
              <a:t> </a:t>
            </a:r>
            <a:r>
              <a:rPr lang="en-PH" sz="3200" dirty="0" err="1"/>
              <a:t>na</a:t>
            </a:r>
            <a:r>
              <a:rPr lang="en-PH" sz="3200" dirty="0"/>
              <a:t> </a:t>
            </a:r>
            <a:r>
              <a:rPr lang="en-PH" sz="3200" dirty="0" err="1"/>
              <a:t>karamihan</a:t>
            </a:r>
            <a:r>
              <a:rPr lang="en-PH" sz="3200" dirty="0"/>
              <a:t> ay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Peninsulares</a:t>
            </a:r>
            <a:r>
              <a:rPr lang="en-PH" sz="3200" dirty="0"/>
              <a:t> at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Mestisong</a:t>
            </a:r>
            <a:r>
              <a:rPr lang="en-PH" sz="3200" dirty="0"/>
              <a:t> </a:t>
            </a:r>
            <a:r>
              <a:rPr lang="en-PH" sz="3200" dirty="0" err="1"/>
              <a:t>Kastila</a:t>
            </a:r>
            <a:r>
              <a:rPr lang="en-PH" sz="3200" dirty="0"/>
              <a:t>. Ang </a:t>
            </a:r>
            <a:r>
              <a:rPr lang="en-PH" sz="3200" dirty="0" err="1"/>
              <a:t>kaniyang</a:t>
            </a:r>
            <a:r>
              <a:rPr lang="en-PH" sz="3200" dirty="0"/>
              <a:t> </a:t>
            </a:r>
            <a:r>
              <a:rPr lang="en-PH" sz="3200" dirty="0" err="1"/>
              <a:t>huling</a:t>
            </a:r>
            <a:r>
              <a:rPr lang="en-PH" sz="3200" dirty="0"/>
              <a:t> </a:t>
            </a:r>
            <a:r>
              <a:rPr lang="en-PH" sz="3200" dirty="0" err="1"/>
              <a:t>salita</a:t>
            </a:r>
            <a:r>
              <a:rPr lang="en-PH" sz="3200" dirty="0"/>
              <a:t> ay </a:t>
            </a:r>
            <a:r>
              <a:rPr lang="en-PH" sz="3200" dirty="0" err="1"/>
              <a:t>isa</a:t>
            </a:r>
            <a:r>
              <a:rPr lang="en-PH" sz="3200" dirty="0"/>
              <a:t> </a:t>
            </a:r>
            <a:r>
              <a:rPr lang="en-PH" sz="3200" dirty="0" err="1"/>
              <a:t>sa</a:t>
            </a:r>
            <a:r>
              <a:rPr lang="en-PH" sz="3200" dirty="0"/>
              <a:t> </a:t>
            </a:r>
            <a:r>
              <a:rPr lang="en-PH" sz="3200" dirty="0" err="1"/>
              <a:t>mga</a:t>
            </a:r>
            <a:r>
              <a:rPr lang="en-PH" sz="3200" dirty="0"/>
              <a:t> </a:t>
            </a:r>
            <a:r>
              <a:rPr lang="en-PH" sz="3200" dirty="0" err="1"/>
              <a:t>huling</a:t>
            </a:r>
            <a:r>
              <a:rPr lang="en-PH" sz="3200" dirty="0"/>
              <a:t> </a:t>
            </a:r>
            <a:r>
              <a:rPr lang="en-PH" sz="3200" dirty="0" err="1"/>
              <a:t>salita</a:t>
            </a:r>
            <a:r>
              <a:rPr lang="en-PH" sz="3200" dirty="0"/>
              <a:t> </a:t>
            </a:r>
            <a:r>
              <a:rPr lang="en-PH" sz="3200" dirty="0" err="1"/>
              <a:t>ni</a:t>
            </a:r>
            <a:r>
              <a:rPr lang="en-PH" sz="3200" dirty="0"/>
              <a:t> </a:t>
            </a:r>
            <a:r>
              <a:rPr lang="en-PH" sz="3200" dirty="0" err="1"/>
              <a:t>Jesucristo</a:t>
            </a:r>
            <a:r>
              <a:rPr lang="en-PH" sz="3200" dirty="0"/>
              <a:t>: "</a:t>
            </a:r>
            <a:r>
              <a:rPr lang="en-PH" sz="3200" dirty="0" err="1"/>
              <a:t>Consummatum</a:t>
            </a:r>
            <a:r>
              <a:rPr lang="en-PH" sz="3200" dirty="0"/>
              <a:t> </a:t>
            </a:r>
            <a:r>
              <a:rPr lang="en-PH" sz="3200" dirty="0" err="1"/>
              <a:t>est</a:t>
            </a:r>
            <a:r>
              <a:rPr lang="en-PH" sz="3200" dirty="0"/>
              <a:t>"—</a:t>
            </a:r>
            <a:r>
              <a:rPr lang="en-PH" sz="3200" dirty="0" err="1"/>
              <a:t>natapos</a:t>
            </a:r>
            <a:r>
              <a:rPr lang="en-PH" sz="3200" dirty="0"/>
              <a:t> </a:t>
            </a:r>
            <a:r>
              <a:rPr lang="en-PH" sz="3200" dirty="0" err="1"/>
              <a:t>na.</a:t>
            </a:r>
            <a:endParaRPr lang="en-PH" sz="3200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281947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PH" sz="4400" dirty="0" err="1"/>
              <a:t>Lihim</a:t>
            </a:r>
            <a:r>
              <a:rPr lang="en-PH" sz="4400" dirty="0"/>
              <a:t> </a:t>
            </a:r>
            <a:r>
              <a:rPr lang="en-PH" sz="4400" dirty="0" err="1"/>
              <a:t>siyang</a:t>
            </a:r>
            <a:r>
              <a:rPr lang="en-PH" sz="4400" dirty="0"/>
              <a:t> </a:t>
            </a:r>
            <a:r>
              <a:rPr lang="en-PH" sz="4400" dirty="0" err="1"/>
              <a:t>nilibing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Libingang</a:t>
            </a:r>
            <a:r>
              <a:rPr lang="en-PH" sz="4400" dirty="0"/>
              <a:t> Paco </a:t>
            </a:r>
            <a:r>
              <a:rPr lang="en-PH" sz="4400" dirty="0" err="1"/>
              <a:t>sa</a:t>
            </a:r>
            <a:r>
              <a:rPr lang="en-PH" sz="4400" dirty="0"/>
              <a:t> Maynila ng </a:t>
            </a:r>
            <a:r>
              <a:rPr lang="en-PH" sz="4400" dirty="0" err="1"/>
              <a:t>wala</a:t>
            </a:r>
            <a:r>
              <a:rPr lang="en-PH" sz="4400" dirty="0"/>
              <a:t> man lang </a:t>
            </a:r>
            <a:r>
              <a:rPr lang="en-PH" sz="4400" dirty="0" err="1"/>
              <a:t>tanda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libingan</a:t>
            </a:r>
            <a:r>
              <a:rPr lang="en-PH" sz="4400" dirty="0"/>
              <a:t>. </a:t>
            </a:r>
            <a:r>
              <a:rPr lang="en-PH" sz="4400" dirty="0" err="1"/>
              <a:t>Nilibot</a:t>
            </a:r>
            <a:r>
              <a:rPr lang="en-PH" sz="4400" dirty="0"/>
              <a:t> ng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kapatid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si</a:t>
            </a:r>
            <a:r>
              <a:rPr lang="en-PH" sz="4400" dirty="0"/>
              <a:t> Narcisa ang </a:t>
            </a:r>
            <a:r>
              <a:rPr lang="en-PH" sz="4400" dirty="0" err="1"/>
              <a:t>lahat</a:t>
            </a:r>
            <a:r>
              <a:rPr lang="en-PH" sz="4400" dirty="0"/>
              <a:t> ng </a:t>
            </a:r>
            <a:r>
              <a:rPr lang="en-PH" sz="4400" dirty="0" err="1"/>
              <a:t>maaaring</a:t>
            </a:r>
            <a:r>
              <a:rPr lang="en-PH" sz="4400" dirty="0"/>
              <a:t> </a:t>
            </a:r>
            <a:r>
              <a:rPr lang="en-PH" sz="4400" dirty="0" err="1"/>
              <a:t>libingan</a:t>
            </a:r>
            <a:r>
              <a:rPr lang="en-PH" sz="4400" dirty="0"/>
              <a:t> at </a:t>
            </a:r>
            <a:r>
              <a:rPr lang="en-PH" sz="4400" dirty="0" err="1"/>
              <a:t>natagpuan</a:t>
            </a:r>
            <a:r>
              <a:rPr lang="en-PH" sz="4400" dirty="0"/>
              <a:t> ang </a:t>
            </a:r>
            <a:r>
              <a:rPr lang="en-PH" sz="4400" dirty="0" err="1"/>
              <a:t>bagong</a:t>
            </a:r>
            <a:r>
              <a:rPr lang="en-PH" sz="4400" dirty="0"/>
              <a:t> </a:t>
            </a:r>
            <a:r>
              <a:rPr lang="en-PH" sz="4400" dirty="0" err="1"/>
              <a:t>baong</a:t>
            </a:r>
            <a:r>
              <a:rPr lang="en-PH" sz="4400" dirty="0"/>
              <a:t> </a:t>
            </a:r>
            <a:r>
              <a:rPr lang="en-PH" sz="4400" dirty="0" err="1"/>
              <a:t>lupa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isang</a:t>
            </a:r>
            <a:r>
              <a:rPr lang="en-PH" sz="4400" dirty="0"/>
              <a:t> </a:t>
            </a:r>
            <a:r>
              <a:rPr lang="en-PH" sz="4400" dirty="0" err="1"/>
              <a:t>libingan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may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bantay</a:t>
            </a:r>
            <a:r>
              <a:rPr lang="en-PH" sz="4400" dirty="0"/>
              <a:t>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tarangkahan</a:t>
            </a:r>
            <a:r>
              <a:rPr lang="en-PH" sz="4400" dirty="0"/>
              <a:t>. Sa </a:t>
            </a:r>
            <a:r>
              <a:rPr lang="en-PH" sz="4400" dirty="0" err="1"/>
              <a:t>kaniyang</a:t>
            </a:r>
            <a:r>
              <a:rPr lang="en-PH" sz="4400" dirty="0"/>
              <a:t> </a:t>
            </a:r>
            <a:r>
              <a:rPr lang="en-PH" sz="4400" dirty="0" err="1"/>
              <a:t>paniwala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maaaring</a:t>
            </a:r>
            <a:r>
              <a:rPr lang="en-PH" sz="4400" dirty="0"/>
              <a:t> </a:t>
            </a:r>
            <a:r>
              <a:rPr lang="en-PH" sz="4400" dirty="0" err="1"/>
              <a:t>ito</a:t>
            </a:r>
            <a:r>
              <a:rPr lang="en-PH" sz="4400" dirty="0"/>
              <a:t> </a:t>
            </a:r>
            <a:r>
              <a:rPr lang="en-PH" sz="4400" dirty="0" err="1"/>
              <a:t>nga</a:t>
            </a:r>
            <a:r>
              <a:rPr lang="en-PH" sz="4400" dirty="0"/>
              <a:t> ang </a:t>
            </a:r>
            <a:r>
              <a:rPr lang="en-PH" sz="4400" dirty="0" err="1"/>
              <a:t>pinaglibingan</a:t>
            </a:r>
            <a:r>
              <a:rPr lang="en-PH" sz="4400" dirty="0"/>
              <a:t>, at </a:t>
            </a:r>
            <a:r>
              <a:rPr lang="en-PH" sz="4400" dirty="0" err="1"/>
              <a:t>wala</a:t>
            </a:r>
            <a:r>
              <a:rPr lang="en-PH" sz="4400" dirty="0"/>
              <a:t> pang </a:t>
            </a:r>
            <a:r>
              <a:rPr lang="en-PH" sz="4400" dirty="0" err="1"/>
              <a:t>ibang</a:t>
            </a:r>
            <a:r>
              <a:rPr lang="en-PH" sz="4400" dirty="0"/>
              <a:t>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nilibing</a:t>
            </a:r>
            <a:r>
              <a:rPr lang="en-PH" sz="4400" dirty="0"/>
              <a:t>, </a:t>
            </a:r>
            <a:r>
              <a:rPr lang="en-PH" sz="4400" dirty="0" err="1"/>
              <a:t>nagbigay</a:t>
            </a:r>
            <a:r>
              <a:rPr lang="en-PH" sz="4400" dirty="0"/>
              <a:t> </a:t>
            </a:r>
            <a:r>
              <a:rPr lang="en-PH" sz="4400" dirty="0" err="1"/>
              <a:t>siya</a:t>
            </a:r>
            <a:r>
              <a:rPr lang="en-PH" sz="4400" dirty="0"/>
              <a:t> ng regalo </a:t>
            </a:r>
            <a:r>
              <a:rPr lang="en-PH" sz="4400" dirty="0" err="1"/>
              <a:t>sa</a:t>
            </a:r>
            <a:r>
              <a:rPr lang="en-PH" sz="4400" dirty="0"/>
              <a:t> </a:t>
            </a:r>
            <a:r>
              <a:rPr lang="en-PH" sz="4400" dirty="0" err="1"/>
              <a:t>taga-ingat</a:t>
            </a:r>
            <a:r>
              <a:rPr lang="en-PH" sz="4400" dirty="0"/>
              <a:t> </a:t>
            </a:r>
            <a:r>
              <a:rPr lang="en-PH" sz="4400" dirty="0" err="1"/>
              <a:t>upang</a:t>
            </a:r>
            <a:r>
              <a:rPr lang="en-PH" sz="4400" dirty="0"/>
              <a:t> </a:t>
            </a:r>
            <a:r>
              <a:rPr lang="en-PH" sz="4400" dirty="0" err="1"/>
              <a:t>lagyan</a:t>
            </a:r>
            <a:r>
              <a:rPr lang="en-PH" sz="4400" dirty="0"/>
              <a:t> ng </a:t>
            </a:r>
            <a:r>
              <a:rPr lang="en-PH" sz="4400" dirty="0" err="1"/>
              <a:t>tanda</a:t>
            </a:r>
            <a:r>
              <a:rPr lang="en-PH" sz="4400" dirty="0"/>
              <a:t> ang </a:t>
            </a:r>
            <a:r>
              <a:rPr lang="en-PH" sz="4400" dirty="0" err="1"/>
              <a:t>nasabing</a:t>
            </a:r>
            <a:r>
              <a:rPr lang="en-PH" sz="4400" dirty="0"/>
              <a:t> </a:t>
            </a:r>
            <a:r>
              <a:rPr lang="en-PH" sz="4400" dirty="0" err="1"/>
              <a:t>lugar</a:t>
            </a:r>
            <a:r>
              <a:rPr lang="en-PH" sz="4400" dirty="0"/>
              <a:t> </a:t>
            </a:r>
            <a:r>
              <a:rPr lang="en-PH" sz="4400" dirty="0" err="1"/>
              <a:t>na</a:t>
            </a:r>
            <a:r>
              <a:rPr lang="en-PH" sz="4400" dirty="0"/>
              <a:t> "RPJ" - </a:t>
            </a:r>
            <a:r>
              <a:rPr lang="en-PH" sz="4400" dirty="0" err="1"/>
              <a:t>mga</a:t>
            </a:r>
            <a:r>
              <a:rPr lang="en-PH" sz="4400" dirty="0"/>
              <a:t> </a:t>
            </a:r>
            <a:r>
              <a:rPr lang="en-PH" sz="4400" dirty="0" err="1"/>
              <a:t>inisyal</a:t>
            </a:r>
            <a:r>
              <a:rPr lang="en-PH" sz="4400" dirty="0"/>
              <a:t> </a:t>
            </a:r>
            <a:r>
              <a:rPr lang="en-PH" sz="4400" dirty="0" err="1"/>
              <a:t>ni</a:t>
            </a:r>
            <a:r>
              <a:rPr lang="en-PH" sz="4400" dirty="0"/>
              <a:t> Rizal </a:t>
            </a:r>
            <a:r>
              <a:rPr lang="en-PH" sz="4400" dirty="0" err="1"/>
              <a:t>na</a:t>
            </a:r>
            <a:r>
              <a:rPr lang="en-PH" sz="4400" dirty="0"/>
              <a:t> </a:t>
            </a:r>
            <a:r>
              <a:rPr lang="en-PH" sz="4400" dirty="0" err="1"/>
              <a:t>pabaliktad</a:t>
            </a:r>
            <a:endParaRPr lang="en-PH" sz="4400" dirty="0"/>
          </a:p>
        </p:txBody>
      </p:sp>
    </p:spTree>
    <p:extLst>
      <p:ext uri="{BB962C8B-B14F-4D97-AF65-F5344CB8AC3E}">
        <p14:creationId xmlns:p14="http://schemas.microsoft.com/office/powerpoint/2010/main" val="22704202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000" dirty="0" err="1"/>
              <a:t>Nakatago</a:t>
            </a:r>
            <a:r>
              <a:rPr lang="en-PH" sz="4000" dirty="0"/>
              <a:t> </a:t>
            </a:r>
            <a:r>
              <a:rPr lang="en-PH" sz="4000" dirty="0" err="1"/>
              <a:t>naman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lampara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tulang</a:t>
            </a:r>
            <a:r>
              <a:rPr lang="en-PH" sz="4000" dirty="0"/>
              <a:t> Mi ultimo adios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pinaniniwalaang</a:t>
            </a:r>
            <a:r>
              <a:rPr lang="en-PH" sz="4000" dirty="0"/>
              <a:t> </a:t>
            </a:r>
            <a:r>
              <a:rPr lang="en-PH" sz="4000" dirty="0" err="1"/>
              <a:t>sinulat</a:t>
            </a:r>
            <a:r>
              <a:rPr lang="en-PH" sz="4000" dirty="0"/>
              <a:t> </a:t>
            </a:r>
            <a:r>
              <a:rPr lang="en-PH" sz="4000" dirty="0" err="1"/>
              <a:t>ilang</a:t>
            </a:r>
            <a:r>
              <a:rPr lang="en-PH" sz="4000" dirty="0"/>
              <a:t> </a:t>
            </a:r>
            <a:r>
              <a:rPr lang="en-PH" sz="4000" dirty="0" err="1"/>
              <a:t>araw</a:t>
            </a:r>
            <a:r>
              <a:rPr lang="en-PH" sz="4000" dirty="0"/>
              <a:t> </a:t>
            </a:r>
            <a:r>
              <a:rPr lang="en-PH" sz="4000" dirty="0" err="1"/>
              <a:t>bago</a:t>
            </a:r>
            <a:r>
              <a:rPr lang="en-PH" sz="4000" dirty="0"/>
              <a:t>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pagbitay</a:t>
            </a:r>
            <a:r>
              <a:rPr lang="en-PH" sz="4000" dirty="0"/>
              <a:t>, at </a:t>
            </a:r>
            <a:r>
              <a:rPr lang="en-PH" sz="4000" dirty="0" err="1"/>
              <a:t>binigay</a:t>
            </a:r>
            <a:r>
              <a:rPr lang="en-PH" sz="4000" dirty="0"/>
              <a:t> </a:t>
            </a:r>
            <a:r>
              <a:rPr lang="en-PH" sz="4000" dirty="0" err="1"/>
              <a:t>ito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pamilya</a:t>
            </a:r>
            <a:r>
              <a:rPr lang="en-PH" sz="4000" dirty="0"/>
              <a:t> </a:t>
            </a:r>
            <a:r>
              <a:rPr lang="en-PH" sz="4000" dirty="0" err="1"/>
              <a:t>kasama</a:t>
            </a:r>
            <a:r>
              <a:rPr lang="en-PH" sz="4000" dirty="0"/>
              <a:t> ang </a:t>
            </a:r>
            <a:r>
              <a:rPr lang="en-PH" sz="4000" dirty="0" err="1"/>
              <a:t>ilan</a:t>
            </a:r>
            <a:r>
              <a:rPr lang="en-PH" sz="4000" dirty="0"/>
              <a:t> </a:t>
            </a:r>
            <a:r>
              <a:rPr lang="en-PH" sz="4000" dirty="0" err="1"/>
              <a:t>niyang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natirang</a:t>
            </a:r>
            <a:r>
              <a:rPr lang="en-PH" sz="4000" dirty="0"/>
              <a:t> </a:t>
            </a:r>
            <a:r>
              <a:rPr lang="en-PH" sz="4000" dirty="0" err="1"/>
              <a:t>pag-aari</a:t>
            </a:r>
            <a:r>
              <a:rPr lang="en-PH" sz="4000" dirty="0"/>
              <a:t>, </a:t>
            </a:r>
            <a:r>
              <a:rPr lang="en-PH" sz="4000" dirty="0" err="1"/>
              <a:t>kabilang</a:t>
            </a:r>
            <a:r>
              <a:rPr lang="en-PH" sz="4000" dirty="0"/>
              <a:t> </a:t>
            </a:r>
            <a:r>
              <a:rPr lang="en-PH" sz="4000" dirty="0" err="1"/>
              <a:t>na</a:t>
            </a:r>
            <a:r>
              <a:rPr lang="en-PH" sz="4000" dirty="0"/>
              <a:t>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huling</a:t>
            </a:r>
            <a:r>
              <a:rPr lang="en-PH" sz="4000" dirty="0"/>
              <a:t> </a:t>
            </a:r>
            <a:r>
              <a:rPr lang="en-PH" sz="4000" dirty="0" err="1"/>
              <a:t>liham</a:t>
            </a:r>
            <a:r>
              <a:rPr lang="en-PH" sz="4000" dirty="0"/>
              <a:t> at </a:t>
            </a:r>
            <a:r>
              <a:rPr lang="en-PH" sz="4000" dirty="0" err="1"/>
              <a:t>huling</a:t>
            </a:r>
            <a:r>
              <a:rPr lang="en-PH" sz="4000" dirty="0"/>
              <a:t> </a:t>
            </a:r>
            <a:r>
              <a:rPr lang="en-PH" sz="4000" dirty="0" err="1"/>
              <a:t>habilin</a:t>
            </a:r>
            <a:r>
              <a:rPr lang="en-PH" sz="4000" dirty="0"/>
              <a:t>. Sa </a:t>
            </a:r>
            <a:r>
              <a:rPr lang="en-PH" sz="4000" dirty="0" err="1"/>
              <a:t>kanilang</a:t>
            </a:r>
            <a:r>
              <a:rPr lang="en-PH" sz="4000" dirty="0"/>
              <a:t> </a:t>
            </a:r>
            <a:r>
              <a:rPr lang="en-PH" sz="4000" dirty="0" err="1"/>
              <a:t>pagbisita</a:t>
            </a:r>
            <a:r>
              <a:rPr lang="en-PH" sz="4000" dirty="0"/>
              <a:t>, </a:t>
            </a:r>
            <a:r>
              <a:rPr lang="en-PH" sz="4000" dirty="0" err="1"/>
              <a:t>pinaalalahanan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Rizal ang </a:t>
            </a:r>
            <a:r>
              <a:rPr lang="en-PH" sz="4000" dirty="0" err="1"/>
              <a:t>kaniyang</a:t>
            </a:r>
            <a:r>
              <a:rPr lang="en-PH" sz="4000" dirty="0"/>
              <a:t> </a:t>
            </a:r>
            <a:r>
              <a:rPr lang="en-PH" sz="4000" dirty="0" err="1"/>
              <a:t>mga</a:t>
            </a:r>
            <a:r>
              <a:rPr lang="en-PH" sz="4000" dirty="0"/>
              <a:t> </a:t>
            </a:r>
            <a:r>
              <a:rPr lang="en-PH" sz="4000" dirty="0" err="1"/>
              <a:t>kapatid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wikang</a:t>
            </a:r>
            <a:r>
              <a:rPr lang="en-PH" sz="4000" dirty="0"/>
              <a:t> Ingles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mayroong</a:t>
            </a:r>
            <a:r>
              <a:rPr lang="en-PH" sz="4000" dirty="0"/>
              <a:t> </a:t>
            </a:r>
            <a:r>
              <a:rPr lang="en-PH" sz="4000" dirty="0" err="1"/>
              <a:t>isang</a:t>
            </a:r>
            <a:r>
              <a:rPr lang="en-PH" sz="4000" dirty="0"/>
              <a:t> </a:t>
            </a:r>
            <a:r>
              <a:rPr lang="en-PH" sz="4000" dirty="0" err="1"/>
              <a:t>bagay</a:t>
            </a:r>
            <a:r>
              <a:rPr lang="en-PH" sz="4000" dirty="0"/>
              <a:t> </a:t>
            </a:r>
            <a:r>
              <a:rPr lang="en-PH" sz="4000" dirty="0" err="1"/>
              <a:t>sa</a:t>
            </a:r>
            <a:r>
              <a:rPr lang="en-PH" sz="4000" dirty="0"/>
              <a:t> </a:t>
            </a:r>
            <a:r>
              <a:rPr lang="en-PH" sz="4000" dirty="0" err="1"/>
              <a:t>loob</a:t>
            </a:r>
            <a:r>
              <a:rPr lang="en-PH" sz="4000" dirty="0"/>
              <a:t> ng </a:t>
            </a:r>
            <a:r>
              <a:rPr lang="en-PH" sz="4000" dirty="0" err="1"/>
              <a:t>lamparang</a:t>
            </a:r>
            <a:r>
              <a:rPr lang="en-PH" sz="4000" dirty="0"/>
              <a:t> </a:t>
            </a:r>
            <a:r>
              <a:rPr lang="en-PH" sz="4000" dirty="0" err="1"/>
              <a:t>binigay</a:t>
            </a:r>
            <a:r>
              <a:rPr lang="en-PH" sz="4000" dirty="0"/>
              <a:t> </a:t>
            </a:r>
            <a:r>
              <a:rPr lang="en-PH" sz="4000" dirty="0" err="1"/>
              <a:t>ni</a:t>
            </a:r>
            <a:r>
              <a:rPr lang="en-PH" sz="4000" dirty="0"/>
              <a:t> Pardo de Taveras </a:t>
            </a:r>
            <a:r>
              <a:rPr lang="en-PH" sz="4000" dirty="0" err="1"/>
              <a:t>na</a:t>
            </a:r>
            <a:r>
              <a:rPr lang="en-PH" sz="4000" dirty="0"/>
              <a:t> </a:t>
            </a:r>
            <a:r>
              <a:rPr lang="en-PH" sz="4000" dirty="0" err="1"/>
              <a:t>ibabalik</a:t>
            </a:r>
            <a:r>
              <a:rPr lang="en-PH" sz="4000" dirty="0"/>
              <a:t> din </a:t>
            </a:r>
            <a:r>
              <a:rPr lang="en-PH" sz="4000" dirty="0" err="1"/>
              <a:t>pagkabitay</a:t>
            </a:r>
            <a:r>
              <a:rPr lang="en-PH" sz="4000" dirty="0"/>
              <a:t>, </a:t>
            </a:r>
            <a:r>
              <a:rPr lang="en-PH" sz="4000" dirty="0" err="1"/>
              <a:t>upang</a:t>
            </a:r>
            <a:r>
              <a:rPr lang="en-PH" sz="4000" dirty="0"/>
              <a:t> </a:t>
            </a:r>
            <a:r>
              <a:rPr lang="en-PH" sz="4000" dirty="0" err="1"/>
              <a:t>bigyang</a:t>
            </a:r>
            <a:r>
              <a:rPr lang="en-PH" sz="4000" dirty="0"/>
              <a:t> </a:t>
            </a:r>
            <a:r>
              <a:rPr lang="en-PH" sz="4000" dirty="0" err="1"/>
              <a:t>diin</a:t>
            </a:r>
            <a:r>
              <a:rPr lang="en-PH" sz="4000" dirty="0"/>
              <a:t> ang </a:t>
            </a:r>
            <a:r>
              <a:rPr lang="en-PH" sz="4000" dirty="0" err="1"/>
              <a:t>kalahagahan</a:t>
            </a:r>
            <a:r>
              <a:rPr lang="en-PH" sz="4000" dirty="0"/>
              <a:t> ng </a:t>
            </a:r>
            <a:r>
              <a:rPr lang="en-PH" sz="4000" dirty="0" err="1"/>
              <a:t>tula</a:t>
            </a:r>
            <a:r>
              <a:rPr lang="en-PH" sz="4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26908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lnSpcReduction="10000"/>
          </a:bodyPr>
          <a:lstStyle/>
          <a:p>
            <a:pPr algn="just"/>
            <a:r>
              <a:rPr lang="en-PH" sz="4800" dirty="0"/>
              <a:t>Ang </a:t>
            </a:r>
            <a:r>
              <a:rPr lang="en-PH" sz="4800" dirty="0" err="1"/>
              <a:t>sumunod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habilin</a:t>
            </a:r>
            <a:r>
              <a:rPr lang="en-PH" sz="4800" dirty="0"/>
              <a:t> ay. "</a:t>
            </a:r>
            <a:r>
              <a:rPr lang="en-PH" sz="4800" dirty="0" err="1"/>
              <a:t>Tingnan</a:t>
            </a:r>
            <a:r>
              <a:rPr lang="en-PH" sz="4800" dirty="0"/>
              <a:t> din ang </a:t>
            </a:r>
            <a:r>
              <a:rPr lang="en-PH" sz="4800" dirty="0" err="1"/>
              <a:t>aking</a:t>
            </a:r>
            <a:r>
              <a:rPr lang="en-PH" sz="4800" dirty="0"/>
              <a:t> </a:t>
            </a:r>
            <a:r>
              <a:rPr lang="en-PH" sz="4800" dirty="0" err="1"/>
              <a:t>sapatos</a:t>
            </a:r>
            <a:r>
              <a:rPr lang="en-PH" sz="4800" dirty="0"/>
              <a:t>", kung </a:t>
            </a:r>
            <a:r>
              <a:rPr lang="en-PH" sz="4800" dirty="0" err="1"/>
              <a:t>saan</a:t>
            </a:r>
            <a:r>
              <a:rPr lang="en-PH" sz="4800" dirty="0"/>
              <a:t> </a:t>
            </a:r>
            <a:r>
              <a:rPr lang="en-PH" sz="4800" dirty="0" err="1"/>
              <a:t>isa</a:t>
            </a:r>
            <a:r>
              <a:rPr lang="en-PH" sz="4800" dirty="0"/>
              <a:t> pang </a:t>
            </a:r>
            <a:r>
              <a:rPr lang="en-PH" sz="4800" dirty="0" err="1"/>
              <a:t>bagay</a:t>
            </a:r>
            <a:r>
              <a:rPr lang="en-PH" sz="4800" dirty="0"/>
              <a:t> ang </a:t>
            </a:r>
            <a:r>
              <a:rPr lang="en-PH" sz="4800" dirty="0" err="1"/>
              <a:t>nakasuksok</a:t>
            </a:r>
            <a:r>
              <a:rPr lang="en-PH" sz="4800" dirty="0"/>
              <a:t>. </a:t>
            </a:r>
            <a:r>
              <a:rPr lang="en-PH" sz="4800" dirty="0" err="1"/>
              <a:t>Noong</a:t>
            </a:r>
            <a:r>
              <a:rPr lang="en-PH" sz="4800" dirty="0"/>
              <a:t> </a:t>
            </a:r>
            <a:r>
              <a:rPr lang="en-PH" sz="4800" dirty="0" err="1"/>
              <a:t>hinukay</a:t>
            </a:r>
            <a:r>
              <a:rPr lang="en-PH" sz="4800" dirty="0"/>
              <a:t> ang </a:t>
            </a:r>
            <a:r>
              <a:rPr lang="en-PH" sz="4800" dirty="0" err="1"/>
              <a:t>kaniyang</a:t>
            </a:r>
            <a:r>
              <a:rPr lang="en-PH" sz="4800" dirty="0"/>
              <a:t> </a:t>
            </a:r>
            <a:r>
              <a:rPr lang="en-PH" sz="4800" dirty="0" err="1"/>
              <a:t>labi</a:t>
            </a:r>
            <a:r>
              <a:rPr lang="en-PH" sz="4800" dirty="0"/>
              <a:t> </a:t>
            </a:r>
            <a:r>
              <a:rPr lang="en-PH" sz="4800" dirty="0" err="1"/>
              <a:t>noong</a:t>
            </a:r>
            <a:r>
              <a:rPr lang="en-PH" sz="4800" dirty="0"/>
              <a:t> Agosto 1898,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panahon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ng </a:t>
            </a:r>
            <a:r>
              <a:rPr lang="en-PH" sz="4800" dirty="0" err="1"/>
              <a:t>pananakop</a:t>
            </a:r>
            <a:r>
              <a:rPr lang="en-PH" sz="4800" dirty="0"/>
              <a:t> ng </a:t>
            </a:r>
            <a:r>
              <a:rPr lang="en-PH" sz="4800" dirty="0" err="1"/>
              <a:t>mga</a:t>
            </a:r>
            <a:r>
              <a:rPr lang="en-PH" sz="4800" dirty="0"/>
              <a:t> </a:t>
            </a:r>
            <a:r>
              <a:rPr lang="en-PH" sz="4800" dirty="0" err="1"/>
              <a:t>Amerikano</a:t>
            </a:r>
            <a:r>
              <a:rPr lang="en-PH" sz="4800" dirty="0"/>
              <a:t>, </a:t>
            </a:r>
            <a:r>
              <a:rPr lang="en-PH" sz="4800" dirty="0" err="1"/>
              <a:t>nalaman</a:t>
            </a:r>
            <a:r>
              <a:rPr lang="en-PH" sz="4800" dirty="0"/>
              <a:t> </a:t>
            </a:r>
            <a:r>
              <a:rPr lang="en-PH" sz="4800" dirty="0" err="1"/>
              <a:t>na</a:t>
            </a:r>
            <a:r>
              <a:rPr lang="en-PH" sz="4800" dirty="0"/>
              <a:t> </a:t>
            </a:r>
            <a:r>
              <a:rPr lang="en-PH" sz="4800" dirty="0" err="1"/>
              <a:t>hindi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</a:t>
            </a:r>
            <a:r>
              <a:rPr lang="en-PH" sz="4800" dirty="0" err="1"/>
              <a:t>isinilid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ataul</a:t>
            </a:r>
            <a:r>
              <a:rPr lang="en-PH" sz="4800" dirty="0"/>
              <a:t>, at </a:t>
            </a:r>
            <a:r>
              <a:rPr lang="en-PH" sz="4800" dirty="0" err="1"/>
              <a:t>nilibing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</a:t>
            </a:r>
            <a:r>
              <a:rPr lang="en-PH" sz="4800" dirty="0" err="1"/>
              <a:t>hindi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'</a:t>
            </a:r>
            <a:r>
              <a:rPr lang="en-PH" sz="4800" dirty="0" err="1"/>
              <a:t>lupa</a:t>
            </a:r>
            <a:r>
              <a:rPr lang="en-PH" sz="4800" dirty="0"/>
              <a:t> ng </a:t>
            </a:r>
            <a:r>
              <a:rPr lang="en-PH" sz="4800" dirty="0" err="1"/>
              <a:t>mga</a:t>
            </a:r>
            <a:r>
              <a:rPr lang="en-PH" sz="4800" dirty="0"/>
              <a:t> banal', at </a:t>
            </a:r>
            <a:r>
              <a:rPr lang="en-PH" sz="4800" dirty="0" err="1"/>
              <a:t>anuman</a:t>
            </a:r>
            <a:r>
              <a:rPr lang="en-PH" sz="4800" dirty="0"/>
              <a:t> ang </a:t>
            </a:r>
            <a:r>
              <a:rPr lang="en-PH" sz="4800" dirty="0" err="1"/>
              <a:t>nakasiksik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kaniyang</a:t>
            </a:r>
            <a:r>
              <a:rPr lang="en-PH" sz="4800" dirty="0"/>
              <a:t> </a:t>
            </a:r>
            <a:r>
              <a:rPr lang="en-PH" sz="4800" dirty="0" err="1"/>
              <a:t>sapatos</a:t>
            </a:r>
            <a:r>
              <a:rPr lang="en-PH" sz="4800" dirty="0"/>
              <a:t> ay </a:t>
            </a:r>
            <a:r>
              <a:rPr lang="en-PH" sz="4800" dirty="0" err="1"/>
              <a:t>nalusaw</a:t>
            </a:r>
            <a:r>
              <a:rPr lang="en-PH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91646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PH" sz="4800" dirty="0"/>
              <a:t>Sa </a:t>
            </a:r>
            <a:r>
              <a:rPr lang="en-PH" sz="4800" dirty="0" err="1"/>
              <a:t>kaniyang</a:t>
            </a:r>
            <a:r>
              <a:rPr lang="en-PH" sz="4800" dirty="0"/>
              <a:t> </a:t>
            </a:r>
            <a:r>
              <a:rPr lang="en-PH" sz="4800" dirty="0" err="1"/>
              <a:t>liham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kaniyang</a:t>
            </a:r>
            <a:r>
              <a:rPr lang="en-PH" sz="4800" dirty="0"/>
              <a:t> </a:t>
            </a:r>
            <a:r>
              <a:rPr lang="en-PH" sz="4800" dirty="0" err="1"/>
              <a:t>pamilya</a:t>
            </a:r>
            <a:r>
              <a:rPr lang="en-PH" sz="4800" dirty="0"/>
              <a:t> ay </a:t>
            </a:r>
            <a:r>
              <a:rPr lang="en-PH" sz="4800" dirty="0" err="1"/>
              <a:t>kaniyang</a:t>
            </a:r>
            <a:r>
              <a:rPr lang="en-PH" sz="4800" dirty="0"/>
              <a:t> </a:t>
            </a:r>
            <a:r>
              <a:rPr lang="en-PH" sz="4800" dirty="0" err="1"/>
              <a:t>isinulat</a:t>
            </a:r>
            <a:r>
              <a:rPr lang="en-PH" sz="4800" dirty="0"/>
              <a:t>: "</a:t>
            </a:r>
            <a:r>
              <a:rPr lang="en-PH" sz="4800" dirty="0" err="1"/>
              <a:t>Turingan</a:t>
            </a:r>
            <a:r>
              <a:rPr lang="en-PH" sz="4800" dirty="0"/>
              <a:t> ang may-</a:t>
            </a:r>
            <a:r>
              <a:rPr lang="en-PH" sz="4800" dirty="0" err="1"/>
              <a:t>edad</a:t>
            </a:r>
            <a:r>
              <a:rPr lang="en-PH" sz="4800" dirty="0"/>
              <a:t> </a:t>
            </a:r>
            <a:r>
              <a:rPr lang="en-PH" sz="4800" dirty="0" err="1"/>
              <a:t>nating</a:t>
            </a:r>
            <a:r>
              <a:rPr lang="en-PH" sz="4800" dirty="0"/>
              <a:t> </a:t>
            </a:r>
            <a:r>
              <a:rPr lang="en-PH" sz="4800" dirty="0" err="1"/>
              <a:t>magulang</a:t>
            </a:r>
            <a:r>
              <a:rPr lang="en-PH" sz="4800" dirty="0"/>
              <a:t> </a:t>
            </a:r>
            <a:r>
              <a:rPr lang="en-PH" sz="4800" dirty="0" err="1"/>
              <a:t>kagaya</a:t>
            </a:r>
            <a:r>
              <a:rPr lang="en-PH" sz="4800" dirty="0"/>
              <a:t> ng gusto </a:t>
            </a:r>
            <a:r>
              <a:rPr lang="en-PH" sz="4800" dirty="0" err="1"/>
              <a:t>niyong</a:t>
            </a:r>
            <a:r>
              <a:rPr lang="en-PH" sz="4800" dirty="0"/>
              <a:t> </a:t>
            </a:r>
            <a:r>
              <a:rPr lang="en-PH" sz="4800" dirty="0" err="1"/>
              <a:t>maturingan</a:t>
            </a:r>
            <a:r>
              <a:rPr lang="en-PH" sz="4800" dirty="0"/>
              <a:t>... </a:t>
            </a:r>
            <a:r>
              <a:rPr lang="en-PH" sz="4800" dirty="0" err="1"/>
              <a:t>Mahalin</a:t>
            </a:r>
            <a:r>
              <a:rPr lang="en-PH" sz="4800" dirty="0"/>
              <a:t> </a:t>
            </a:r>
            <a:r>
              <a:rPr lang="en-PH" sz="4800" dirty="0" err="1"/>
              <a:t>silang</a:t>
            </a:r>
            <a:r>
              <a:rPr lang="en-PH" sz="4800" dirty="0"/>
              <a:t> </a:t>
            </a:r>
            <a:r>
              <a:rPr lang="en-PH" sz="4800" dirty="0" err="1"/>
              <a:t>lubos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aking</a:t>
            </a:r>
            <a:r>
              <a:rPr lang="en-PH" sz="4800" dirty="0"/>
              <a:t> </a:t>
            </a:r>
            <a:r>
              <a:rPr lang="en-PH" sz="4800" dirty="0" err="1"/>
              <a:t>alaala</a:t>
            </a:r>
            <a:r>
              <a:rPr lang="en-PH" sz="4800" dirty="0"/>
              <a:t>... 30 </a:t>
            </a:r>
            <a:r>
              <a:rPr lang="en-PH" sz="4800" dirty="0" err="1"/>
              <a:t>Disyembre</a:t>
            </a:r>
            <a:r>
              <a:rPr lang="en-PH" sz="4800" dirty="0"/>
              <a:t>, 1896." </a:t>
            </a:r>
            <a:r>
              <a:rPr lang="en-PH" sz="4800" dirty="0" err="1"/>
              <a:t>Nagbigay</a:t>
            </a:r>
            <a:r>
              <a:rPr lang="en-PH" sz="4800" dirty="0"/>
              <a:t> </a:t>
            </a:r>
            <a:r>
              <a:rPr lang="en-PH" sz="4800" dirty="0" err="1"/>
              <a:t>siya</a:t>
            </a:r>
            <a:r>
              <a:rPr lang="en-PH" sz="4800" dirty="0"/>
              <a:t> ng </a:t>
            </a:r>
            <a:r>
              <a:rPr lang="en-PH" sz="4800" dirty="0" err="1"/>
              <a:t>habilin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kaniyang</a:t>
            </a:r>
            <a:r>
              <a:rPr lang="en-PH" sz="4800" dirty="0"/>
              <a:t> </a:t>
            </a:r>
            <a:r>
              <a:rPr lang="en-PH" sz="4800" dirty="0" err="1"/>
              <a:t>pamilya</a:t>
            </a:r>
            <a:r>
              <a:rPr lang="en-PH" sz="4800" dirty="0"/>
              <a:t> </a:t>
            </a:r>
            <a:r>
              <a:rPr lang="en-PH" sz="4800" dirty="0" err="1"/>
              <a:t>ukol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kaniyang</a:t>
            </a:r>
            <a:r>
              <a:rPr lang="en-PH" sz="4800" dirty="0"/>
              <a:t> </a:t>
            </a:r>
            <a:r>
              <a:rPr lang="en-PH" sz="4800" dirty="0" err="1"/>
              <a:t>libing</a:t>
            </a:r>
            <a:r>
              <a:rPr lang="en-PH" sz="4800" dirty="0"/>
              <a:t>: "</a:t>
            </a:r>
            <a:r>
              <a:rPr lang="en-PH" sz="4800" dirty="0" err="1"/>
              <a:t>Ilibing</a:t>
            </a:r>
            <a:r>
              <a:rPr lang="en-PH" sz="4800" dirty="0"/>
              <a:t> </a:t>
            </a:r>
            <a:r>
              <a:rPr lang="en-PH" sz="4800" dirty="0" err="1"/>
              <a:t>ninyo</a:t>
            </a:r>
            <a:r>
              <a:rPr lang="en-PH" sz="4800" dirty="0"/>
              <a:t> </a:t>
            </a:r>
            <a:r>
              <a:rPr lang="en-PH" sz="4800" dirty="0" err="1"/>
              <a:t>ako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lupa</a:t>
            </a:r>
            <a:r>
              <a:rPr lang="en-PH" sz="4800" dirty="0"/>
              <a:t>. </a:t>
            </a:r>
            <a:r>
              <a:rPr lang="en-PH" sz="4800" dirty="0" err="1"/>
              <a:t>Maglagay</a:t>
            </a:r>
            <a:r>
              <a:rPr lang="en-PH" sz="4800" dirty="0"/>
              <a:t> ng </a:t>
            </a:r>
            <a:r>
              <a:rPr lang="en-PH" sz="4800" dirty="0" err="1"/>
              <a:t>bato</a:t>
            </a:r>
            <a:r>
              <a:rPr lang="en-PH" sz="4800" dirty="0"/>
              <a:t> at </a:t>
            </a:r>
            <a:r>
              <a:rPr lang="en-PH" sz="4800" dirty="0" err="1"/>
              <a:t>krus</a:t>
            </a:r>
            <a:r>
              <a:rPr lang="en-PH" sz="4800" dirty="0"/>
              <a:t> </a:t>
            </a:r>
            <a:r>
              <a:rPr lang="en-PH" sz="4800" dirty="0" err="1"/>
              <a:t>sa</a:t>
            </a:r>
            <a:r>
              <a:rPr lang="en-PH" sz="4800" dirty="0"/>
              <a:t> </a:t>
            </a:r>
            <a:r>
              <a:rPr lang="en-PH" sz="4800" dirty="0" err="1"/>
              <a:t>ibabaw</a:t>
            </a:r>
            <a:r>
              <a:rPr lang="en-PH" sz="4800" dirty="0"/>
              <a:t>. </a:t>
            </a:r>
            <a:r>
              <a:rPr lang="en-PH" sz="4800" dirty="0" err="1"/>
              <a:t>Pangalan</a:t>
            </a:r>
            <a:r>
              <a:rPr lang="en-PH" sz="4800" dirty="0"/>
              <a:t> ko, </a:t>
            </a:r>
            <a:r>
              <a:rPr lang="en-PH" sz="4800" dirty="0" err="1"/>
              <a:t>petsa</a:t>
            </a:r>
            <a:r>
              <a:rPr lang="en-PH" sz="4800" dirty="0"/>
              <a:t> ng </a:t>
            </a:r>
            <a:r>
              <a:rPr lang="en-PH" sz="4800" dirty="0" err="1"/>
              <a:t>kapanganakan</a:t>
            </a:r>
            <a:r>
              <a:rPr lang="en-PH" sz="4800" dirty="0"/>
              <a:t> ko at </a:t>
            </a:r>
            <a:r>
              <a:rPr lang="en-PH" sz="4800" dirty="0" err="1"/>
              <a:t>kamatayan</a:t>
            </a:r>
            <a:r>
              <a:rPr lang="en-PH" sz="4800" dirty="0"/>
              <a:t> ko. Wala </a:t>
            </a:r>
            <a:r>
              <a:rPr lang="en-PH" sz="4800" dirty="0" err="1"/>
              <a:t>nang</a:t>
            </a:r>
            <a:r>
              <a:rPr lang="en-PH" sz="4800" dirty="0"/>
              <a:t> </a:t>
            </a:r>
            <a:r>
              <a:rPr lang="en-PH" sz="4800" dirty="0" err="1"/>
              <a:t>iba</a:t>
            </a:r>
            <a:r>
              <a:rPr lang="en-PH" sz="4800" dirty="0"/>
              <a:t>. Kung </a:t>
            </a:r>
            <a:r>
              <a:rPr lang="en-PH" sz="4800" dirty="0" err="1"/>
              <a:t>nais</a:t>
            </a:r>
            <a:r>
              <a:rPr lang="en-PH" sz="4800" dirty="0"/>
              <a:t> </a:t>
            </a:r>
            <a:r>
              <a:rPr lang="en-PH" sz="4800" dirty="0" err="1"/>
              <a:t>niyong</a:t>
            </a:r>
            <a:r>
              <a:rPr lang="en-PH" sz="4800" dirty="0"/>
              <a:t> </a:t>
            </a:r>
            <a:r>
              <a:rPr lang="en-PH" sz="4800" dirty="0" err="1"/>
              <a:t>bakuran</a:t>
            </a:r>
            <a:r>
              <a:rPr lang="en-PH" sz="4800" dirty="0"/>
              <a:t> ang </a:t>
            </a:r>
            <a:r>
              <a:rPr lang="en-PH" sz="4800" dirty="0" err="1"/>
              <a:t>aking</a:t>
            </a:r>
            <a:r>
              <a:rPr lang="en-PH" sz="4800" dirty="0"/>
              <a:t> </a:t>
            </a:r>
            <a:r>
              <a:rPr lang="en-PH" sz="4800" dirty="0" err="1"/>
              <a:t>libingan</a:t>
            </a:r>
            <a:r>
              <a:rPr lang="en-PH" sz="4800" dirty="0"/>
              <a:t> </a:t>
            </a:r>
            <a:r>
              <a:rPr lang="en-PH" sz="4800" dirty="0" err="1"/>
              <a:t>maaari</a:t>
            </a:r>
            <a:r>
              <a:rPr lang="en-PH" sz="4800" dirty="0"/>
              <a:t> </a:t>
            </a:r>
            <a:r>
              <a:rPr lang="en-PH" sz="4800" dirty="0" err="1"/>
              <a:t>niyong</a:t>
            </a:r>
            <a:r>
              <a:rPr lang="en-PH" sz="4800" dirty="0"/>
              <a:t> </a:t>
            </a:r>
            <a:r>
              <a:rPr lang="en-PH" sz="4800" dirty="0" err="1"/>
              <a:t>gawin</a:t>
            </a:r>
            <a:r>
              <a:rPr lang="en-PH" sz="4800" dirty="0"/>
              <a:t>. </a:t>
            </a:r>
            <a:r>
              <a:rPr lang="en-PH" sz="4800" dirty="0" err="1"/>
              <a:t>Walang</a:t>
            </a:r>
            <a:r>
              <a:rPr lang="en-PH" sz="4800" dirty="0"/>
              <a:t> </a:t>
            </a:r>
            <a:r>
              <a:rPr lang="en-PH" sz="4800" dirty="0" err="1"/>
              <a:t>paggunita</a:t>
            </a:r>
            <a:r>
              <a:rPr lang="en-PH" sz="4800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9288485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PH" sz="5700" dirty="0"/>
              <a:t>Sa </a:t>
            </a:r>
            <a:r>
              <a:rPr lang="en-PH" sz="5700" dirty="0" err="1"/>
              <a:t>kaniyang</a:t>
            </a:r>
            <a:r>
              <a:rPr lang="en-PH" sz="5700" dirty="0"/>
              <a:t> </a:t>
            </a:r>
            <a:r>
              <a:rPr lang="en-PH" sz="5700" dirty="0" err="1"/>
              <a:t>huling</a:t>
            </a:r>
            <a:r>
              <a:rPr lang="en-PH" sz="5700" dirty="0"/>
              <a:t> </a:t>
            </a:r>
            <a:r>
              <a:rPr lang="en-PH" sz="5700" dirty="0" err="1"/>
              <a:t>sulat</a:t>
            </a:r>
            <a:r>
              <a:rPr lang="en-PH" sz="5700" dirty="0"/>
              <a:t> kay </a:t>
            </a:r>
            <a:r>
              <a:rPr lang="en-PH" sz="5700" dirty="0" err="1"/>
              <a:t>Blumentritt</a:t>
            </a:r>
            <a:r>
              <a:rPr lang="en-PH" sz="5700" dirty="0"/>
              <a:t>: "</a:t>
            </a:r>
            <a:r>
              <a:rPr lang="en-PH" sz="5700" dirty="0" err="1"/>
              <a:t>Bukas</a:t>
            </a:r>
            <a:r>
              <a:rPr lang="en-PH" sz="5700" dirty="0"/>
              <a:t>, </a:t>
            </a:r>
            <a:r>
              <a:rPr lang="en-PH" sz="5700" dirty="0" err="1"/>
              <a:t>sa</a:t>
            </a:r>
            <a:r>
              <a:rPr lang="en-PH" sz="5700" dirty="0"/>
              <a:t> </a:t>
            </a:r>
            <a:r>
              <a:rPr lang="en-PH" sz="5700" dirty="0" err="1"/>
              <a:t>ganap</a:t>
            </a:r>
            <a:r>
              <a:rPr lang="en-PH" sz="5700" dirty="0"/>
              <a:t> </a:t>
            </a:r>
            <a:r>
              <a:rPr lang="en-PH" sz="5700" dirty="0" err="1"/>
              <a:t>na</a:t>
            </a:r>
            <a:r>
              <a:rPr lang="en-PH" sz="5700" dirty="0"/>
              <a:t> 7, ay </a:t>
            </a:r>
            <a:r>
              <a:rPr lang="en-PH" sz="5700" dirty="0" err="1"/>
              <a:t>babarilin</a:t>
            </a:r>
            <a:r>
              <a:rPr lang="en-PH" sz="5700" dirty="0"/>
              <a:t> </a:t>
            </a:r>
            <a:r>
              <a:rPr lang="en-PH" sz="5700" dirty="0" err="1"/>
              <a:t>ako</a:t>
            </a:r>
            <a:r>
              <a:rPr lang="en-PH" sz="5700" dirty="0"/>
              <a:t>; </a:t>
            </a:r>
            <a:r>
              <a:rPr lang="en-PH" sz="5700" dirty="0" err="1"/>
              <a:t>ngunit</a:t>
            </a:r>
            <a:r>
              <a:rPr lang="en-PH" sz="5700" dirty="0"/>
              <a:t> </a:t>
            </a:r>
            <a:r>
              <a:rPr lang="en-PH" sz="5700" dirty="0" err="1"/>
              <a:t>ako</a:t>
            </a:r>
            <a:r>
              <a:rPr lang="en-PH" sz="5700" dirty="0"/>
              <a:t> ay </a:t>
            </a:r>
            <a:r>
              <a:rPr lang="en-PH" sz="5700" dirty="0" err="1"/>
              <a:t>inosente</a:t>
            </a:r>
            <a:r>
              <a:rPr lang="en-PH" sz="5700" dirty="0"/>
              <a:t> </a:t>
            </a:r>
            <a:r>
              <a:rPr lang="en-PH" sz="5700" dirty="0" err="1"/>
              <a:t>sa</a:t>
            </a:r>
            <a:r>
              <a:rPr lang="en-PH" sz="5700" dirty="0"/>
              <a:t> </a:t>
            </a:r>
            <a:r>
              <a:rPr lang="en-PH" sz="5700" dirty="0" err="1"/>
              <a:t>krimen</a:t>
            </a:r>
            <a:r>
              <a:rPr lang="en-PH" sz="5700" dirty="0"/>
              <a:t> ng </a:t>
            </a:r>
            <a:r>
              <a:rPr lang="en-PH" sz="5700" dirty="0" err="1"/>
              <a:t>paghihimagsik</a:t>
            </a:r>
            <a:r>
              <a:rPr lang="en-PH" sz="5700" dirty="0"/>
              <a:t>. </a:t>
            </a:r>
            <a:r>
              <a:rPr lang="en-PH" sz="5700" dirty="0" err="1"/>
              <a:t>Mamamatay</a:t>
            </a:r>
            <a:r>
              <a:rPr lang="en-PH" sz="5700" dirty="0"/>
              <a:t> </a:t>
            </a:r>
            <a:r>
              <a:rPr lang="en-PH" sz="5700" dirty="0" err="1"/>
              <a:t>ako</a:t>
            </a:r>
            <a:r>
              <a:rPr lang="en-PH" sz="5700" dirty="0"/>
              <a:t> ng may </a:t>
            </a:r>
            <a:r>
              <a:rPr lang="en-PH" sz="5700" dirty="0" err="1"/>
              <a:t>tahimik</a:t>
            </a:r>
            <a:r>
              <a:rPr lang="en-PH" sz="5700" dirty="0"/>
              <a:t> </a:t>
            </a:r>
            <a:r>
              <a:rPr lang="en-PH" sz="5700" dirty="0" err="1"/>
              <a:t>na</a:t>
            </a:r>
            <a:r>
              <a:rPr lang="en-PH" sz="5700" dirty="0"/>
              <a:t> </a:t>
            </a:r>
            <a:r>
              <a:rPr lang="en-PH" sz="5700" dirty="0" err="1"/>
              <a:t>konsiyensiya</a:t>
            </a:r>
            <a:r>
              <a:rPr lang="en-PH" sz="5700" dirty="0"/>
              <a:t>." </a:t>
            </a:r>
            <a:r>
              <a:rPr lang="en-PH" sz="5700" dirty="0" err="1"/>
              <a:t>Pinaniniwalaan</a:t>
            </a:r>
            <a:r>
              <a:rPr lang="en-PH" sz="5700" dirty="0"/>
              <a:t> </a:t>
            </a:r>
            <a:r>
              <a:rPr lang="en-PH" sz="5700" dirty="0" err="1"/>
              <a:t>na</a:t>
            </a:r>
            <a:r>
              <a:rPr lang="en-PH" sz="5700" dirty="0"/>
              <a:t> </a:t>
            </a:r>
            <a:r>
              <a:rPr lang="en-PH" sz="5700" dirty="0" err="1"/>
              <a:t>si</a:t>
            </a:r>
            <a:r>
              <a:rPr lang="en-PH" sz="5700" dirty="0"/>
              <a:t> Rizal ang </a:t>
            </a:r>
            <a:r>
              <a:rPr lang="en-PH" sz="5700" dirty="0" err="1"/>
              <a:t>unang</a:t>
            </a:r>
            <a:r>
              <a:rPr lang="en-PH" sz="5700" dirty="0"/>
              <a:t> </a:t>
            </a:r>
            <a:r>
              <a:rPr lang="en-PH" sz="5700" dirty="0" err="1"/>
              <a:t>rebolusyonaryong</a:t>
            </a:r>
            <a:r>
              <a:rPr lang="en-PH" sz="5700" dirty="0"/>
              <a:t> Pilipino </a:t>
            </a:r>
            <a:r>
              <a:rPr lang="en-PH" sz="5700" dirty="0" err="1"/>
              <a:t>na</a:t>
            </a:r>
            <a:r>
              <a:rPr lang="en-PH" sz="5700" dirty="0"/>
              <a:t> </a:t>
            </a:r>
            <a:r>
              <a:rPr lang="en-PH" sz="5700" dirty="0" err="1"/>
              <a:t>namatay</a:t>
            </a:r>
            <a:r>
              <a:rPr lang="en-PH" sz="5700" dirty="0"/>
              <a:t> </a:t>
            </a:r>
            <a:r>
              <a:rPr lang="en-PH" sz="5700" dirty="0" err="1"/>
              <a:t>dahil</a:t>
            </a:r>
            <a:r>
              <a:rPr lang="en-PH" sz="5700" dirty="0"/>
              <a:t> </a:t>
            </a:r>
            <a:r>
              <a:rPr lang="en-PH" sz="5700" dirty="0" err="1"/>
              <a:t>sa</a:t>
            </a:r>
            <a:r>
              <a:rPr lang="en-PH" sz="5700" dirty="0"/>
              <a:t> </a:t>
            </a:r>
            <a:r>
              <a:rPr lang="en-PH" sz="5700" dirty="0" err="1"/>
              <a:t>kaniyang</a:t>
            </a:r>
            <a:r>
              <a:rPr lang="en-PH" sz="5700" dirty="0"/>
              <a:t> </a:t>
            </a:r>
            <a:r>
              <a:rPr lang="en-PH" sz="5700" dirty="0" err="1"/>
              <a:t>mga</a:t>
            </a:r>
            <a:r>
              <a:rPr lang="en-PH" sz="5700" dirty="0"/>
              <a:t> </a:t>
            </a:r>
            <a:r>
              <a:rPr lang="en-PH" sz="5700" dirty="0" err="1"/>
              <a:t>gawa</a:t>
            </a:r>
            <a:r>
              <a:rPr lang="en-PH" sz="5700" dirty="0"/>
              <a:t> </a:t>
            </a:r>
            <a:r>
              <a:rPr lang="en-PH" sz="5700" dirty="0" err="1"/>
              <a:t>bilang</a:t>
            </a:r>
            <a:r>
              <a:rPr lang="en-PH" sz="5700" dirty="0"/>
              <a:t> </a:t>
            </a:r>
            <a:r>
              <a:rPr lang="en-PH" sz="5700" dirty="0" err="1"/>
              <a:t>manunulat</a:t>
            </a:r>
            <a:r>
              <a:rPr lang="en-PH" sz="5700" dirty="0"/>
              <a:t>, at </a:t>
            </a:r>
            <a:r>
              <a:rPr lang="en-PH" sz="5700" dirty="0" err="1"/>
              <a:t>dahil</a:t>
            </a:r>
            <a:r>
              <a:rPr lang="en-PH" sz="5700" dirty="0"/>
              <a:t> </a:t>
            </a:r>
            <a:r>
              <a:rPr lang="en-PH" sz="5700" dirty="0" err="1"/>
              <a:t>sa</a:t>
            </a:r>
            <a:r>
              <a:rPr lang="en-PH" sz="5700" dirty="0"/>
              <a:t> </a:t>
            </a:r>
            <a:r>
              <a:rPr lang="en-PH" sz="5700" dirty="0" err="1"/>
              <a:t>kaniyang</a:t>
            </a:r>
            <a:r>
              <a:rPr lang="en-PH" sz="5700" dirty="0"/>
              <a:t> </a:t>
            </a:r>
            <a:r>
              <a:rPr lang="en-PH" sz="5700" dirty="0" err="1"/>
              <a:t>sibil</a:t>
            </a:r>
            <a:r>
              <a:rPr lang="en-PH" sz="5700" dirty="0"/>
              <a:t> </a:t>
            </a:r>
            <a:r>
              <a:rPr lang="en-PH" sz="5700" dirty="0" err="1"/>
              <a:t>na</a:t>
            </a:r>
            <a:r>
              <a:rPr lang="en-PH" sz="5700" dirty="0"/>
              <a:t> </a:t>
            </a:r>
            <a:r>
              <a:rPr lang="en-PH" sz="5700" dirty="0" err="1"/>
              <a:t>pagsuway</a:t>
            </a:r>
            <a:r>
              <a:rPr lang="en-PH" sz="5700" dirty="0"/>
              <a:t> ay </a:t>
            </a:r>
            <a:r>
              <a:rPr lang="en-PH" sz="5700" dirty="0" err="1"/>
              <a:t>matagumpay</a:t>
            </a:r>
            <a:r>
              <a:rPr lang="en-PH" sz="5700" dirty="0"/>
              <a:t> </a:t>
            </a:r>
            <a:r>
              <a:rPr lang="en-PH" sz="5700" dirty="0" err="1"/>
              <a:t>niyang</a:t>
            </a:r>
            <a:r>
              <a:rPr lang="en-PH" sz="5700" dirty="0"/>
              <a:t> </a:t>
            </a:r>
            <a:r>
              <a:rPr lang="en-PH" sz="5700" dirty="0" err="1"/>
              <a:t>natibag</a:t>
            </a:r>
            <a:r>
              <a:rPr lang="en-PH" sz="5700" dirty="0"/>
              <a:t> ang moral </a:t>
            </a:r>
            <a:r>
              <a:rPr lang="en-PH" sz="5700" dirty="0" err="1"/>
              <a:t>na</a:t>
            </a:r>
            <a:r>
              <a:rPr lang="en-PH" sz="5700" dirty="0"/>
              <a:t> </a:t>
            </a:r>
            <a:r>
              <a:rPr lang="en-PH" sz="5700" dirty="0" err="1"/>
              <a:t>pamumuno</a:t>
            </a:r>
            <a:r>
              <a:rPr lang="en-PH" sz="5700" dirty="0"/>
              <a:t> ng </a:t>
            </a:r>
            <a:r>
              <a:rPr lang="en-PH" sz="5700" dirty="0" err="1"/>
              <a:t>Espanya</a:t>
            </a:r>
            <a:r>
              <a:rPr lang="en-PH" sz="5700" dirty="0"/>
              <a:t>. </a:t>
            </a:r>
            <a:r>
              <a:rPr lang="en-PH" sz="5700" dirty="0" err="1"/>
              <a:t>Nagbigay</a:t>
            </a:r>
            <a:r>
              <a:rPr lang="en-PH" sz="5700" dirty="0"/>
              <a:t> din </a:t>
            </a:r>
            <a:r>
              <a:rPr lang="en-PH" sz="5700" dirty="0" err="1"/>
              <a:t>siya</a:t>
            </a:r>
            <a:r>
              <a:rPr lang="en-PH" sz="5700" dirty="0"/>
              <a:t> ng </a:t>
            </a:r>
            <a:r>
              <a:rPr lang="en-PH" sz="5700" dirty="0" err="1"/>
              <a:t>isang</a:t>
            </a:r>
            <a:r>
              <a:rPr lang="en-PH" sz="5700" dirty="0"/>
              <a:t> </a:t>
            </a:r>
            <a:r>
              <a:rPr lang="en-PH" sz="5700" dirty="0" err="1"/>
              <a:t>aklat</a:t>
            </a:r>
            <a:r>
              <a:rPr lang="en-PH" sz="5700" dirty="0"/>
              <a:t> </a:t>
            </a:r>
            <a:r>
              <a:rPr lang="en-PH" sz="5700" dirty="0" err="1"/>
              <a:t>sa</a:t>
            </a:r>
            <a:r>
              <a:rPr lang="en-PH" sz="5700" dirty="0"/>
              <a:t> </a:t>
            </a:r>
            <a:r>
              <a:rPr lang="en-PH" sz="5700" dirty="0" err="1"/>
              <a:t>isang</a:t>
            </a:r>
            <a:r>
              <a:rPr lang="en-PH" sz="5700" dirty="0"/>
              <a:t> </a:t>
            </a:r>
            <a:r>
              <a:rPr lang="en-PH" sz="5700" dirty="0" err="1"/>
              <a:t>matalik</a:t>
            </a:r>
            <a:r>
              <a:rPr lang="en-PH" sz="5700" dirty="0"/>
              <a:t> at </a:t>
            </a:r>
            <a:r>
              <a:rPr lang="en-PH" sz="5700" dirty="0" err="1"/>
              <a:t>minamahal</a:t>
            </a:r>
            <a:r>
              <a:rPr lang="en-PH" sz="5700" dirty="0"/>
              <a:t> </a:t>
            </a:r>
            <a:r>
              <a:rPr lang="en-PH" sz="5700" dirty="0" err="1"/>
              <a:t>na</a:t>
            </a:r>
            <a:r>
              <a:rPr lang="en-PH" sz="5700" dirty="0"/>
              <a:t> </a:t>
            </a:r>
            <a:r>
              <a:rPr lang="en-PH" sz="5700" dirty="0" err="1"/>
              <a:t>kaibigan</a:t>
            </a:r>
            <a:r>
              <a:rPr lang="en-PH" sz="5700" dirty="0"/>
              <a:t>. </a:t>
            </a:r>
            <a:r>
              <a:rPr lang="en-PH" sz="5700" dirty="0" err="1"/>
              <a:t>Noong</a:t>
            </a:r>
            <a:r>
              <a:rPr lang="en-PH" sz="5700" dirty="0"/>
              <a:t> </a:t>
            </a:r>
            <a:r>
              <a:rPr lang="en-PH" sz="5700" dirty="0" err="1"/>
              <a:t>natanggap</a:t>
            </a:r>
            <a:r>
              <a:rPr lang="en-PH" sz="5700" dirty="0"/>
              <a:t> </a:t>
            </a:r>
            <a:r>
              <a:rPr lang="en-PH" sz="5700" dirty="0" err="1"/>
              <a:t>ito</a:t>
            </a:r>
            <a:r>
              <a:rPr lang="en-PH" sz="5700" dirty="0"/>
              <a:t> </a:t>
            </a:r>
            <a:r>
              <a:rPr lang="en-PH" sz="5700" dirty="0" err="1"/>
              <a:t>ni</a:t>
            </a:r>
            <a:r>
              <a:rPr lang="en-PH" sz="5700" dirty="0"/>
              <a:t> </a:t>
            </a:r>
            <a:r>
              <a:rPr lang="en-PH" sz="5700" dirty="0" err="1"/>
              <a:t>Blumentritt</a:t>
            </a:r>
            <a:r>
              <a:rPr lang="en-PH" sz="5700" dirty="0"/>
              <a:t> </a:t>
            </a:r>
            <a:r>
              <a:rPr lang="en-PH" sz="5700" dirty="0" err="1"/>
              <a:t>sa</a:t>
            </a:r>
            <a:r>
              <a:rPr lang="en-PH" sz="5700" dirty="0"/>
              <a:t> </a:t>
            </a:r>
            <a:r>
              <a:rPr lang="en-PH" sz="5700" dirty="0" err="1"/>
              <a:t>Leimeritz</a:t>
            </a:r>
            <a:r>
              <a:rPr lang="en-PH" sz="5700" dirty="0"/>
              <a:t> </a:t>
            </a:r>
            <a:r>
              <a:rPr lang="en-PH" sz="5700" dirty="0" err="1"/>
              <a:t>siya</a:t>
            </a:r>
            <a:r>
              <a:rPr lang="en-PH" sz="5700" dirty="0"/>
              <a:t> ay </a:t>
            </a:r>
            <a:r>
              <a:rPr lang="en-PH" sz="5700" dirty="0" err="1"/>
              <a:t>umiyak</a:t>
            </a:r>
            <a:r>
              <a:rPr lang="en-PH" sz="5700" dirty="0"/>
              <a:t>.</a:t>
            </a:r>
          </a:p>
          <a:p>
            <a:pPr algn="just"/>
            <a:endParaRPr lang="en-PH" sz="4800" dirty="0"/>
          </a:p>
          <a:p>
            <a:pPr algn="just"/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7574173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218D586-A2D5-44D9-9AC8-C2AF0D0F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5" y="654518"/>
            <a:ext cx="10751419" cy="5505650"/>
          </a:xfrm>
        </p:spPr>
        <p:txBody>
          <a:bodyPr>
            <a:normAutofit fontScale="70000" lnSpcReduction="20000"/>
          </a:bodyPr>
          <a:lstStyle/>
          <a:p>
            <a:r>
              <a:rPr lang="en-PH" sz="7000" dirty="0" err="1"/>
              <a:t>Mga</a:t>
            </a:r>
            <a:r>
              <a:rPr lang="en-PH" sz="7000" dirty="0"/>
              <a:t> Katha</a:t>
            </a:r>
          </a:p>
          <a:p>
            <a:pPr algn="just"/>
            <a:r>
              <a:rPr lang="en-PH" sz="5100" dirty="0"/>
              <a:t>Si Rizal ay </a:t>
            </a:r>
            <a:r>
              <a:rPr lang="en-PH" sz="5100" dirty="0" err="1"/>
              <a:t>nakilala</a:t>
            </a:r>
            <a:r>
              <a:rPr lang="en-PH" sz="5100" dirty="0"/>
              <a:t> </a:t>
            </a:r>
            <a:r>
              <a:rPr lang="en-PH" sz="5100" dirty="0" err="1"/>
              <a:t>sa</a:t>
            </a:r>
            <a:r>
              <a:rPr lang="en-PH" sz="5100" dirty="0"/>
              <a:t> </a:t>
            </a:r>
            <a:r>
              <a:rPr lang="en-PH" sz="5100" dirty="0" err="1"/>
              <a:t>dahil</a:t>
            </a:r>
            <a:r>
              <a:rPr lang="en-PH" sz="5100" dirty="0"/>
              <a:t> </a:t>
            </a:r>
            <a:r>
              <a:rPr lang="en-PH" sz="5100" dirty="0" err="1"/>
              <a:t>sa</a:t>
            </a:r>
            <a:r>
              <a:rPr lang="en-PH" sz="5100" dirty="0"/>
              <a:t> </a:t>
            </a:r>
            <a:r>
              <a:rPr lang="en-PH" sz="5100" dirty="0" err="1"/>
              <a:t>kanyang</a:t>
            </a:r>
            <a:r>
              <a:rPr lang="en-PH" sz="5100" dirty="0"/>
              <a:t> </a:t>
            </a:r>
            <a:r>
              <a:rPr lang="en-PH" sz="5100" dirty="0" err="1"/>
              <a:t>dalawang</a:t>
            </a:r>
            <a:r>
              <a:rPr lang="en-PH" sz="5100" dirty="0"/>
              <a:t> </a:t>
            </a:r>
            <a:r>
              <a:rPr lang="en-PH" sz="5100" dirty="0" err="1"/>
              <a:t>nobela</a:t>
            </a:r>
            <a:r>
              <a:rPr lang="en-PH" sz="5100" dirty="0"/>
              <a:t>, ang </a:t>
            </a:r>
            <a:r>
              <a:rPr lang="en-PH" sz="5100" dirty="0" err="1"/>
              <a:t>Noli</a:t>
            </a:r>
            <a:r>
              <a:rPr lang="en-PH" sz="5100" dirty="0"/>
              <a:t> Me Tangere, </a:t>
            </a:r>
            <a:r>
              <a:rPr lang="en-PH" sz="5100" dirty="0" err="1"/>
              <a:t>na</a:t>
            </a:r>
            <a:r>
              <a:rPr lang="en-PH" sz="5100" dirty="0"/>
              <a:t> </a:t>
            </a:r>
            <a:r>
              <a:rPr lang="en-PH" sz="5100" dirty="0" err="1"/>
              <a:t>nilimbag</a:t>
            </a:r>
            <a:r>
              <a:rPr lang="en-PH" sz="5100" dirty="0"/>
              <a:t> </a:t>
            </a:r>
            <a:r>
              <a:rPr lang="en-PH" sz="5100" dirty="0" err="1"/>
              <a:t>sa</a:t>
            </a:r>
            <a:r>
              <a:rPr lang="en-PH" sz="5100" dirty="0"/>
              <a:t> Berlin, </a:t>
            </a:r>
            <a:r>
              <a:rPr lang="en-PH" sz="5100" dirty="0" err="1"/>
              <a:t>Alemanya</a:t>
            </a:r>
            <a:r>
              <a:rPr lang="en-PH" sz="5100" dirty="0"/>
              <a:t> (1886) </a:t>
            </a:r>
            <a:r>
              <a:rPr lang="en-PH" sz="5100" dirty="0" err="1"/>
              <a:t>sa</a:t>
            </a:r>
            <a:r>
              <a:rPr lang="en-PH" sz="5100" dirty="0"/>
              <a:t> </a:t>
            </a:r>
            <a:r>
              <a:rPr lang="en-PH" sz="5100" dirty="0" err="1"/>
              <a:t>tulong</a:t>
            </a:r>
            <a:r>
              <a:rPr lang="en-PH" sz="5100" dirty="0"/>
              <a:t> </a:t>
            </a:r>
            <a:r>
              <a:rPr lang="en-PH" sz="5100" dirty="0" err="1"/>
              <a:t>ni</a:t>
            </a:r>
            <a:r>
              <a:rPr lang="en-PH" sz="5100" dirty="0"/>
              <a:t> Dr. Maximo Viola, at ang El </a:t>
            </a:r>
            <a:r>
              <a:rPr lang="en-PH" sz="5100" dirty="0" err="1"/>
              <a:t>Filibusterismo</a:t>
            </a:r>
            <a:r>
              <a:rPr lang="en-PH" sz="5100" dirty="0"/>
              <a:t>, </a:t>
            </a:r>
            <a:r>
              <a:rPr lang="en-PH" sz="5100" dirty="0" err="1"/>
              <a:t>na</a:t>
            </a:r>
            <a:r>
              <a:rPr lang="en-PH" sz="5100" dirty="0"/>
              <a:t> </a:t>
            </a:r>
            <a:r>
              <a:rPr lang="en-PH" sz="5100" dirty="0" err="1"/>
              <a:t>nilathala</a:t>
            </a:r>
            <a:r>
              <a:rPr lang="en-PH" sz="5100" dirty="0"/>
              <a:t> </a:t>
            </a:r>
            <a:r>
              <a:rPr lang="en-PH" sz="5100" dirty="0" err="1"/>
              <a:t>sa</a:t>
            </a:r>
            <a:r>
              <a:rPr lang="en-PH" sz="5100" dirty="0"/>
              <a:t> </a:t>
            </a:r>
            <a:r>
              <a:rPr lang="en-PH" sz="5100" dirty="0" err="1"/>
              <a:t>Gante</a:t>
            </a:r>
            <a:r>
              <a:rPr lang="en-PH" sz="5100" dirty="0"/>
              <a:t>, </a:t>
            </a:r>
            <a:r>
              <a:rPr lang="en-PH" sz="5100" dirty="0" err="1"/>
              <a:t>Belgica</a:t>
            </a:r>
            <a:r>
              <a:rPr lang="en-PH" sz="5100" dirty="0"/>
              <a:t> (1891); </a:t>
            </a:r>
            <a:r>
              <a:rPr lang="en-PH" sz="5100" dirty="0" err="1"/>
              <a:t>pinahiram</a:t>
            </a:r>
            <a:r>
              <a:rPr lang="en-PH" sz="5100" dirty="0"/>
              <a:t> </a:t>
            </a:r>
            <a:r>
              <a:rPr lang="en-PH" sz="5100" dirty="0" err="1"/>
              <a:t>siya</a:t>
            </a:r>
            <a:r>
              <a:rPr lang="en-PH" sz="5100" dirty="0"/>
              <a:t> </a:t>
            </a:r>
            <a:r>
              <a:rPr lang="en-PH" sz="5100" dirty="0" err="1"/>
              <a:t>ni</a:t>
            </a:r>
            <a:r>
              <a:rPr lang="en-PH" sz="5100" dirty="0"/>
              <a:t> Valentin Ventura ng 300 </a:t>
            </a:r>
            <a:r>
              <a:rPr lang="en-PH" sz="5100" dirty="0" err="1"/>
              <a:t>piso</a:t>
            </a:r>
            <a:r>
              <a:rPr lang="en-PH" sz="5100" dirty="0"/>
              <a:t> </a:t>
            </a:r>
            <a:r>
              <a:rPr lang="en-PH" sz="5100" dirty="0" err="1"/>
              <a:t>sa</a:t>
            </a:r>
            <a:r>
              <a:rPr lang="en-PH" sz="5100" dirty="0"/>
              <a:t> </a:t>
            </a:r>
            <a:r>
              <a:rPr lang="en-PH" sz="5100" dirty="0" err="1"/>
              <a:t>pagpapalimbag</a:t>
            </a:r>
            <a:r>
              <a:rPr lang="en-PH" sz="5100" dirty="0"/>
              <a:t> ng El </a:t>
            </a:r>
            <a:r>
              <a:rPr lang="en-PH" sz="5100" dirty="0" err="1"/>
              <a:t>Filibusterismo</a:t>
            </a:r>
            <a:r>
              <a:rPr lang="en-PH" sz="5100" dirty="0"/>
              <a:t>. </a:t>
            </a:r>
            <a:r>
              <a:rPr lang="en-PH" sz="5100" dirty="0" err="1"/>
              <a:t>Naglalaman</a:t>
            </a:r>
            <a:r>
              <a:rPr lang="en-PH" sz="5100" dirty="0"/>
              <a:t> ang </a:t>
            </a:r>
            <a:r>
              <a:rPr lang="en-PH" sz="5100" dirty="0" err="1"/>
              <a:t>mga</a:t>
            </a:r>
            <a:r>
              <a:rPr lang="en-PH" sz="5100" dirty="0"/>
              <a:t> </a:t>
            </a:r>
            <a:r>
              <a:rPr lang="en-PH" sz="5100" dirty="0" err="1"/>
              <a:t>ito</a:t>
            </a:r>
            <a:r>
              <a:rPr lang="en-PH" sz="5100" dirty="0"/>
              <a:t> ng </a:t>
            </a:r>
            <a:r>
              <a:rPr lang="en-PH" sz="5100" dirty="0" err="1"/>
              <a:t>mga</a:t>
            </a:r>
            <a:r>
              <a:rPr lang="en-PH" sz="5100" dirty="0"/>
              <a:t> </a:t>
            </a:r>
            <a:r>
              <a:rPr lang="en-PH" sz="5100" dirty="0" err="1"/>
              <a:t>paglalarawan</a:t>
            </a:r>
            <a:r>
              <a:rPr lang="en-PH" sz="5100" dirty="0"/>
              <a:t> at </a:t>
            </a:r>
            <a:r>
              <a:rPr lang="en-PH" sz="5100" dirty="0" err="1"/>
              <a:t>pagpuna</a:t>
            </a:r>
            <a:r>
              <a:rPr lang="en-PH" sz="5100" dirty="0"/>
              <a:t> </a:t>
            </a:r>
            <a:r>
              <a:rPr lang="en-PH" sz="5100" dirty="0" err="1"/>
              <a:t>sa</a:t>
            </a:r>
            <a:r>
              <a:rPr lang="en-PH" sz="5100" dirty="0"/>
              <a:t> </a:t>
            </a:r>
            <a:r>
              <a:rPr lang="en-PH" sz="5100" dirty="0" err="1"/>
              <a:t>mga</a:t>
            </a:r>
            <a:r>
              <a:rPr lang="en-PH" sz="5100" dirty="0"/>
              <a:t> </a:t>
            </a:r>
            <a:r>
              <a:rPr lang="en-PH" sz="5100" dirty="0" err="1"/>
              <a:t>nagaganap</a:t>
            </a:r>
            <a:r>
              <a:rPr lang="en-PH" sz="5100" dirty="0"/>
              <a:t> </a:t>
            </a:r>
            <a:r>
              <a:rPr lang="en-PH" sz="5100" dirty="0" err="1"/>
              <a:t>na</a:t>
            </a:r>
            <a:r>
              <a:rPr lang="en-PH" sz="5100" dirty="0"/>
              <a:t> </a:t>
            </a:r>
            <a:r>
              <a:rPr lang="en-PH" sz="5100" dirty="0" err="1"/>
              <a:t>pangyayari</a:t>
            </a:r>
            <a:r>
              <a:rPr lang="en-PH" sz="5100" dirty="0"/>
              <a:t> </a:t>
            </a:r>
            <a:r>
              <a:rPr lang="en-PH" sz="5100" dirty="0" err="1"/>
              <a:t>sa</a:t>
            </a:r>
            <a:r>
              <a:rPr lang="en-PH" sz="5100" dirty="0"/>
              <a:t> </a:t>
            </a:r>
            <a:r>
              <a:rPr lang="en-PH" sz="5100" dirty="0" err="1"/>
              <a:t>lipunang</a:t>
            </a:r>
            <a:r>
              <a:rPr lang="en-PH" sz="5100" dirty="0"/>
              <a:t> Pilipino ng </a:t>
            </a:r>
            <a:r>
              <a:rPr lang="en-PH" sz="5100" dirty="0" err="1"/>
              <a:t>mga</a:t>
            </a:r>
            <a:r>
              <a:rPr lang="en-PH" sz="5100" dirty="0"/>
              <a:t> </a:t>
            </a:r>
            <a:r>
              <a:rPr lang="en-PH" sz="5100" dirty="0" err="1"/>
              <a:t>panahong</a:t>
            </a:r>
            <a:r>
              <a:rPr lang="en-PH" sz="5100" dirty="0"/>
              <a:t> </a:t>
            </a:r>
            <a:r>
              <a:rPr lang="en-PH" sz="5100" dirty="0" err="1"/>
              <a:t>iyon</a:t>
            </a:r>
            <a:r>
              <a:rPr lang="en-PH" sz="5100" dirty="0"/>
              <a:t>. Ang </a:t>
            </a:r>
            <a:r>
              <a:rPr lang="en-PH" sz="5100" dirty="0" err="1"/>
              <a:t>mga</a:t>
            </a:r>
            <a:r>
              <a:rPr lang="en-PH" sz="5100" dirty="0"/>
              <a:t> </a:t>
            </a:r>
            <a:r>
              <a:rPr lang="en-PH" sz="5100" dirty="0" err="1"/>
              <a:t>aklat</a:t>
            </a:r>
            <a:r>
              <a:rPr lang="en-PH" sz="5100" dirty="0"/>
              <a:t> </a:t>
            </a:r>
            <a:r>
              <a:rPr lang="en-PH" sz="5100" dirty="0" err="1"/>
              <a:t>na</a:t>
            </a:r>
            <a:r>
              <a:rPr lang="en-PH" sz="5100" dirty="0"/>
              <a:t> </a:t>
            </a:r>
            <a:r>
              <a:rPr lang="en-PH" sz="5100" dirty="0" err="1"/>
              <a:t>ito</a:t>
            </a:r>
            <a:r>
              <a:rPr lang="en-PH" sz="5100" dirty="0"/>
              <a:t> ay </a:t>
            </a:r>
            <a:r>
              <a:rPr lang="en-PH" sz="5100" dirty="0" err="1"/>
              <a:t>halaw</a:t>
            </a:r>
            <a:r>
              <a:rPr lang="en-PH" sz="5100" dirty="0"/>
              <a:t> at </a:t>
            </a:r>
            <a:r>
              <a:rPr lang="en-PH" sz="5100" dirty="0" err="1"/>
              <a:t>hango</a:t>
            </a:r>
            <a:r>
              <a:rPr lang="en-PH" sz="5100" dirty="0"/>
              <a:t> </a:t>
            </a:r>
            <a:r>
              <a:rPr lang="en-PH" sz="5100" dirty="0" err="1"/>
              <a:t>sa</a:t>
            </a:r>
            <a:r>
              <a:rPr lang="en-PH" sz="5100" dirty="0"/>
              <a:t> Don Quixote </a:t>
            </a:r>
            <a:r>
              <a:rPr lang="en-PH" sz="5100" dirty="0" err="1"/>
              <a:t>ni</a:t>
            </a:r>
            <a:r>
              <a:rPr lang="en-PH" sz="5100" dirty="0"/>
              <a:t> Miguel Cervantes, </a:t>
            </a:r>
            <a:r>
              <a:rPr lang="en-PH" sz="5100" dirty="0" err="1"/>
              <a:t>manunulat</a:t>
            </a:r>
            <a:r>
              <a:rPr lang="en-PH" sz="5100" dirty="0"/>
              <a:t> </a:t>
            </a:r>
            <a:r>
              <a:rPr lang="en-PH" sz="5100" dirty="0" err="1"/>
              <a:t>na</a:t>
            </a:r>
            <a:r>
              <a:rPr lang="en-PH" sz="5100" dirty="0"/>
              <a:t> Espanyol. Ang </a:t>
            </a:r>
            <a:r>
              <a:rPr lang="en-PH" sz="5100" dirty="0" err="1"/>
              <a:t>mga</a:t>
            </a:r>
            <a:r>
              <a:rPr lang="en-PH" sz="5100" dirty="0"/>
              <a:t> </a:t>
            </a:r>
            <a:r>
              <a:rPr lang="en-PH" sz="5100" dirty="0" err="1"/>
              <a:t>ito</a:t>
            </a:r>
            <a:r>
              <a:rPr lang="en-PH" sz="5100" dirty="0"/>
              <a:t> ang </a:t>
            </a:r>
            <a:r>
              <a:rPr lang="en-PH" sz="5100" dirty="0" err="1"/>
              <a:t>naging</a:t>
            </a:r>
            <a:r>
              <a:rPr lang="en-PH" sz="5100" dirty="0"/>
              <a:t> </a:t>
            </a:r>
            <a:r>
              <a:rPr lang="en-PH" sz="5100" dirty="0" err="1"/>
              <a:t>daan</a:t>
            </a:r>
            <a:r>
              <a:rPr lang="en-PH" sz="5100" dirty="0"/>
              <a:t> </a:t>
            </a:r>
            <a:r>
              <a:rPr lang="en-PH" sz="5100" dirty="0" err="1"/>
              <a:t>upang</a:t>
            </a:r>
            <a:r>
              <a:rPr lang="en-PH" sz="5100" dirty="0"/>
              <a:t> </a:t>
            </a:r>
            <a:r>
              <a:rPr lang="en-PH" sz="5100" dirty="0" err="1"/>
              <a:t>magising</a:t>
            </a:r>
            <a:r>
              <a:rPr lang="en-PH" sz="5100" dirty="0"/>
              <a:t> ang </a:t>
            </a:r>
            <a:r>
              <a:rPr lang="en-PH" sz="5100" dirty="0" err="1"/>
              <a:t>puso't</a:t>
            </a:r>
            <a:r>
              <a:rPr lang="en-PH" sz="5100" dirty="0"/>
              <a:t> </a:t>
            </a:r>
            <a:r>
              <a:rPr lang="en-PH" sz="5100" dirty="0" err="1"/>
              <a:t>diwa</a:t>
            </a:r>
            <a:r>
              <a:rPr lang="en-PH" sz="5100" dirty="0"/>
              <a:t> ng </a:t>
            </a:r>
            <a:r>
              <a:rPr lang="en-PH" sz="5100" dirty="0" err="1"/>
              <a:t>mga</a:t>
            </a:r>
            <a:r>
              <a:rPr lang="en-PH" sz="5100" dirty="0"/>
              <a:t> Pilipino.</a:t>
            </a:r>
          </a:p>
          <a:p>
            <a:pPr algn="just"/>
            <a:endParaRPr lang="en-PH" sz="4800" dirty="0"/>
          </a:p>
          <a:p>
            <a:pPr algn="just"/>
            <a:endParaRPr lang="en-PH" sz="4800" dirty="0"/>
          </a:p>
        </p:txBody>
      </p:sp>
    </p:spTree>
    <p:extLst>
      <p:ext uri="{BB962C8B-B14F-4D97-AF65-F5344CB8AC3E}">
        <p14:creationId xmlns:p14="http://schemas.microsoft.com/office/powerpoint/2010/main" val="3100671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3824</Words>
  <Application>Microsoft Office PowerPoint</Application>
  <PresentationFormat>Widescreen</PresentationFormat>
  <Paragraphs>73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</dc:creator>
  <cp:lastModifiedBy>Christopher</cp:lastModifiedBy>
  <cp:revision>2</cp:revision>
  <dcterms:created xsi:type="dcterms:W3CDTF">2024-04-13T00:54:08Z</dcterms:created>
  <dcterms:modified xsi:type="dcterms:W3CDTF">2024-04-13T04:52:50Z</dcterms:modified>
</cp:coreProperties>
</file>